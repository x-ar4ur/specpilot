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6fe8f731e44fe" /><Relationship Type="http://schemas.openxmlformats.org/officeDocument/2006/relationships/extended-properties" Target="/docProps/app.xml" Id="R6007ed44de5e4b3b" /><Relationship Type="http://schemas.openxmlformats.org/officeDocument/2006/relationships/officeDocument" Target="/ppt/presentation.xml" Id="Rfe3c5052bcc945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01eadb80194d18"/>
  </p:sldMasterIdLst>
  <p:notesMasterIdLst>
    <p:notesMasterId xmlns:r="http://schemas.openxmlformats.org/officeDocument/2006/relationships" r:id="R05cf5cb76b244a90"/>
  </p:notesMasterIdLst>
  <p:sldIdLst>
    <p:sldId xmlns:r="http://schemas.openxmlformats.org/officeDocument/2006/relationships" id="256" r:id="R59e3f1144a1b4af6"/>
    <p:sldId xmlns:r="http://schemas.openxmlformats.org/officeDocument/2006/relationships" id="257" r:id="R2215152b947b44ca"/>
    <p:sldId xmlns:r="http://schemas.openxmlformats.org/officeDocument/2006/relationships" id="258" r:id="R6e61502dd3494cd8"/>
    <p:sldId xmlns:r="http://schemas.openxmlformats.org/officeDocument/2006/relationships" id="259" r:id="R8531fdb530ad4d4e"/>
    <p:sldId xmlns:r="http://schemas.openxmlformats.org/officeDocument/2006/relationships" id="260" r:id="Rb1e6a926c4cf4d11"/>
    <p:sldId xmlns:r="http://schemas.openxmlformats.org/officeDocument/2006/relationships" id="261" r:id="R6eb4fd6a125e41bd"/>
    <p:sldId xmlns:r="http://schemas.openxmlformats.org/officeDocument/2006/relationships" id="262" r:id="Rf16a7ed3ec2c4b53"/>
    <p:sldId xmlns:r="http://schemas.openxmlformats.org/officeDocument/2006/relationships" id="263" r:id="R5b57fbfb6e9d49dd"/>
    <p:sldId xmlns:r="http://schemas.openxmlformats.org/officeDocument/2006/relationships" id="264" r:id="R2b7a6eee859244bb"/>
    <p:sldId xmlns:r="http://schemas.openxmlformats.org/officeDocument/2006/relationships" id="265" r:id="Rf1f2089cdcff4f84"/>
    <p:sldId xmlns:r="http://schemas.openxmlformats.org/officeDocument/2006/relationships" id="266" r:id="R33e80e36072844e3"/>
    <p:sldId xmlns:r="http://schemas.openxmlformats.org/officeDocument/2006/relationships" id="267" r:id="R61c4ca428a184799"/>
    <p:sldId xmlns:r="http://schemas.openxmlformats.org/officeDocument/2006/relationships" id="268" r:id="R539b5ad7dba743be"/>
    <p:sldId xmlns:r="http://schemas.openxmlformats.org/officeDocument/2006/relationships" id="269" r:id="R7716b944ab224016"/>
    <p:sldId xmlns:r="http://schemas.openxmlformats.org/officeDocument/2006/relationships" id="270" r:id="Re3993ba9cce14ec9"/>
    <p:sldId xmlns:r="http://schemas.openxmlformats.org/officeDocument/2006/relationships" id="271" r:id="R7681de031325453b"/>
    <p:sldId xmlns:r="http://schemas.openxmlformats.org/officeDocument/2006/relationships" id="272" r:id="Rff8dac87ffd743c2"/>
    <p:sldId xmlns:r="http://schemas.openxmlformats.org/officeDocument/2006/relationships" id="273" r:id="Rd4de914eac714ba3"/>
    <p:sldId xmlns:r="http://schemas.openxmlformats.org/officeDocument/2006/relationships" id="274" r:id="R343ccf93beb44619"/>
    <p:sldId xmlns:r="http://schemas.openxmlformats.org/officeDocument/2006/relationships" id="275" r:id="R1a6392e9298f4fe4"/>
    <p:sldId xmlns:r="http://schemas.openxmlformats.org/officeDocument/2006/relationships" id="276" r:id="R1101d47becf74f07"/>
    <p:sldId xmlns:r="http://schemas.openxmlformats.org/officeDocument/2006/relationships" id="277" r:id="R307f845db4ed4368"/>
    <p:sldId xmlns:r="http://schemas.openxmlformats.org/officeDocument/2006/relationships" id="278" r:id="Raf50dab067d34589"/>
    <p:sldId xmlns:r="http://schemas.openxmlformats.org/officeDocument/2006/relationships" id="279" r:id="R9fea4bc1ba774fb6"/>
    <p:sldId xmlns:r="http://schemas.openxmlformats.org/officeDocument/2006/relationships" id="280" r:id="Rfd03dc110929429a"/>
    <p:sldId xmlns:r="http://schemas.openxmlformats.org/officeDocument/2006/relationships" id="281" r:id="R4026a58509384a7d"/>
    <p:sldId xmlns:r="http://schemas.openxmlformats.org/officeDocument/2006/relationships" id="282" r:id="Rd4680ecab1cf4e95"/>
    <p:sldId xmlns:r="http://schemas.openxmlformats.org/officeDocument/2006/relationships" id="283" r:id="R27317c41b7f24d07"/>
    <p:sldId xmlns:r="http://schemas.openxmlformats.org/officeDocument/2006/relationships" id="284" r:id="R966aed53f2714e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1eadb80194d18" /><Relationship Type="http://schemas.openxmlformats.org/officeDocument/2006/relationships/theme" Target="/ppt/theme/theme1.xml" Id="Redf5546bfba04237" /><Relationship Type="http://schemas.openxmlformats.org/officeDocument/2006/relationships/notesMaster" Target="/ppt/notesMasters/notesMaster1.xml" Id="R05cf5cb76b244a90" /><Relationship Type="http://schemas.openxmlformats.org/officeDocument/2006/relationships/presProps" Target="/ppt/presProps.xml" Id="Ra7a3e7f8c5f44437" /><Relationship Type="http://schemas.openxmlformats.org/officeDocument/2006/relationships/viewProps" Target="/ppt/viewProps.xml" Id="Rcb2e390879604b00" /><Relationship Type="http://schemas.openxmlformats.org/officeDocument/2006/relationships/tableStyles" Target="/ppt/tableStyles.xml" Id="R6e09110311df4882" /><Relationship Type="http://schemas.openxmlformats.org/officeDocument/2006/relationships/slide" Target="/ppt/slides/slide1.xml" Id="R59e3f1144a1b4af6" /><Relationship Type="http://schemas.openxmlformats.org/officeDocument/2006/relationships/slide" Target="/ppt/slides/slide2.xml" Id="R2215152b947b44ca" /><Relationship Type="http://schemas.openxmlformats.org/officeDocument/2006/relationships/slide" Target="/ppt/slides/slide3.xml" Id="R6e61502dd3494cd8" /><Relationship Type="http://schemas.openxmlformats.org/officeDocument/2006/relationships/slide" Target="/ppt/slides/slide4.xml" Id="R8531fdb530ad4d4e" /><Relationship Type="http://schemas.openxmlformats.org/officeDocument/2006/relationships/slide" Target="/ppt/slides/slide5.xml" Id="Rb1e6a926c4cf4d11" /><Relationship Type="http://schemas.openxmlformats.org/officeDocument/2006/relationships/slide" Target="/ppt/slides/slide6.xml" Id="R6eb4fd6a125e41bd" /><Relationship Type="http://schemas.openxmlformats.org/officeDocument/2006/relationships/slide" Target="/ppt/slides/slide7.xml" Id="Rf16a7ed3ec2c4b53" /><Relationship Type="http://schemas.openxmlformats.org/officeDocument/2006/relationships/slide" Target="/ppt/slides/slide8.xml" Id="R5b57fbfb6e9d49dd" /><Relationship Type="http://schemas.openxmlformats.org/officeDocument/2006/relationships/slide" Target="/ppt/slides/slide9.xml" Id="R2b7a6eee859244bb" /><Relationship Type="http://schemas.openxmlformats.org/officeDocument/2006/relationships/slide" Target="/ppt/slides/slide10.xml" Id="Rf1f2089cdcff4f84" /><Relationship Type="http://schemas.openxmlformats.org/officeDocument/2006/relationships/slide" Target="/ppt/slides/slide11.xml" Id="R33e80e36072844e3" /><Relationship Type="http://schemas.openxmlformats.org/officeDocument/2006/relationships/slide" Target="/ppt/slides/slide12.xml" Id="R61c4ca428a184799" /><Relationship Type="http://schemas.openxmlformats.org/officeDocument/2006/relationships/slide" Target="/ppt/slides/slide13.xml" Id="R539b5ad7dba743be" /><Relationship Type="http://schemas.openxmlformats.org/officeDocument/2006/relationships/slide" Target="/ppt/slides/slide14.xml" Id="R7716b944ab224016" /><Relationship Type="http://schemas.openxmlformats.org/officeDocument/2006/relationships/slide" Target="/ppt/slides/slide15.xml" Id="Re3993ba9cce14ec9" /><Relationship Type="http://schemas.openxmlformats.org/officeDocument/2006/relationships/slide" Target="/ppt/slides/slide16.xml" Id="R7681de031325453b" /><Relationship Type="http://schemas.openxmlformats.org/officeDocument/2006/relationships/slide" Target="/ppt/slides/slide17.xml" Id="Rff8dac87ffd743c2" /><Relationship Type="http://schemas.openxmlformats.org/officeDocument/2006/relationships/slide" Target="/ppt/slides/slide18.xml" Id="Rd4de914eac714ba3" /><Relationship Type="http://schemas.openxmlformats.org/officeDocument/2006/relationships/slide" Target="/ppt/slides/slide19.xml" Id="R343ccf93beb44619" /><Relationship Type="http://schemas.openxmlformats.org/officeDocument/2006/relationships/slide" Target="/ppt/slides/slide20.xml" Id="R1a6392e9298f4fe4" /><Relationship Type="http://schemas.openxmlformats.org/officeDocument/2006/relationships/slide" Target="/ppt/slides/slide21.xml" Id="R1101d47becf74f07" /><Relationship Type="http://schemas.openxmlformats.org/officeDocument/2006/relationships/slide" Target="/ppt/slides/slide22.xml" Id="R307f845db4ed4368" /><Relationship Type="http://schemas.openxmlformats.org/officeDocument/2006/relationships/slide" Target="/ppt/slides/slide23.xml" Id="Raf50dab067d34589" /><Relationship Type="http://schemas.openxmlformats.org/officeDocument/2006/relationships/slide" Target="/ppt/slides/slide24.xml" Id="R9fea4bc1ba774fb6" /><Relationship Type="http://schemas.openxmlformats.org/officeDocument/2006/relationships/slide" Target="/ppt/slides/slide25.xml" Id="Rfd03dc110929429a" /><Relationship Type="http://schemas.openxmlformats.org/officeDocument/2006/relationships/slide" Target="/ppt/slides/slide26.xml" Id="R4026a58509384a7d" /><Relationship Type="http://schemas.openxmlformats.org/officeDocument/2006/relationships/slide" Target="/ppt/slides/slide27.xml" Id="Rd4680ecab1cf4e95" /><Relationship Type="http://schemas.openxmlformats.org/officeDocument/2006/relationships/slide" Target="/ppt/slides/slide28.xml" Id="R27317c41b7f24d07" /><Relationship Type="http://schemas.openxmlformats.org/officeDocument/2006/relationships/slide" Target="/ppt/slides/slide29.xml" Id="R966aed53f2714e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d5c2dacaf024b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6ed54655d34584" /><Relationship Type="http://schemas.openxmlformats.org/officeDocument/2006/relationships/notesMaster" Target="/ppt/notesMasters/notesMaster1.xml" Id="R5f17080287bd4a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de3978d8814e51" /><Relationship Type="http://schemas.openxmlformats.org/officeDocument/2006/relationships/notesMaster" Target="/ppt/notesMasters/notesMaster1.xml" Id="Re4aca24567a04f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29da994de14684" /><Relationship Type="http://schemas.openxmlformats.org/officeDocument/2006/relationships/notesMaster" Target="/ppt/notesMasters/notesMaster1.xml" Id="R09cd9ef2f22c43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0ed71955694997" /><Relationship Type="http://schemas.openxmlformats.org/officeDocument/2006/relationships/notesMaster" Target="/ppt/notesMasters/notesMaster1.xml" Id="R9068fb31c00143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86b175c02b47d9" /><Relationship Type="http://schemas.openxmlformats.org/officeDocument/2006/relationships/notesMaster" Target="/ppt/notesMasters/notesMaster1.xml" Id="Ra110728ae26248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fc6f1dc440486e" /><Relationship Type="http://schemas.openxmlformats.org/officeDocument/2006/relationships/notesMaster" Target="/ppt/notesMasters/notesMaster1.xml" Id="R090b01442bd145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e32efb8a414cef" /><Relationship Type="http://schemas.openxmlformats.org/officeDocument/2006/relationships/notesMaster" Target="/ppt/notesMasters/notesMaster1.xml" Id="R6940bf6ebc8240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56b22d75904669" /><Relationship Type="http://schemas.openxmlformats.org/officeDocument/2006/relationships/notesMaster" Target="/ppt/notesMasters/notesMaster1.xml" Id="R5a14c88949c54b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d0fed076224427" /><Relationship Type="http://schemas.openxmlformats.org/officeDocument/2006/relationships/notesMaster" Target="/ppt/notesMasters/notesMaster1.xml" Id="R83f2f27ac2f84d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c023b5594e4067" /><Relationship Type="http://schemas.openxmlformats.org/officeDocument/2006/relationships/notesMaster" Target="/ppt/notesMasters/notesMaster1.xml" Id="R5a39c776d24e4f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f1e732026a4573" /><Relationship Type="http://schemas.openxmlformats.org/officeDocument/2006/relationships/notesMaster" Target="/ppt/notesMasters/notesMaster1.xml" Id="R8f70073ddb6349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49f208e840453c" /><Relationship Type="http://schemas.openxmlformats.org/officeDocument/2006/relationships/notesMaster" Target="/ppt/notesMasters/notesMaster1.xml" Id="R2463503d79d143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54c8d8373a455b" /><Relationship Type="http://schemas.openxmlformats.org/officeDocument/2006/relationships/notesMaster" Target="/ppt/notesMasters/notesMaster1.xml" Id="R3d3a58e543c94e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15c7aed4894939" /><Relationship Type="http://schemas.openxmlformats.org/officeDocument/2006/relationships/notesMaster" Target="/ppt/notesMasters/notesMaster1.xml" Id="Rd3002be2929943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ffc71fc7874d06" /><Relationship Type="http://schemas.openxmlformats.org/officeDocument/2006/relationships/notesMaster" Target="/ppt/notesMasters/notesMaster1.xml" Id="R6935bed3793e45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8c887afdca4492" /><Relationship Type="http://schemas.openxmlformats.org/officeDocument/2006/relationships/notesMaster" Target="/ppt/notesMasters/notesMaster1.xml" Id="R7f4ef1265dc941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61331d125147ae" /><Relationship Type="http://schemas.openxmlformats.org/officeDocument/2006/relationships/notesMaster" Target="/ppt/notesMasters/notesMaster1.xml" Id="R316aa03e67ba44c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cd93a99ba747ac" /><Relationship Type="http://schemas.openxmlformats.org/officeDocument/2006/relationships/notesMaster" Target="/ppt/notesMasters/notesMaster1.xml" Id="R2859fb51a69643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b0c668c1b0403c" /><Relationship Type="http://schemas.openxmlformats.org/officeDocument/2006/relationships/notesMaster" Target="/ppt/notesMasters/notesMaster1.xml" Id="R08c06e03ee7a45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ffec358e6f04b67" /><Relationship Type="http://schemas.openxmlformats.org/officeDocument/2006/relationships/notesMaster" Target="/ppt/notesMasters/notesMaster1.xml" Id="R4b3365cd968d43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4adc49105b4d0d" /><Relationship Type="http://schemas.openxmlformats.org/officeDocument/2006/relationships/notesMaster" Target="/ppt/notesMasters/notesMaster1.xml" Id="R8ac78a72782141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dd807c882f74cd0" /><Relationship Type="http://schemas.openxmlformats.org/officeDocument/2006/relationships/notesMaster" Target="/ppt/notesMasters/notesMaster1.xml" Id="Rbef01966c19148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5a18b6da2694a18" /><Relationship Type="http://schemas.openxmlformats.org/officeDocument/2006/relationships/notesMaster" Target="/ppt/notesMasters/notesMaster1.xml" Id="R1e62fd5484f948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8c3396e81ce48c4" /><Relationship Type="http://schemas.openxmlformats.org/officeDocument/2006/relationships/notesMaster" Target="/ppt/notesMasters/notesMaster1.xml" Id="Rcb17fc58f66c42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5d18680f21424b" /><Relationship Type="http://schemas.openxmlformats.org/officeDocument/2006/relationships/notesMaster" Target="/ppt/notesMasters/notesMaster1.xml" Id="R3f15543c685d42f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c4ed7acaa044c34" /><Relationship Type="http://schemas.openxmlformats.org/officeDocument/2006/relationships/notesMaster" Target="/ppt/notesMasters/notesMaster1.xml" Id="R082ae26944054e5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5a4f0105a8442cb" /><Relationship Type="http://schemas.openxmlformats.org/officeDocument/2006/relationships/notesMaster" Target="/ppt/notesMasters/notesMaster1.xml" Id="R57c0a9575af5491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2fc229187034e7d" /><Relationship Type="http://schemas.openxmlformats.org/officeDocument/2006/relationships/notesMaster" Target="/ppt/notesMasters/notesMaster1.xml" Id="R7f8ac393973c40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561fb291924721" /><Relationship Type="http://schemas.openxmlformats.org/officeDocument/2006/relationships/notesMaster" Target="/ppt/notesMasters/notesMaster1.xml" Id="R21b2afb3739f4d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0cc78b51544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c034ddca94b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02f5ad4704b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0a65d238642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d4f62e1c14e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9220331d94c6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c7d2ab9994ab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b4f91da484ca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09afd225149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67c2ddd77475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c92d733d9643b3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b8a49b4e81d4bd2" /><Relationship Type="http://schemas.openxmlformats.org/officeDocument/2006/relationships/slideLayout" Target="/ppt/slideLayouts/slideLayout2.xml" Id="R8fd29fa9431f4624" /><Relationship Type="http://schemas.openxmlformats.org/officeDocument/2006/relationships/slideLayout" Target="/ppt/slideLayouts/slideLayout3.xml" Id="R926ef79655364952" /><Relationship Type="http://schemas.openxmlformats.org/officeDocument/2006/relationships/slideLayout" Target="/ppt/slideLayouts/slideLayout4.xml" Id="R489172f516ef4ba0" /><Relationship Type="http://schemas.openxmlformats.org/officeDocument/2006/relationships/slideLayout" Target="/ppt/slideLayouts/slideLayout5.xml" Id="R89e142f685034729" /><Relationship Type="http://schemas.openxmlformats.org/officeDocument/2006/relationships/slideLayout" Target="/ppt/slideLayouts/slideLayout6.xml" Id="Rd6b661dad4a443fb" /><Relationship Type="http://schemas.openxmlformats.org/officeDocument/2006/relationships/slideLayout" Target="/ppt/slideLayouts/slideLayout7.xml" Id="R1860ed02acc04da5" /><Relationship Type="http://schemas.openxmlformats.org/officeDocument/2006/relationships/slideLayout" Target="/ppt/slideLayouts/slideLayout8.xml" Id="R4699f8c6c45d4435" /><Relationship Type="http://schemas.openxmlformats.org/officeDocument/2006/relationships/slideLayout" Target="/ppt/slideLayouts/slideLayout9.xml" Id="R8cf806aaf35c440f" /><Relationship Type="http://schemas.openxmlformats.org/officeDocument/2006/relationships/slideLayout" Target="/ppt/slideLayouts/slideLayout10.xml" Id="Red1a218e8b1f4f68" /><Relationship Type="http://schemas.openxmlformats.org/officeDocument/2006/relationships/slideLayout" Target="/ppt/slideLayouts/slideLayout11.xml" Id="R34fa23340ca8482d" /><Relationship Type="http://schemas.openxmlformats.org/officeDocument/2006/relationships/slideLayout" Target="/ppt/slideLayouts/slideLayout12.xml" Id="R885ed6e499c842d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29fa9431f4624"/>
    <p:sldLayoutId xmlns:r="http://schemas.openxmlformats.org/officeDocument/2006/relationships" id="2147483650" r:id="R926ef79655364952"/>
    <p:sldLayoutId xmlns:r="http://schemas.openxmlformats.org/officeDocument/2006/relationships" id="2147483651" r:id="R489172f516ef4ba0"/>
    <p:sldLayoutId xmlns:r="http://schemas.openxmlformats.org/officeDocument/2006/relationships" id="2147483652" r:id="R89e142f685034729"/>
    <p:sldLayoutId xmlns:r="http://schemas.openxmlformats.org/officeDocument/2006/relationships" id="2147483653" r:id="Rd6b661dad4a443fb"/>
    <p:sldLayoutId xmlns:r="http://schemas.openxmlformats.org/officeDocument/2006/relationships" id="2147483654" r:id="R1860ed02acc04da5"/>
    <p:sldLayoutId xmlns:r="http://schemas.openxmlformats.org/officeDocument/2006/relationships" id="2147483655" r:id="R4699f8c6c45d4435"/>
    <p:sldLayoutId xmlns:r="http://schemas.openxmlformats.org/officeDocument/2006/relationships" id="2147483656" r:id="R8cf806aaf35c440f"/>
    <p:sldLayoutId xmlns:r="http://schemas.openxmlformats.org/officeDocument/2006/relationships" id="2147483657" r:id="Red1a218e8b1f4f68"/>
    <p:sldLayoutId xmlns:r="http://schemas.openxmlformats.org/officeDocument/2006/relationships" id="2147483658" r:id="R34fa23340ca8482d"/>
    <p:sldLayoutId xmlns:r="http://schemas.openxmlformats.org/officeDocument/2006/relationships" id="2147483659" r:id="R885ed6e499c842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4a760b4a1d49f8" /><Relationship Type="http://schemas.openxmlformats.org/officeDocument/2006/relationships/image" Target="/ppt/media/image.png" Id="Rba94f0c627af4180" /><Relationship Type="http://schemas.openxmlformats.org/officeDocument/2006/relationships/image" Target="/ppt/media/image2.png" Id="Ree8186c2ec744107" /><Relationship Type="http://schemas.openxmlformats.org/officeDocument/2006/relationships/notesSlide" Target="/ppt/notesSlides/notesSlide1.xml" Id="R20eb534c9d6945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54708f77d4c41" /><Relationship Type="http://schemas.openxmlformats.org/officeDocument/2006/relationships/image" Target="/ppt/media/image2.png" Id="R1f4470e40fc140ce" /><Relationship Type="http://schemas.openxmlformats.org/officeDocument/2006/relationships/notesSlide" Target="/ppt/notesSlides/notesSlide2.xml" Id="R1cd3e4286a1a4a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b710e71307431d" /><Relationship Type="http://schemas.openxmlformats.org/officeDocument/2006/relationships/image" Target="/ppt/media/image2.png" Id="R4c5cfdda79ba4084" /><Relationship Type="http://schemas.openxmlformats.org/officeDocument/2006/relationships/notesSlide" Target="/ppt/notesSlides/notesSlide3.xml" Id="Rf4b7a6aafb9c40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55986a56d394d95" /><Relationship Type="http://schemas.openxmlformats.org/officeDocument/2006/relationships/image" Target="/ppt/media/image3.png" Id="R5033b31e2129486c" /><Relationship Type="http://schemas.openxmlformats.org/officeDocument/2006/relationships/notesSlide" Target="/ppt/notesSlides/notesSlide4.xml" Id="R85eefb8cc21543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1021ec6f4494ac2" /><Relationship Type="http://schemas.openxmlformats.org/officeDocument/2006/relationships/image" Target="/ppt/media/image3.png" Id="R27e01ffb26ca443b" /><Relationship Type="http://schemas.openxmlformats.org/officeDocument/2006/relationships/notesSlide" Target="/ppt/notesSlides/notesSlide5.xml" Id="R9005edd955e14e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1adcec5b5eb4e65" /><Relationship Type="http://schemas.openxmlformats.org/officeDocument/2006/relationships/image" Target="/ppt/media/image2.png" Id="R17e53ada48b74090" /><Relationship Type="http://schemas.openxmlformats.org/officeDocument/2006/relationships/notesSlide" Target="/ppt/notesSlides/notesSlide6.xml" Id="Rc71216a157ee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4edbfa756654e84" /><Relationship Type="http://schemas.openxmlformats.org/officeDocument/2006/relationships/image" Target="/ppt/media/image3.png" Id="Rbf220818dc9a4c63" /><Relationship Type="http://schemas.openxmlformats.org/officeDocument/2006/relationships/notesSlide" Target="/ppt/notesSlides/notesSlide7.xml" Id="Re8dc1468228448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8a053cf8fe84194" /><Relationship Type="http://schemas.openxmlformats.org/officeDocument/2006/relationships/image" Target="/ppt/media/image3.png" Id="R23f658cf617e4c33" /><Relationship Type="http://schemas.openxmlformats.org/officeDocument/2006/relationships/notesSlide" Target="/ppt/notesSlides/notesSlide8.xml" Id="R26c51a637fc041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7c0263866b4a78" /><Relationship Type="http://schemas.openxmlformats.org/officeDocument/2006/relationships/image" Target="/ppt/media/image3.png" Id="Rdcb86728bd47438e" /><Relationship Type="http://schemas.openxmlformats.org/officeDocument/2006/relationships/notesSlide" Target="/ppt/notesSlides/notesSlide9.xml" Id="Rd3bb0a9827eb4b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2ced392bbb846ec" /><Relationship Type="http://schemas.openxmlformats.org/officeDocument/2006/relationships/image" Target="/ppt/media/image2.png" Id="R726e4c2cc37e42f8" /><Relationship Type="http://schemas.openxmlformats.org/officeDocument/2006/relationships/notesSlide" Target="/ppt/notesSlides/notesSlide10.xml" Id="Rb145c91f534041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fb95f077f9b4c3c" /><Relationship Type="http://schemas.openxmlformats.org/officeDocument/2006/relationships/image" Target="/ppt/media/image3.png" Id="R1bbc113f94734e80" /><Relationship Type="http://schemas.openxmlformats.org/officeDocument/2006/relationships/notesSlide" Target="/ppt/notesSlides/notesSlide11.xml" Id="R2aab6f501a094e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0902002d3654eaa" /><Relationship Type="http://schemas.openxmlformats.org/officeDocument/2006/relationships/image" Target="/ppt/media/image3.png" Id="R4241c2a62a074b24" /><Relationship Type="http://schemas.openxmlformats.org/officeDocument/2006/relationships/notesSlide" Target="/ppt/notesSlides/notesSlide12.xml" Id="R7345e92f9b5d41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39afaac4ed147bb" /><Relationship Type="http://schemas.openxmlformats.org/officeDocument/2006/relationships/image" Target="/ppt/media/image3.png" Id="Ra21577efdca94e42" /><Relationship Type="http://schemas.openxmlformats.org/officeDocument/2006/relationships/notesSlide" Target="/ppt/notesSlides/notesSlide13.xml" Id="Re9d14b2ba4224e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72818b6c4c94dd4" /><Relationship Type="http://schemas.openxmlformats.org/officeDocument/2006/relationships/image" Target="/ppt/media/image3.png" Id="Rfdfbb04424a34fc1" /><Relationship Type="http://schemas.openxmlformats.org/officeDocument/2006/relationships/notesSlide" Target="/ppt/notesSlides/notesSlide14.xml" Id="Re8663ca46cea4f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4182f86e1e14d60" /><Relationship Type="http://schemas.openxmlformats.org/officeDocument/2006/relationships/image" Target="/ppt/media/image3.png" Id="R74e5013828774f59" /><Relationship Type="http://schemas.openxmlformats.org/officeDocument/2006/relationships/notesSlide" Target="/ppt/notesSlides/notesSlide15.xml" Id="R008055d356154a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d6187a283234eaa" /><Relationship Type="http://schemas.openxmlformats.org/officeDocument/2006/relationships/image" Target="/ppt/media/image3.png" Id="R7ca7288010654196" /><Relationship Type="http://schemas.openxmlformats.org/officeDocument/2006/relationships/notesSlide" Target="/ppt/notesSlides/notesSlide16.xml" Id="R6795be39eed646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03911c8eacb4359" /><Relationship Type="http://schemas.openxmlformats.org/officeDocument/2006/relationships/image" Target="/ppt/media/image3.png" Id="R3b07727098cc4929" /><Relationship Type="http://schemas.openxmlformats.org/officeDocument/2006/relationships/notesSlide" Target="/ppt/notesSlides/notesSlide17.xml" Id="R10fd3cf85e5d45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918d45b91842cc" /><Relationship Type="http://schemas.openxmlformats.org/officeDocument/2006/relationships/image" Target="/ppt/media/image3.png" Id="Re610a230a0564a3c" /><Relationship Type="http://schemas.openxmlformats.org/officeDocument/2006/relationships/notesSlide" Target="/ppt/notesSlides/notesSlide18.xml" Id="R73685190f9be47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3dfff05910b4745" /><Relationship Type="http://schemas.openxmlformats.org/officeDocument/2006/relationships/image" Target="/ppt/media/image3.png" Id="R7474c0e19c084543" /><Relationship Type="http://schemas.openxmlformats.org/officeDocument/2006/relationships/notesSlide" Target="/ppt/notesSlides/notesSlide19.xml" Id="R4a6ffceaa6cc41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cdc182df60467b" /><Relationship Type="http://schemas.openxmlformats.org/officeDocument/2006/relationships/image" Target="/ppt/media/image3.png" Id="Ra1a61d2fc3594e5b" /><Relationship Type="http://schemas.openxmlformats.org/officeDocument/2006/relationships/notesSlide" Target="/ppt/notesSlides/notesSlide20.xml" Id="R91d6ae4aa5e648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d88bc1f752149dc" /><Relationship Type="http://schemas.openxmlformats.org/officeDocument/2006/relationships/image" Target="/ppt/media/image3.png" Id="R25ad703d4c554bdf" /><Relationship Type="http://schemas.openxmlformats.org/officeDocument/2006/relationships/notesSlide" Target="/ppt/notesSlides/notesSlide21.xml" Id="R99ad71bed1d44a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3db35036644146" /><Relationship Type="http://schemas.openxmlformats.org/officeDocument/2006/relationships/image" Target="/ppt/media/image3.png" Id="R9d4c3ea4e30440c3" /><Relationship Type="http://schemas.openxmlformats.org/officeDocument/2006/relationships/notesSlide" Target="/ppt/notesSlides/notesSlide22.xml" Id="R6e8bf36533a940a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fe2b2067d8145ba" /><Relationship Type="http://schemas.openxmlformats.org/officeDocument/2006/relationships/image" Target="/ppt/media/image3.png" Id="Rdafd76607e794e0e" /><Relationship Type="http://schemas.openxmlformats.org/officeDocument/2006/relationships/notesSlide" Target="/ppt/notesSlides/notesSlide23.xml" Id="R5e171d74bdb043e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0b83e7972c4cb6" /><Relationship Type="http://schemas.openxmlformats.org/officeDocument/2006/relationships/image" Target="/ppt/media/image3.png" Id="Rf7000fa0100d4fef" /><Relationship Type="http://schemas.openxmlformats.org/officeDocument/2006/relationships/notesSlide" Target="/ppt/notesSlides/notesSlide24.xml" Id="R4e26c1051b2a40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1aa2853bd54e6b" /><Relationship Type="http://schemas.openxmlformats.org/officeDocument/2006/relationships/image" Target="/ppt/media/image2.png" Id="Reb60de01e46b4a16" /><Relationship Type="http://schemas.openxmlformats.org/officeDocument/2006/relationships/notesSlide" Target="/ppt/notesSlides/notesSlide25.xml" Id="R750d56534f8247f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22439fd8b9541e3" /><Relationship Type="http://schemas.openxmlformats.org/officeDocument/2006/relationships/image" Target="/ppt/media/image3.png" Id="Ra95d3a6e5e054eff" /><Relationship Type="http://schemas.openxmlformats.org/officeDocument/2006/relationships/notesSlide" Target="/ppt/notesSlides/notesSlide26.xml" Id="Rf5adec3d0a134aa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8918b0f3f9c4e4a" /><Relationship Type="http://schemas.openxmlformats.org/officeDocument/2006/relationships/image" Target="/ppt/media/image3.png" Id="Ra679796a4fd647ce" /><Relationship Type="http://schemas.openxmlformats.org/officeDocument/2006/relationships/notesSlide" Target="/ppt/notesSlides/notesSlide27.xml" Id="Ra14efae0c219445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8da71dbaf344256" /><Relationship Type="http://schemas.openxmlformats.org/officeDocument/2006/relationships/image" Target="/ppt/media/image3.png" Id="Rb48fc6186c584bd2" /><Relationship Type="http://schemas.openxmlformats.org/officeDocument/2006/relationships/notesSlide" Target="/ppt/notesSlides/notesSlide28.xml" Id="R128feaa6c223443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f969d2b43e049a3" /><Relationship Type="http://schemas.openxmlformats.org/officeDocument/2006/relationships/image" Target="/ppt/media/image2.png" Id="Re9b11c68165f4df8" /><Relationship Type="http://schemas.openxmlformats.org/officeDocument/2006/relationships/notesSlide" Target="/ppt/notesSlides/notesSlide29.xml" Id="Rc7cfabaa12354a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4f0c627af4180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</a:t>
            </a: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Web </a:t>
            </a: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年</a:t>
            </a:r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月</a:t>
            </a:r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23</a:t>
            </a:r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186c2ec7441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470e40fc140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cfdda79ba4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3b31e212948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01ffb26ca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53ada48b740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20818dc9a4c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658cf617e4c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86728bd4743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e4c2cc37e42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c113f94734e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1c2a62a074b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577efdca9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bb04424a34f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5013828774f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72880106541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7727098cc4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0a230a0564a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4c0e19c0845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61d2fc359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d703d4c554b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c3ea4e304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d76607e794e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00fa0100d4f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0de01e46b4a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进度安排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d3a6e5e054e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9796a4fd647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</a:t>
            </a:r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8fc6186c584b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年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月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23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11c68165f4d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2026-05-26T13:12:18.5720000Z</dcterms:created>
  <dcterms:modified xsi:type="dcterms:W3CDTF">2026-05-26T13:12:18.5720000Z</dcterms:modified>
</coreProperties>
</file>