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b1fc0873d4a07" /><Relationship Type="http://schemas.openxmlformats.org/officeDocument/2006/relationships/extended-properties" Target="/docProps/app.xml" Id="R2da1d141967d45ec" /><Relationship Type="http://schemas.openxmlformats.org/officeDocument/2006/relationships/officeDocument" Target="/ppt/presentation.xml" Id="R73d4ba00815e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a722033714d7d"/>
  </p:sldMasterIdLst>
  <p:notesMasterIdLst>
    <p:notesMasterId xmlns:r="http://schemas.openxmlformats.org/officeDocument/2006/relationships" r:id="Rb77343c4cd9c48f1"/>
  </p:notesMasterIdLst>
  <p:sldIdLst>
    <p:sldId xmlns:r="http://schemas.openxmlformats.org/officeDocument/2006/relationships" id="256" r:id="R579f2da0e4504daf"/>
    <p:sldId xmlns:r="http://schemas.openxmlformats.org/officeDocument/2006/relationships" id="257" r:id="R8fe4c33f18764798"/>
    <p:sldId xmlns:r="http://schemas.openxmlformats.org/officeDocument/2006/relationships" id="258" r:id="Reb270d851e684585"/>
    <p:sldId xmlns:r="http://schemas.openxmlformats.org/officeDocument/2006/relationships" id="259" r:id="R4404560451f64b0a"/>
    <p:sldId xmlns:r="http://schemas.openxmlformats.org/officeDocument/2006/relationships" id="260" r:id="Rb795fd6b6cc0402f"/>
    <p:sldId xmlns:r="http://schemas.openxmlformats.org/officeDocument/2006/relationships" id="261" r:id="Ra0ad31bacfcd4e28"/>
    <p:sldId xmlns:r="http://schemas.openxmlformats.org/officeDocument/2006/relationships" id="262" r:id="R5698464463a14a72"/>
    <p:sldId xmlns:r="http://schemas.openxmlformats.org/officeDocument/2006/relationships" id="263" r:id="R79f831caa6e54174"/>
    <p:sldId xmlns:r="http://schemas.openxmlformats.org/officeDocument/2006/relationships" id="264" r:id="Rad2ea3f18acb4f8a"/>
    <p:sldId xmlns:r="http://schemas.openxmlformats.org/officeDocument/2006/relationships" id="265" r:id="R346408b0d96b4000"/>
    <p:sldId xmlns:r="http://schemas.openxmlformats.org/officeDocument/2006/relationships" id="266" r:id="R93a38b7c2bcd4581"/>
    <p:sldId xmlns:r="http://schemas.openxmlformats.org/officeDocument/2006/relationships" id="267" r:id="Rfa05c54112634aad"/>
    <p:sldId xmlns:r="http://schemas.openxmlformats.org/officeDocument/2006/relationships" id="268" r:id="R5a1b0d1cb94a4cfe"/>
    <p:sldId xmlns:r="http://schemas.openxmlformats.org/officeDocument/2006/relationships" id="269" r:id="R238c3f85a041472a"/>
    <p:sldId xmlns:r="http://schemas.openxmlformats.org/officeDocument/2006/relationships" id="270" r:id="R108138d2b0554dcc"/>
    <p:sldId xmlns:r="http://schemas.openxmlformats.org/officeDocument/2006/relationships" id="271" r:id="R4527e029724d440e"/>
    <p:sldId xmlns:r="http://schemas.openxmlformats.org/officeDocument/2006/relationships" id="272" r:id="Rcf811dc7d1394c94"/>
    <p:sldId xmlns:r="http://schemas.openxmlformats.org/officeDocument/2006/relationships" id="273" r:id="R36f62a5871034a7a"/>
    <p:sldId xmlns:r="http://schemas.openxmlformats.org/officeDocument/2006/relationships" id="274" r:id="R11239be24141453f"/>
    <p:sldId xmlns:r="http://schemas.openxmlformats.org/officeDocument/2006/relationships" id="275" r:id="R0d6fbb67f84a4098"/>
    <p:sldId xmlns:r="http://schemas.openxmlformats.org/officeDocument/2006/relationships" id="276" r:id="Ref2fd81883bb4ae8"/>
    <p:sldId xmlns:r="http://schemas.openxmlformats.org/officeDocument/2006/relationships" id="277" r:id="R4c02132d704a4710"/>
    <p:sldId xmlns:r="http://schemas.openxmlformats.org/officeDocument/2006/relationships" id="278" r:id="Rf492777aa4e14c72"/>
    <p:sldId xmlns:r="http://schemas.openxmlformats.org/officeDocument/2006/relationships" id="279" r:id="R14e1ba0aa2bb44d5"/>
    <p:sldId xmlns:r="http://schemas.openxmlformats.org/officeDocument/2006/relationships" id="280" r:id="R1c448f1b24b447e2"/>
    <p:sldId xmlns:r="http://schemas.openxmlformats.org/officeDocument/2006/relationships" id="281" r:id="Red99a23a3a7140c4"/>
    <p:sldId xmlns:r="http://schemas.openxmlformats.org/officeDocument/2006/relationships" id="282" r:id="R6c8d78d4ba6b4e60"/>
    <p:sldId xmlns:r="http://schemas.openxmlformats.org/officeDocument/2006/relationships" id="283" r:id="R6871a74f52cf4cd6"/>
    <p:sldId xmlns:r="http://schemas.openxmlformats.org/officeDocument/2006/relationships" id="284" r:id="R6f7cac21eab340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a722033714d7d" /><Relationship Type="http://schemas.openxmlformats.org/officeDocument/2006/relationships/theme" Target="/ppt/theme/theme1.xml" Id="R9cbb2dc282114c52" /><Relationship Type="http://schemas.openxmlformats.org/officeDocument/2006/relationships/notesMaster" Target="/ppt/notesMasters/notesMaster1.xml" Id="Rb77343c4cd9c48f1" /><Relationship Type="http://schemas.openxmlformats.org/officeDocument/2006/relationships/presProps" Target="/ppt/presProps.xml" Id="R5f23bd47fa2745cb" /><Relationship Type="http://schemas.openxmlformats.org/officeDocument/2006/relationships/viewProps" Target="/ppt/viewProps.xml" Id="Rf2d6fb9165614592" /><Relationship Type="http://schemas.openxmlformats.org/officeDocument/2006/relationships/tableStyles" Target="/ppt/tableStyles.xml" Id="R68cf0e7b5f1c40ce" /><Relationship Type="http://schemas.openxmlformats.org/officeDocument/2006/relationships/slide" Target="/ppt/slides/slide1.xml" Id="R579f2da0e4504daf" /><Relationship Type="http://schemas.openxmlformats.org/officeDocument/2006/relationships/slide" Target="/ppt/slides/slide2.xml" Id="R8fe4c33f18764798" /><Relationship Type="http://schemas.openxmlformats.org/officeDocument/2006/relationships/slide" Target="/ppt/slides/slide3.xml" Id="Reb270d851e684585" /><Relationship Type="http://schemas.openxmlformats.org/officeDocument/2006/relationships/slide" Target="/ppt/slides/slide4.xml" Id="R4404560451f64b0a" /><Relationship Type="http://schemas.openxmlformats.org/officeDocument/2006/relationships/slide" Target="/ppt/slides/slide5.xml" Id="Rb795fd6b6cc0402f" /><Relationship Type="http://schemas.openxmlformats.org/officeDocument/2006/relationships/slide" Target="/ppt/slides/slide6.xml" Id="Ra0ad31bacfcd4e28" /><Relationship Type="http://schemas.openxmlformats.org/officeDocument/2006/relationships/slide" Target="/ppt/slides/slide7.xml" Id="R5698464463a14a72" /><Relationship Type="http://schemas.openxmlformats.org/officeDocument/2006/relationships/slide" Target="/ppt/slides/slide8.xml" Id="R79f831caa6e54174" /><Relationship Type="http://schemas.openxmlformats.org/officeDocument/2006/relationships/slide" Target="/ppt/slides/slide9.xml" Id="Rad2ea3f18acb4f8a" /><Relationship Type="http://schemas.openxmlformats.org/officeDocument/2006/relationships/slide" Target="/ppt/slides/slide10.xml" Id="R346408b0d96b4000" /><Relationship Type="http://schemas.openxmlformats.org/officeDocument/2006/relationships/slide" Target="/ppt/slides/slide11.xml" Id="R93a38b7c2bcd4581" /><Relationship Type="http://schemas.openxmlformats.org/officeDocument/2006/relationships/slide" Target="/ppt/slides/slide12.xml" Id="Rfa05c54112634aad" /><Relationship Type="http://schemas.openxmlformats.org/officeDocument/2006/relationships/slide" Target="/ppt/slides/slide13.xml" Id="R5a1b0d1cb94a4cfe" /><Relationship Type="http://schemas.openxmlformats.org/officeDocument/2006/relationships/slide" Target="/ppt/slides/slide14.xml" Id="R238c3f85a041472a" /><Relationship Type="http://schemas.openxmlformats.org/officeDocument/2006/relationships/slide" Target="/ppt/slides/slide15.xml" Id="R108138d2b0554dcc" /><Relationship Type="http://schemas.openxmlformats.org/officeDocument/2006/relationships/slide" Target="/ppt/slides/slide16.xml" Id="R4527e029724d440e" /><Relationship Type="http://schemas.openxmlformats.org/officeDocument/2006/relationships/slide" Target="/ppt/slides/slide17.xml" Id="Rcf811dc7d1394c94" /><Relationship Type="http://schemas.openxmlformats.org/officeDocument/2006/relationships/slide" Target="/ppt/slides/slide18.xml" Id="R36f62a5871034a7a" /><Relationship Type="http://schemas.openxmlformats.org/officeDocument/2006/relationships/slide" Target="/ppt/slides/slide19.xml" Id="R11239be24141453f" /><Relationship Type="http://schemas.openxmlformats.org/officeDocument/2006/relationships/slide" Target="/ppt/slides/slide20.xml" Id="R0d6fbb67f84a4098" /><Relationship Type="http://schemas.openxmlformats.org/officeDocument/2006/relationships/slide" Target="/ppt/slides/slide21.xml" Id="Ref2fd81883bb4ae8" /><Relationship Type="http://schemas.openxmlformats.org/officeDocument/2006/relationships/slide" Target="/ppt/slides/slide22.xml" Id="R4c02132d704a4710" /><Relationship Type="http://schemas.openxmlformats.org/officeDocument/2006/relationships/slide" Target="/ppt/slides/slide23.xml" Id="Rf492777aa4e14c72" /><Relationship Type="http://schemas.openxmlformats.org/officeDocument/2006/relationships/slide" Target="/ppt/slides/slide24.xml" Id="R14e1ba0aa2bb44d5" /><Relationship Type="http://schemas.openxmlformats.org/officeDocument/2006/relationships/slide" Target="/ppt/slides/slide25.xml" Id="R1c448f1b24b447e2" /><Relationship Type="http://schemas.openxmlformats.org/officeDocument/2006/relationships/slide" Target="/ppt/slides/slide26.xml" Id="Red99a23a3a7140c4" /><Relationship Type="http://schemas.openxmlformats.org/officeDocument/2006/relationships/slide" Target="/ppt/slides/slide27.xml" Id="R6c8d78d4ba6b4e60" /><Relationship Type="http://schemas.openxmlformats.org/officeDocument/2006/relationships/slide" Target="/ppt/slides/slide28.xml" Id="R6871a74f52cf4cd6" /><Relationship Type="http://schemas.openxmlformats.org/officeDocument/2006/relationships/slide" Target="/ppt/slides/slide29.xml" Id="R6f7cac21eab340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c50aa53f394e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b4d7fa4f9456a" /><Relationship Type="http://schemas.openxmlformats.org/officeDocument/2006/relationships/notesMaster" Target="/ppt/notesMasters/notesMaster1.xml" Id="R8a1cc132c316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98fbec21640d1" /><Relationship Type="http://schemas.openxmlformats.org/officeDocument/2006/relationships/notesMaster" Target="/ppt/notesMasters/notesMaster1.xml" Id="Rfb75a694ac5740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56372f5da94326" /><Relationship Type="http://schemas.openxmlformats.org/officeDocument/2006/relationships/notesMaster" Target="/ppt/notesMasters/notesMaster1.xml" Id="R26ced4dbe6134f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73b4a493864675" /><Relationship Type="http://schemas.openxmlformats.org/officeDocument/2006/relationships/notesMaster" Target="/ppt/notesMasters/notesMaster1.xml" Id="Re58a637b698d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defb33513c4ee6" /><Relationship Type="http://schemas.openxmlformats.org/officeDocument/2006/relationships/notesMaster" Target="/ppt/notesMasters/notesMaster1.xml" Id="Rcf06057b8a5f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d2a1fe335423b" /><Relationship Type="http://schemas.openxmlformats.org/officeDocument/2006/relationships/notesMaster" Target="/ppt/notesMasters/notesMaster1.xml" Id="R5c2ea38f182d4e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7556bc7d14272" /><Relationship Type="http://schemas.openxmlformats.org/officeDocument/2006/relationships/notesMaster" Target="/ppt/notesMasters/notesMaster1.xml" Id="R03473635c7f946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6ccb6c70464160" /><Relationship Type="http://schemas.openxmlformats.org/officeDocument/2006/relationships/notesMaster" Target="/ppt/notesMasters/notesMaster1.xml" Id="Rca37db1df316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3ab8ff898483a" /><Relationship Type="http://schemas.openxmlformats.org/officeDocument/2006/relationships/notesMaster" Target="/ppt/notesMasters/notesMaster1.xml" Id="R5d9a7de693e647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7b61ea280a4579" /><Relationship Type="http://schemas.openxmlformats.org/officeDocument/2006/relationships/notesMaster" Target="/ppt/notesMasters/notesMaster1.xml" Id="R6dff87dac0244f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a33273bf8444fe" /><Relationship Type="http://schemas.openxmlformats.org/officeDocument/2006/relationships/notesMaster" Target="/ppt/notesMasters/notesMaster1.xml" Id="Rd3055dda21904d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451d3fa6e4822" /><Relationship Type="http://schemas.openxmlformats.org/officeDocument/2006/relationships/notesMaster" Target="/ppt/notesMasters/notesMaster1.xml" Id="R45da495ddb6140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90e27680654ce6" /><Relationship Type="http://schemas.openxmlformats.org/officeDocument/2006/relationships/notesMaster" Target="/ppt/notesMasters/notesMaster1.xml" Id="Re979e6d1774944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04635aa7b54f28" /><Relationship Type="http://schemas.openxmlformats.org/officeDocument/2006/relationships/notesMaster" Target="/ppt/notesMasters/notesMaster1.xml" Id="R1cefff04faa2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2696ec47194a19" /><Relationship Type="http://schemas.openxmlformats.org/officeDocument/2006/relationships/notesMaster" Target="/ppt/notesMasters/notesMaster1.xml" Id="Rd32b99ffbbed4a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e818708c514bbe" /><Relationship Type="http://schemas.openxmlformats.org/officeDocument/2006/relationships/notesMaster" Target="/ppt/notesMasters/notesMaster1.xml" Id="R269f359547bc47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423b75abb842cd" /><Relationship Type="http://schemas.openxmlformats.org/officeDocument/2006/relationships/notesMaster" Target="/ppt/notesMasters/notesMaster1.xml" Id="R0e47cb9cb11c4a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cbb8766c02473b" /><Relationship Type="http://schemas.openxmlformats.org/officeDocument/2006/relationships/notesMaster" Target="/ppt/notesMasters/notesMaster1.xml" Id="Rac0d5a98f88646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896d6890264d10" /><Relationship Type="http://schemas.openxmlformats.org/officeDocument/2006/relationships/notesMaster" Target="/ppt/notesMasters/notesMaster1.xml" Id="Rbc62a052b7a54a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0a7618e4204f3b" /><Relationship Type="http://schemas.openxmlformats.org/officeDocument/2006/relationships/notesMaster" Target="/ppt/notesMasters/notesMaster1.xml" Id="R3e93461c28b341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dacb0076a64264" /><Relationship Type="http://schemas.openxmlformats.org/officeDocument/2006/relationships/notesMaster" Target="/ppt/notesMasters/notesMaster1.xml" Id="Rb29d37f30e2249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e41133dddb47e9" /><Relationship Type="http://schemas.openxmlformats.org/officeDocument/2006/relationships/notesMaster" Target="/ppt/notesMasters/notesMaster1.xml" Id="Rac189a4c18404e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29d2ce6a1c4ae0" /><Relationship Type="http://schemas.openxmlformats.org/officeDocument/2006/relationships/notesMaster" Target="/ppt/notesMasters/notesMaster1.xml" Id="R17d02c43788c43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abc1fea6d44574" /><Relationship Type="http://schemas.openxmlformats.org/officeDocument/2006/relationships/notesMaster" Target="/ppt/notesMasters/notesMaster1.xml" Id="R9837eea2aa1544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8ba19eadaf4d5f" /><Relationship Type="http://schemas.openxmlformats.org/officeDocument/2006/relationships/notesMaster" Target="/ppt/notesMasters/notesMaster1.xml" Id="Rf1526cdeca444a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eea1d758b444356" /><Relationship Type="http://schemas.openxmlformats.org/officeDocument/2006/relationships/notesMaster" Target="/ppt/notesMasters/notesMaster1.xml" Id="Rde48af4c3cb746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9fa585da124d9a" /><Relationship Type="http://schemas.openxmlformats.org/officeDocument/2006/relationships/notesMaster" Target="/ppt/notesMasters/notesMaster1.xml" Id="R4d578c5095f2424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4799b887c848d2" /><Relationship Type="http://schemas.openxmlformats.org/officeDocument/2006/relationships/notesMaster" Target="/ppt/notesMasters/notesMaster1.xml" Id="Radb0d62ff5df40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e313be97e94670" /><Relationship Type="http://schemas.openxmlformats.org/officeDocument/2006/relationships/notesMaster" Target="/ppt/notesMasters/notesMaster1.xml" Id="R6a6591022ac5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28c27993242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53d53446d46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af9042dcf40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e865b54c40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863a309bf40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969af78c04a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440a6a9824b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dfef8b43f48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017b0e2124e2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3b4feb6db4aa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4970e1c0d455c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9774c768444b74" /><Relationship Type="http://schemas.openxmlformats.org/officeDocument/2006/relationships/slideLayout" Target="/ppt/slideLayouts/slideLayout2.xml" Id="Ra0f30ee29ab741a0" /><Relationship Type="http://schemas.openxmlformats.org/officeDocument/2006/relationships/slideLayout" Target="/ppt/slideLayouts/slideLayout3.xml" Id="R28deee5ebe0d4936" /><Relationship Type="http://schemas.openxmlformats.org/officeDocument/2006/relationships/slideLayout" Target="/ppt/slideLayouts/slideLayout4.xml" Id="R988cb13596fc4157" /><Relationship Type="http://schemas.openxmlformats.org/officeDocument/2006/relationships/slideLayout" Target="/ppt/slideLayouts/slideLayout5.xml" Id="Rb64ed38f93804587" /><Relationship Type="http://schemas.openxmlformats.org/officeDocument/2006/relationships/slideLayout" Target="/ppt/slideLayouts/slideLayout6.xml" Id="Reb19ec6e47c54f44" /><Relationship Type="http://schemas.openxmlformats.org/officeDocument/2006/relationships/slideLayout" Target="/ppt/slideLayouts/slideLayout7.xml" Id="Ra8a58102afa841c9" /><Relationship Type="http://schemas.openxmlformats.org/officeDocument/2006/relationships/slideLayout" Target="/ppt/slideLayouts/slideLayout8.xml" Id="Rc08dda3a833a4b2b" /><Relationship Type="http://schemas.openxmlformats.org/officeDocument/2006/relationships/slideLayout" Target="/ppt/slideLayouts/slideLayout9.xml" Id="R9e1db4c2b30f4e1e" /><Relationship Type="http://schemas.openxmlformats.org/officeDocument/2006/relationships/slideLayout" Target="/ppt/slideLayouts/slideLayout10.xml" Id="R93cdc58a089244ee" /><Relationship Type="http://schemas.openxmlformats.org/officeDocument/2006/relationships/slideLayout" Target="/ppt/slideLayouts/slideLayout11.xml" Id="Rceb0183195064d6f" /><Relationship Type="http://schemas.openxmlformats.org/officeDocument/2006/relationships/slideLayout" Target="/ppt/slideLayouts/slideLayout12.xml" Id="Rb3efe246272b4e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f30ee29ab741a0"/>
    <p:sldLayoutId xmlns:r="http://schemas.openxmlformats.org/officeDocument/2006/relationships" id="2147483650" r:id="R28deee5ebe0d4936"/>
    <p:sldLayoutId xmlns:r="http://schemas.openxmlformats.org/officeDocument/2006/relationships" id="2147483651" r:id="R988cb13596fc4157"/>
    <p:sldLayoutId xmlns:r="http://schemas.openxmlformats.org/officeDocument/2006/relationships" id="2147483652" r:id="Rb64ed38f93804587"/>
    <p:sldLayoutId xmlns:r="http://schemas.openxmlformats.org/officeDocument/2006/relationships" id="2147483653" r:id="Reb19ec6e47c54f44"/>
    <p:sldLayoutId xmlns:r="http://schemas.openxmlformats.org/officeDocument/2006/relationships" id="2147483654" r:id="Ra8a58102afa841c9"/>
    <p:sldLayoutId xmlns:r="http://schemas.openxmlformats.org/officeDocument/2006/relationships" id="2147483655" r:id="Rc08dda3a833a4b2b"/>
    <p:sldLayoutId xmlns:r="http://schemas.openxmlformats.org/officeDocument/2006/relationships" id="2147483656" r:id="R9e1db4c2b30f4e1e"/>
    <p:sldLayoutId xmlns:r="http://schemas.openxmlformats.org/officeDocument/2006/relationships" id="2147483657" r:id="R93cdc58a089244ee"/>
    <p:sldLayoutId xmlns:r="http://schemas.openxmlformats.org/officeDocument/2006/relationships" id="2147483658" r:id="Rceb0183195064d6f"/>
    <p:sldLayoutId xmlns:r="http://schemas.openxmlformats.org/officeDocument/2006/relationships" id="2147483659" r:id="Rb3efe246272b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889606a928440d" /><Relationship Type="http://schemas.openxmlformats.org/officeDocument/2006/relationships/image" Target="/ppt/media/image.png" Id="R6669d7c46bf747e2" /><Relationship Type="http://schemas.openxmlformats.org/officeDocument/2006/relationships/image" Target="/ppt/media/image2.png" Id="Ra9278cac4b894515" /><Relationship Type="http://schemas.openxmlformats.org/officeDocument/2006/relationships/notesSlide" Target="/ppt/notesSlides/notesSlide1.xml" Id="R10e06566982e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3fa3e12e54326" /><Relationship Type="http://schemas.openxmlformats.org/officeDocument/2006/relationships/image" Target="/ppt/media/image2.png" Id="R5236469caa354d71" /><Relationship Type="http://schemas.openxmlformats.org/officeDocument/2006/relationships/notesSlide" Target="/ppt/notesSlides/notesSlide2.xml" Id="R45978cb072b6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61e3d8be824793" /><Relationship Type="http://schemas.openxmlformats.org/officeDocument/2006/relationships/image" Target="/ppt/media/image2.png" Id="R8c4392d7867f4758" /><Relationship Type="http://schemas.openxmlformats.org/officeDocument/2006/relationships/notesSlide" Target="/ppt/notesSlides/notesSlide3.xml" Id="Rd6ea7095db5b41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be948ae0154860" /><Relationship Type="http://schemas.openxmlformats.org/officeDocument/2006/relationships/image" Target="/ppt/media/image3.png" Id="R3ea9ab33cb7b483f" /><Relationship Type="http://schemas.openxmlformats.org/officeDocument/2006/relationships/notesSlide" Target="/ppt/notesSlides/notesSlide4.xml" Id="R3ab0a0b6f6994b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31ec96494440dd" /><Relationship Type="http://schemas.openxmlformats.org/officeDocument/2006/relationships/image" Target="/ppt/media/image3.png" Id="R85bbb910f32e4289" /><Relationship Type="http://schemas.openxmlformats.org/officeDocument/2006/relationships/notesSlide" Target="/ppt/notesSlides/notesSlide5.xml" Id="Rdaa2ab1fadb6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13c359386d4503" /><Relationship Type="http://schemas.openxmlformats.org/officeDocument/2006/relationships/image" Target="/ppt/media/image2.png" Id="R8489c2e841a142bb" /><Relationship Type="http://schemas.openxmlformats.org/officeDocument/2006/relationships/notesSlide" Target="/ppt/notesSlides/notesSlide6.xml" Id="Refe495efe1f34a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4a42604dbd4571" /><Relationship Type="http://schemas.openxmlformats.org/officeDocument/2006/relationships/image" Target="/ppt/media/image3.png" Id="Ra3e27f42cae4463c" /><Relationship Type="http://schemas.openxmlformats.org/officeDocument/2006/relationships/notesSlide" Target="/ppt/notesSlides/notesSlide7.xml" Id="R321a45cfe70b46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cfcbb7736645cb" /><Relationship Type="http://schemas.openxmlformats.org/officeDocument/2006/relationships/image" Target="/ppt/media/image3.png" Id="Ra5cd1858e15d444c" /><Relationship Type="http://schemas.openxmlformats.org/officeDocument/2006/relationships/notesSlide" Target="/ppt/notesSlides/notesSlide8.xml" Id="Rb6e6006457b14b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101a6fc67c4604" /><Relationship Type="http://schemas.openxmlformats.org/officeDocument/2006/relationships/image" Target="/ppt/media/image3.png" Id="R7f000677fd9b433c" /><Relationship Type="http://schemas.openxmlformats.org/officeDocument/2006/relationships/notesSlide" Target="/ppt/notesSlides/notesSlide9.xml" Id="R0e3ee071a33146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df37276ee641d8" /><Relationship Type="http://schemas.openxmlformats.org/officeDocument/2006/relationships/image" Target="/ppt/media/image2.png" Id="R5e56c7ca59f34f42" /><Relationship Type="http://schemas.openxmlformats.org/officeDocument/2006/relationships/notesSlide" Target="/ppt/notesSlides/notesSlide10.xml" Id="Rd864c4858b714a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ff6e9cd9994c0c" /><Relationship Type="http://schemas.openxmlformats.org/officeDocument/2006/relationships/image" Target="/ppt/media/image3.png" Id="R878f40ca11894132" /><Relationship Type="http://schemas.openxmlformats.org/officeDocument/2006/relationships/notesSlide" Target="/ppt/notesSlides/notesSlide11.xml" Id="Rc99696b09fee41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a5a8d9900546e4" /><Relationship Type="http://schemas.openxmlformats.org/officeDocument/2006/relationships/image" Target="/ppt/media/image3.png" Id="R4a9cd4323d03494f" /><Relationship Type="http://schemas.openxmlformats.org/officeDocument/2006/relationships/notesSlide" Target="/ppt/notesSlides/notesSlide12.xml" Id="Rf301b057956642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d5aa40dd064722" /><Relationship Type="http://schemas.openxmlformats.org/officeDocument/2006/relationships/image" Target="/ppt/media/image3.png" Id="R3e00fdc204644ef3" /><Relationship Type="http://schemas.openxmlformats.org/officeDocument/2006/relationships/notesSlide" Target="/ppt/notesSlides/notesSlide13.xml" Id="R63d77d7a006143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5b9c0a3c6f414e" /><Relationship Type="http://schemas.openxmlformats.org/officeDocument/2006/relationships/image" Target="/ppt/media/image3.png" Id="Rd89ad584db084f30" /><Relationship Type="http://schemas.openxmlformats.org/officeDocument/2006/relationships/notesSlide" Target="/ppt/notesSlides/notesSlide14.xml" Id="Rf8c0d12c8d8b41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d214990b7d4b7c" /><Relationship Type="http://schemas.openxmlformats.org/officeDocument/2006/relationships/image" Target="/ppt/media/image3.png" Id="Rf6db820e7fe74e75" /><Relationship Type="http://schemas.openxmlformats.org/officeDocument/2006/relationships/notesSlide" Target="/ppt/notesSlides/notesSlide15.xml" Id="R5465fc78ddab4a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d863b572024849" /><Relationship Type="http://schemas.openxmlformats.org/officeDocument/2006/relationships/image" Target="/ppt/media/image3.png" Id="Rf068479076884da2" /><Relationship Type="http://schemas.openxmlformats.org/officeDocument/2006/relationships/notesSlide" Target="/ppt/notesSlides/notesSlide16.xml" Id="Rd71a61dd3dcd4e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7ca130c2784b30" /><Relationship Type="http://schemas.openxmlformats.org/officeDocument/2006/relationships/image" Target="/ppt/media/image3.png" Id="R5913e643db7b4564" /><Relationship Type="http://schemas.openxmlformats.org/officeDocument/2006/relationships/notesSlide" Target="/ppt/notesSlides/notesSlide17.xml" Id="R9274d3ab0be24a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5270ebbb784147" /><Relationship Type="http://schemas.openxmlformats.org/officeDocument/2006/relationships/image" Target="/ppt/media/image3.png" Id="Rbf06085766f04ef4" /><Relationship Type="http://schemas.openxmlformats.org/officeDocument/2006/relationships/notesSlide" Target="/ppt/notesSlides/notesSlide18.xml" Id="R7720f0dadbc945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51eba8f93b4cd4" /><Relationship Type="http://schemas.openxmlformats.org/officeDocument/2006/relationships/image" Target="/ppt/media/image3.png" Id="Rcf275ac05b854c85" /><Relationship Type="http://schemas.openxmlformats.org/officeDocument/2006/relationships/notesSlide" Target="/ppt/notesSlides/notesSlide19.xml" Id="Raa6b26912eb74c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27b88a317524199" /><Relationship Type="http://schemas.openxmlformats.org/officeDocument/2006/relationships/image" Target="/ppt/media/image3.png" Id="R7e1fea23640c40de" /><Relationship Type="http://schemas.openxmlformats.org/officeDocument/2006/relationships/notesSlide" Target="/ppt/notesSlides/notesSlide20.xml" Id="R8381ba0ac6d84a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dc658dcff94ee9" /><Relationship Type="http://schemas.openxmlformats.org/officeDocument/2006/relationships/image" Target="/ppt/media/image3.png" Id="R693e765364f74282" /><Relationship Type="http://schemas.openxmlformats.org/officeDocument/2006/relationships/notesSlide" Target="/ppt/notesSlides/notesSlide21.xml" Id="R1dcb3a51a17444b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83a2fa58cf14475" /><Relationship Type="http://schemas.openxmlformats.org/officeDocument/2006/relationships/image" Target="/ppt/media/image3.png" Id="R10069a7768e34887" /><Relationship Type="http://schemas.openxmlformats.org/officeDocument/2006/relationships/notesSlide" Target="/ppt/notesSlides/notesSlide22.xml" Id="R095755abfbd449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1bcacdad894673" /><Relationship Type="http://schemas.openxmlformats.org/officeDocument/2006/relationships/image" Target="/ppt/media/image3.png" Id="Rc40f5ef41d6643a1" /><Relationship Type="http://schemas.openxmlformats.org/officeDocument/2006/relationships/notesSlide" Target="/ppt/notesSlides/notesSlide23.xml" Id="R9b4753b3efdc45f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29ad8d5ad24188" /><Relationship Type="http://schemas.openxmlformats.org/officeDocument/2006/relationships/image" Target="/ppt/media/image3.png" Id="R427ef3338749453a" /><Relationship Type="http://schemas.openxmlformats.org/officeDocument/2006/relationships/notesSlide" Target="/ppt/notesSlides/notesSlide24.xml" Id="R1ccfe772937f4a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ef434fc25941b5" /><Relationship Type="http://schemas.openxmlformats.org/officeDocument/2006/relationships/image" Target="/ppt/media/image2.png" Id="Rccf4ca87d996480b" /><Relationship Type="http://schemas.openxmlformats.org/officeDocument/2006/relationships/notesSlide" Target="/ppt/notesSlides/notesSlide25.xml" Id="R3fdce0ff9e0048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289d58f93341c3" /><Relationship Type="http://schemas.openxmlformats.org/officeDocument/2006/relationships/image" Target="/ppt/media/image3.png" Id="R3edcd2bc104541af" /><Relationship Type="http://schemas.openxmlformats.org/officeDocument/2006/relationships/notesSlide" Target="/ppt/notesSlides/notesSlide26.xml" Id="Re5b6397c060048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ad049ec0b54e47" /><Relationship Type="http://schemas.openxmlformats.org/officeDocument/2006/relationships/image" Target="/ppt/media/image3.png" Id="Rc0fd64d61e6a4307" /><Relationship Type="http://schemas.openxmlformats.org/officeDocument/2006/relationships/notesSlide" Target="/ppt/notesSlides/notesSlide27.xml" Id="R27541dd84aa1429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afe0cfffcd4789" /><Relationship Type="http://schemas.openxmlformats.org/officeDocument/2006/relationships/image" Target="/ppt/media/image3.png" Id="R9ef1dee0ed024f21" /><Relationship Type="http://schemas.openxmlformats.org/officeDocument/2006/relationships/notesSlide" Target="/ppt/notesSlides/notesSlide28.xml" Id="R8d836cede06947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ca0a397fdd4e85" /><Relationship Type="http://schemas.openxmlformats.org/officeDocument/2006/relationships/image" Target="/ppt/media/image2.png" Id="Ra125843aacf34742" /><Relationship Type="http://schemas.openxmlformats.org/officeDocument/2006/relationships/notesSlide" Target="/ppt/notesSlides/notesSlide29.xml" Id="R1e5e489fc5874d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9d7c46bf747e2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78cac4b89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6469caa35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392d7867f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9ab33cb7b48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FB01E1-D35B-41C6-A838-5D8BAE4F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DCF8E7-9357-41BA-8874-E60A099B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7E855C-9B15-4721-B4F5-B1D95EA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F7ED29-6CE0-419A-B366-F9C6BBE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D0655F-9F87-401F-A6B0-8200957C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32B1EF-7373-433E-9505-502FF55D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203B7-0582-4402-8691-26D6BF9D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90BF9B-7A49-48C8-A466-91F5039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C2BAC2-3854-454B-AD26-3F77123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C192BB-35F0-4389-B960-7CADBDC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6B08F0-5200-46AB-B36A-D2211590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0A03C6-3AB5-4AE4-A0F4-F02AF4C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31BAE7-2411-4C53-97A4-24194064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216AC9-2D08-4682-85DD-FCD9371E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C30A2F-1EF8-4DB3-89ED-7FDF4D4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963C7A-6287-433F-9544-7060A20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bb910f32e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98B3C9-0482-4DEC-AAAD-DBCFFF3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F8A065-EE20-49C9-AC12-0E161064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6D38D2-A5FB-4F8C-8684-EF21682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954D1F-9C75-491E-A441-CB8654BF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B90ED2-8226-49D7-8CCC-57D3A6E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12BB61-4B94-4246-8B81-32173A2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CCC440-D819-46E3-B15B-31BDFE00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0B279B-6281-4A15-B30A-D73D2372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2EDD5-1FA6-4CC4-B510-7358421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8FFB0C-2A58-4396-ADBA-60BE7A8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A172DA-C10E-4D2B-9FE2-067BD190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0A5C61-FFBE-4029-ADA0-D2786C5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60D4CF-B545-444B-8C7C-FCB39603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7A93BF-410C-4E58-92C0-22CE7E26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3681E3-CB80-4B96-B54E-5E9DD0A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87FBD9-D75B-4404-A8B5-EEFA52A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E29ED4-BFA1-4247-AC60-A45D9BEF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309624-AE68-4C06-8B2C-85D3001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CED474-3829-443F-BD5A-8E548124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DDE377-2B95-4047-812C-9429BF76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0B9A10-2F93-4DFA-9128-21B8BD16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B1EB73-65CF-44BA-B4D8-B1D09C5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F8561B-8250-47C0-A801-4BD44C0B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8AACAE-64BF-466F-8908-93ECD97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433BA9-F89B-413B-8B7A-A3B7759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8408B8-750F-4F8B-8D2C-E6885764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c2e841a1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27f42cae4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439D52-A91B-468B-B2A0-3B4619B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FDDA04-FB0F-4C63-BB9B-CFC4F517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3F6613-C52D-4F09-8FFC-B2699E2F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EB5A4E-B111-43A8-9890-08769D9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298261-B0B1-42BD-AD33-4D65C611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C5F106-921E-41E7-B329-BCD905C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53F77B-F8B6-4FB9-9BD5-DF0FF2E4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18AE19-85A5-4DB8-BFE5-AEB2A17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30968B-6C15-49ED-BE6D-D8FB83F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0261EB-D091-491F-A5BB-23000BD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C0F2A9-C92F-4FC0-84DC-78543980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E9CA03-0C78-4C7A-BCC0-43A3BF4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AA16F7-50C9-4227-ABF8-334B2112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0DC708-5DF9-4515-AEB6-7F0EABF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ACB832-DF4F-40D8-B689-2CBB820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E4458C-E400-4AA5-8961-25CCC05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3CB57D-0DEF-4BB2-A1FA-36D2227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AF54C5-746D-4349-8B70-2FC9BA4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EB5340-12BA-4B83-AAC1-ACBFD21D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5289EF-7CC3-4921-A924-C6530F65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0B6880-161E-40A5-928A-12E71E8B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FB7001-6AB6-4DF7-B75C-8DF861D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D440F2-FD8C-468D-A44C-5813E6B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8EAC17-276A-4E03-ABFC-6E1C7ED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CC0A9F-E1A2-4A0D-AA5C-ECF54C3C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31150C-2744-426C-A9D8-45F270F7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2B462E-4345-4FBF-A0F5-58A37FF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1C2D79-2204-4801-95B1-B7EAE7B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7BF891-47BD-460D-825F-D8A71B23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09A172C-66EB-4D21-844B-4223E9C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C94B82-CB90-443E-928D-7773565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A162F1-12B2-4714-AEE7-35FD02C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8D4A17-A894-44CA-9EF7-BD0BF36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DB6A45-DA23-4A93-A6C2-E5B5A7A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59789B-C776-4ADE-A460-6FCF759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6FEA58-2B18-4189-82EC-F257813C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293E2D-1854-4881-8804-6732D904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D979C2-6220-4E27-A3E7-7BB5141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CCD70C-EFBA-4A2D-B391-1C677BA1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540371-12EA-447B-8BCF-40F9DDF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6F753BB-2F23-4333-B5C9-E43F3CD3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AD095BB-D296-42BB-B848-3E57E50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D58B08-8090-4EF6-9035-41DDEE39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6AE071-BB25-43A9-9E36-34305133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2EA5F6-27A0-4B72-AD4B-0EF608DF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67C62B-5114-47C2-928C-F10C3BD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4274D4-731C-45B1-9FAE-69781E36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d1858e15d44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363A50B-599F-4C64-A214-F8552830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9CCA9E7-0A9B-4A98-AA77-7E98B37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097BB29-E516-49C9-A654-1EF4EAB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BABD350-C3DB-4F61-99B3-9C90EC5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5D1D28A-FB91-4715-94CC-B014CF7A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6A79372-B89D-4EBF-A931-DF20E60D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E519D1B-2364-4B21-AE05-5D767451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7EBDE87-DF4D-4CE4-BF00-E0479109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63542C1-DB30-4054-82AC-6BAB66FA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3E45B8-EB91-4582-8A61-8D0582F6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853A34B-04C8-4F31-B3CF-01CDE325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96F7DA3-AE80-49D5-8DB4-FE636A21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316D076-1B77-4CB2-8AAC-4D49B73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CEDF9AC-00FD-4A19-8804-145494D0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7E2DBB5-0B06-4D57-B4CB-C7FD5B6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60B8073-DF7E-4A91-A217-AF9BBB3C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57ACF46-9FB5-4171-BD18-FC822EBA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974CD06-CFF4-4DBA-99A5-F936F99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7BE1624-4FB5-4B24-AAEC-509E8A5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3D46E92-DF51-4E69-9470-3E99090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06E0839-EDF7-4D5B-A512-24C1AB06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9DAB30D-A411-4163-8A6F-D3A5A895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7433572-53E6-4724-8497-3B4D044F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5227E04-6D62-47EF-BE91-FDF19B5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00677fd9b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4CB4FFC-9F0C-4239-9403-CB9DEA7A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4933EF-84F7-4517-BA94-9A03BC1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00D140-1255-45FB-A185-3AB9BB1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26D8368-C8C3-48DD-978B-EC1E060C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AB1683-BB78-4C0A-BCE6-3EA3E809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0E0BA8-2F07-4EA9-AF6E-C9F883B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3BA5FD6-5F84-41F0-8A8E-E5B0C6E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062FA6-28E0-4762-B476-1301A399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7131225-ECF7-4414-AE12-89B295F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9A857D7-D695-40FC-8149-44655A85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86DA9CB-B2B0-4B52-AEB7-C9A25B7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9108779-4686-4ACA-A003-7FC4EF2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DCA197-797F-4D2B-B03F-663082A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055353-0C9A-4BED-BC23-EBD91E7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9DE2B9-59BA-42D3-9888-AF6ED1E1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AC3E829-55D3-4C96-8CEE-7308BF0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F611412-211E-4BDC-BEBD-50EBE8AF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E087626-271C-4F68-A8FF-7FC96800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6c7ca59f34f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f40ca1189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BEB5211-ACD8-486E-818E-6A106F0C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A25712F-372E-4FC1-8DD8-541BD920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67F359-29B8-4539-BDAB-64C31F9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BA5430-EE4A-42C6-9B9C-90BE3AF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164616A-0527-43C8-9168-C9E628F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DC3FFD-109E-446E-8DD8-342B449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98FA8B-10C1-4AF7-8A93-67A488AB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E75D65-BE0E-434B-BEB7-B77AE2F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E53B41-A606-4045-B30F-DEF56184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4BC96B-D637-485E-B5B6-74C4C00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53BA337-6F68-4396-A929-3213F3D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F80BB58-9EA0-482C-8B4D-33161C5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6F6607D-E72A-411E-8ED8-82D8DF6B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4B7AA17-2C9C-4552-93C6-085AB5A5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61DC9DE-2AA0-4A66-B406-AF422F2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6A94A9-9DE4-4BE9-AFC6-FA4EEC8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cd4323d0349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25E40E-B0C0-4D68-8468-96F084BA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E2C7DC-CE4E-4EB9-84B0-E87220B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3833AD-575F-48CE-952C-3D8138A3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BF21157-01BE-412A-9301-9074892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225338-D164-479F-83C5-18EDF1AE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86C1DB-8CAF-42EA-8171-1C444224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5BBBD47-F470-4377-950D-8DF2ADD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332A27-7306-4A4C-B5E6-F54CF74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40D6C4-E2A4-4EAF-95DB-BD54B5F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A32CA3-1AD3-4E70-99DC-C15B66DE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3E5247-A88B-4F13-ACF5-8F3976FE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25DC22-15C8-4D18-BF34-40BFF42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D49FE04-6D26-4FCE-BBA6-D3DD753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448B1E9-7300-4C51-B009-A059A265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9FCE935-B0C9-482D-9C8E-B2A714FD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E88E99-0D48-4234-9693-A43A77E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D0E1DD2-FE45-4151-935A-CBB4EF7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CF9C1A-0DD7-4C3C-B174-EA649F90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34EBF2-8CA5-45A9-A7FA-C4AFF3A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0D6577-1C43-4514-ACBE-6323331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441654-9348-4B5A-A8D7-6F9E1420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67A6E0C-CA2A-4386-B6B2-03487473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701F72-9B22-486D-BF29-916340AD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62DA64C-AE13-43E3-9DD0-D73FFD30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E23379-2CF8-46A4-8E57-789879E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E4AD31-EE65-40DA-8691-13F0722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59B2E7F-17D4-41FB-BC73-787D328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7835993-4E3C-4508-9CD4-6DE664D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07A855-FF27-4720-A90E-C56446B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6A1BF4-49E0-4017-BB89-07E7491E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D4BC51-8AF6-4BFD-85A2-ED2386C5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F5BF4B4-F561-496F-B438-7A5EAA34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671D587-673C-4829-BA46-5A13D43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455CC13-5A05-4BE7-832A-4E7FB28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A18D3BC-8943-4AD4-82DC-02E0D0F5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0fdc20464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DD9FBE-4B13-444C-AB83-F9389B3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006F40-D368-40A7-B42D-0AAF520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EDC33F-D427-4565-835C-6E0CDD4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F1E702-3B62-4C67-961B-045D882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C5949F-F8A0-4BA7-8C68-534AC4A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74B1EA-5C7D-4D50-BBB8-74F0A18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DBCEB8-7565-4A53-B3D4-D6BB9B80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0BC37F-ABBE-442F-A8B8-BDE232C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8B61C6D-120F-483E-8B7F-3B7EAC3F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3B76E5-3B53-4684-8591-B0C96BF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6CE1634-332D-4879-9997-9F10415A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9505241-D12A-4CD9-8EA8-93C82671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618040-3736-4591-A1F5-FF9A3965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A87638-A9A3-47BD-AE02-CD5A073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6F1F2D-B57C-49AE-84A1-483790B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E678C0-4C49-4456-9928-0A7E9CA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4354B1A-02BD-4FA4-B41F-4263FBBE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362CD61-017A-465F-BF7B-CE1E027D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C8BF357-3868-47E1-815E-3D6D923C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BCD2A5-D038-4E6A-8908-EBB5CAF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C9F08BD-BF45-4C53-92FD-7E7F4382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D25E8F-47E5-4C3B-9B9F-3FD9AEBC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9DC51E-0828-4486-AF5C-FCA55E00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048E32D-870A-4262-8C79-894C3ED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5EC0A05-3C6D-40ED-A955-1B3FDBDB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6D1BA5-B0AE-4346-823D-1BE49751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38923AE-B21C-424B-9E21-FE2FB72D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CE26CF1-D3D9-4A48-B95E-FF82406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B4DA176-E417-4D4B-8942-31D362D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13EAA4-835F-456A-8251-B5238E6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F0286B1-2946-47CA-AA8D-2DD37616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1007DCE-530B-4A7A-8367-BA9BAABC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1FD926E-2FD3-4D57-AC93-74BAA4D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5E94096-C88A-43B2-92DF-7E36E31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B883FA-80CA-4976-BFA6-012AC4E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F6433B6-551F-4939-AE74-1FA8771B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FF9092A-88FD-4610-BE15-58B7F24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76D09AD-1D06-48BE-AF70-7CDCF6F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2E216D-B847-4E07-9289-DDFAF64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372C68C-FB16-480C-A026-258EF4E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885EB16-1184-416D-8FB0-083EE6A1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5C690F-C271-4E8E-A63D-53DD6FEC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BC07BB3-0B56-4E6C-8B1C-BA954F17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D49E31-2CB0-4471-8759-E4A1513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BCCB9FB-5C9C-4C2A-BEDA-A6CB35B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ad584db08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E60452-2736-4623-83FB-5DC42206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DF53BE-5A95-4BFB-9875-E66B8A26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248CF4-51F0-46AA-BC6E-F48EF79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18A40E-B212-4A0F-B224-A6A5B75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C910F1C-104B-4DB6-892A-536D43A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2FCDFFE-0AD4-40CB-ADFD-841B818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9CA5D7-FCA0-40AB-97BC-183B6B4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8796093-CB00-46A6-99DD-F2CF8A59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CE09EB-0A0C-4133-A707-92AB7CA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D7F446-4C65-49BB-A78A-D6FF118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D97E14C-8914-4D96-8001-48BDE3E0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C467609-CA1A-4275-AEF3-7F429B76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743D882-328A-41B4-89F4-D3D52A0D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BF3375-00A5-4DCD-8D2B-D96F0B1F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545EFC-127B-48AA-880D-615BFA64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F1E28D-0986-4577-9452-D6779CA3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A437EA-486C-4044-8645-8AB2A15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5824201-5303-43BC-8FED-9852D6D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269A555-CB58-4F91-B03A-BA050D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74784D4-73DF-4EA1-AAAF-36D432B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50EF6A-35A3-4C7C-AC6D-A6F2B075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2118D0-7A04-4A3F-87B2-C229C203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F1DF67-CB3F-4D8F-9197-A243101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A97FD6-BA75-427B-A8A5-F4869811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35A119B-ECC3-438A-B4BB-175D8FDA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098D5CC-180C-4FCC-B0DF-1451815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FCF2DF-8838-4C9E-BB04-CD5428D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D7B2368-48E5-4887-AF7F-42585B9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68A46FE-E491-4162-8F6E-F2ED44C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9909BA-3068-41DF-B551-6AA3849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AC1453-2C39-48F2-B629-0DDB837A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49B445C-721A-4236-A023-C40331A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ADBDF2-1CCD-44F6-AB28-CEF6EDE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B2417F9-6077-4DCD-8FA2-F644F27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E6DD60C-7E92-4888-9845-36FA882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EA9E454-D585-4BB6-BD3D-9D4211FB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428509E-5992-4FD6-9491-17C2B69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577143E-EEE5-426C-8CD7-456C2A19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B72F8D-C7A3-49C3-9CF5-94FD958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4FC9CD8-4214-4459-9213-D09D65A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DA97919-CDC9-4492-8F6F-B3263BFC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b820e7fe7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764BB0-1F7C-4B05-9A34-92713FB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09D60EC-937D-4418-A4E6-879F25C6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C79B50-C07A-40D7-9E1C-3F533D7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FC32A7-84DF-4E0D-A0CB-8F014CE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58EDEB-8513-49F4-81E5-3C55BEEA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E5906C-C2DA-409E-A300-72B9399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C007F1-4C12-4319-86BA-2BD82A5E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F99CFE-6085-4E87-8FAF-859B4D5C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E894F8-4E01-4833-BF8A-61DA3CB6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74166D-1A62-44CF-B275-35845A39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C142EE-B40C-4086-86DA-EF3AC08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142CC56-7FF7-427D-92C7-4666C7C2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820147-63E4-4770-8FFE-A51841D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B94BA1-847D-4E9C-8A2B-A0AC2188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2AF2E0-A0D5-431A-A2B2-AC854E59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89DBC82-7D02-46E3-87A2-8F84F241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A8F918C-63B2-4F17-9F3B-49A7592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81638F-7C8C-4EB1-B3E1-224EA4B7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32DC07C-0F1E-4506-9FB0-5009BFA1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22628F-8B6B-4827-B8C7-416BD5EA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211A395-B51B-415F-A1DB-9D218442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09D32C-511C-4DE7-B82B-8CF927F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A0B3DE-D779-4CB5-905C-AA6BE1C8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FAF92E-81E7-4019-8487-21E7DF2F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ED58DEE-A2CB-4EEB-9678-E5010E9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C7C13CD-45F5-4AC1-9331-91AD4492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9E1046C-D8E7-4758-A6EF-B56635F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9ED21E-F7FE-4F1D-92F1-912D6D8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2863845-433A-4C74-824D-413B2502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C48454D-EA55-43D2-BF90-01CBB54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8479076884d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3e643db7b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6085766f04e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75ac05b85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ea23640c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e765364f7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69a7768e3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f5ef41d66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ef333874945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4ca87d99648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cd2bc104541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d64d61e6a4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1dee0ed024f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5843aacf3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2026-05-26T13:29:02.8960000Z</dcterms:created>
  <dcterms:modified xsi:type="dcterms:W3CDTF">2026-05-26T13:29:02.8960000Z</dcterms:modified>
</coreProperties>
</file>