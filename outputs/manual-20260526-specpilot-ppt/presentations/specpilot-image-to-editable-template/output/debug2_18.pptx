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2885474c5a41b5" /><Relationship Type="http://schemas.openxmlformats.org/officeDocument/2006/relationships/extended-properties" Target="/docProps/app.xml" Id="R5e93ea7aea1c46d8" /><Relationship Type="http://schemas.openxmlformats.org/officeDocument/2006/relationships/officeDocument" Target="/ppt/presentation.xml" Id="Rec62392677fb41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6462659a68407d"/>
  </p:sldMasterIdLst>
  <p:notesMasterIdLst>
    <p:notesMasterId xmlns:r="http://schemas.openxmlformats.org/officeDocument/2006/relationships" r:id="Rb1719e76ef024cb8"/>
  </p:notesMasterIdLst>
  <p:sldIdLst>
    <p:sldId xmlns:r="http://schemas.openxmlformats.org/officeDocument/2006/relationships" id="256" r:id="Re8a6ace771384bf2"/>
    <p:sldId xmlns:r="http://schemas.openxmlformats.org/officeDocument/2006/relationships" id="257" r:id="Rda51977ac70748f0"/>
    <p:sldId xmlns:r="http://schemas.openxmlformats.org/officeDocument/2006/relationships" id="258" r:id="R28c8c051c8024a94"/>
    <p:sldId xmlns:r="http://schemas.openxmlformats.org/officeDocument/2006/relationships" id="259" r:id="Ra4af4eb94adb4876"/>
    <p:sldId xmlns:r="http://schemas.openxmlformats.org/officeDocument/2006/relationships" id="260" r:id="R5c2314e5438a4bb8"/>
    <p:sldId xmlns:r="http://schemas.openxmlformats.org/officeDocument/2006/relationships" id="261" r:id="R65d1e0d29c2c4e3b"/>
    <p:sldId xmlns:r="http://schemas.openxmlformats.org/officeDocument/2006/relationships" id="262" r:id="R4c509890fb534874"/>
    <p:sldId xmlns:r="http://schemas.openxmlformats.org/officeDocument/2006/relationships" id="263" r:id="Rdfc03e24e7054f8a"/>
    <p:sldId xmlns:r="http://schemas.openxmlformats.org/officeDocument/2006/relationships" id="264" r:id="Re607d5d526234e15"/>
    <p:sldId xmlns:r="http://schemas.openxmlformats.org/officeDocument/2006/relationships" id="265" r:id="R783cc04ba1f249de"/>
    <p:sldId xmlns:r="http://schemas.openxmlformats.org/officeDocument/2006/relationships" id="266" r:id="Rb3991704aea442ca"/>
    <p:sldId xmlns:r="http://schemas.openxmlformats.org/officeDocument/2006/relationships" id="267" r:id="Rd873d97ab71643ad"/>
    <p:sldId xmlns:r="http://schemas.openxmlformats.org/officeDocument/2006/relationships" id="268" r:id="R0a0b043349e847ab"/>
    <p:sldId xmlns:r="http://schemas.openxmlformats.org/officeDocument/2006/relationships" id="269" r:id="R08261df3c42a404a"/>
    <p:sldId xmlns:r="http://schemas.openxmlformats.org/officeDocument/2006/relationships" id="270" r:id="R68e85adfa01c48cf"/>
    <p:sldId xmlns:r="http://schemas.openxmlformats.org/officeDocument/2006/relationships" id="271" r:id="R8eeeb08dd1394595"/>
    <p:sldId xmlns:r="http://schemas.openxmlformats.org/officeDocument/2006/relationships" id="272" r:id="Rfa2a60cda3104c16"/>
    <p:sldId xmlns:r="http://schemas.openxmlformats.org/officeDocument/2006/relationships" id="273" r:id="R6c3678d8294e4381"/>
    <p:sldId xmlns:r="http://schemas.openxmlformats.org/officeDocument/2006/relationships" id="274" r:id="Rb760bc0446074a7a"/>
    <p:sldId xmlns:r="http://schemas.openxmlformats.org/officeDocument/2006/relationships" id="275" r:id="R05c808fd078e4b17"/>
    <p:sldId xmlns:r="http://schemas.openxmlformats.org/officeDocument/2006/relationships" id="276" r:id="Rf37811e44f4543a5"/>
    <p:sldId xmlns:r="http://schemas.openxmlformats.org/officeDocument/2006/relationships" id="277" r:id="R9e2685192dc14954"/>
    <p:sldId xmlns:r="http://schemas.openxmlformats.org/officeDocument/2006/relationships" id="278" r:id="Rda416b475fed4a49"/>
    <p:sldId xmlns:r="http://schemas.openxmlformats.org/officeDocument/2006/relationships" id="279" r:id="R13e897655b624a31"/>
    <p:sldId xmlns:r="http://schemas.openxmlformats.org/officeDocument/2006/relationships" id="280" r:id="Rfc93a7b9aac84300"/>
    <p:sldId xmlns:r="http://schemas.openxmlformats.org/officeDocument/2006/relationships" id="281" r:id="R445bfe9cb59943a7"/>
    <p:sldId xmlns:r="http://schemas.openxmlformats.org/officeDocument/2006/relationships" id="282" r:id="Re2800dc2daa24386"/>
    <p:sldId xmlns:r="http://schemas.openxmlformats.org/officeDocument/2006/relationships" id="283" r:id="R8b6079c808824ba0"/>
    <p:sldId xmlns:r="http://schemas.openxmlformats.org/officeDocument/2006/relationships" id="284" r:id="Rb008057654e6458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6462659a68407d" /><Relationship Type="http://schemas.openxmlformats.org/officeDocument/2006/relationships/theme" Target="/ppt/theme/theme1.xml" Id="R19adf8ff97a348ed" /><Relationship Type="http://schemas.openxmlformats.org/officeDocument/2006/relationships/notesMaster" Target="/ppt/notesMasters/notesMaster1.xml" Id="Rb1719e76ef024cb8" /><Relationship Type="http://schemas.openxmlformats.org/officeDocument/2006/relationships/presProps" Target="/ppt/presProps.xml" Id="R51917ea4180f4ebf" /><Relationship Type="http://schemas.openxmlformats.org/officeDocument/2006/relationships/viewProps" Target="/ppt/viewProps.xml" Id="R672c90aa7f4f4136" /><Relationship Type="http://schemas.openxmlformats.org/officeDocument/2006/relationships/tableStyles" Target="/ppt/tableStyles.xml" Id="R0b7a720776494908" /><Relationship Type="http://schemas.openxmlformats.org/officeDocument/2006/relationships/slide" Target="/ppt/slides/slide1.xml" Id="Re8a6ace771384bf2" /><Relationship Type="http://schemas.openxmlformats.org/officeDocument/2006/relationships/slide" Target="/ppt/slides/slide2.xml" Id="Rda51977ac70748f0" /><Relationship Type="http://schemas.openxmlformats.org/officeDocument/2006/relationships/slide" Target="/ppt/slides/slide3.xml" Id="R28c8c051c8024a94" /><Relationship Type="http://schemas.openxmlformats.org/officeDocument/2006/relationships/slide" Target="/ppt/slides/slide4.xml" Id="Ra4af4eb94adb4876" /><Relationship Type="http://schemas.openxmlformats.org/officeDocument/2006/relationships/slide" Target="/ppt/slides/slide5.xml" Id="R5c2314e5438a4bb8" /><Relationship Type="http://schemas.openxmlformats.org/officeDocument/2006/relationships/slide" Target="/ppt/slides/slide6.xml" Id="R65d1e0d29c2c4e3b" /><Relationship Type="http://schemas.openxmlformats.org/officeDocument/2006/relationships/slide" Target="/ppt/slides/slide7.xml" Id="R4c509890fb534874" /><Relationship Type="http://schemas.openxmlformats.org/officeDocument/2006/relationships/slide" Target="/ppt/slides/slide8.xml" Id="Rdfc03e24e7054f8a" /><Relationship Type="http://schemas.openxmlformats.org/officeDocument/2006/relationships/slide" Target="/ppt/slides/slide9.xml" Id="Re607d5d526234e15" /><Relationship Type="http://schemas.openxmlformats.org/officeDocument/2006/relationships/slide" Target="/ppt/slides/slide10.xml" Id="R783cc04ba1f249de" /><Relationship Type="http://schemas.openxmlformats.org/officeDocument/2006/relationships/slide" Target="/ppt/slides/slide11.xml" Id="Rb3991704aea442ca" /><Relationship Type="http://schemas.openxmlformats.org/officeDocument/2006/relationships/slide" Target="/ppt/slides/slide12.xml" Id="Rd873d97ab71643ad" /><Relationship Type="http://schemas.openxmlformats.org/officeDocument/2006/relationships/slide" Target="/ppt/slides/slide13.xml" Id="R0a0b043349e847ab" /><Relationship Type="http://schemas.openxmlformats.org/officeDocument/2006/relationships/slide" Target="/ppt/slides/slide14.xml" Id="R08261df3c42a404a" /><Relationship Type="http://schemas.openxmlformats.org/officeDocument/2006/relationships/slide" Target="/ppt/slides/slide15.xml" Id="R68e85adfa01c48cf" /><Relationship Type="http://schemas.openxmlformats.org/officeDocument/2006/relationships/slide" Target="/ppt/slides/slide16.xml" Id="R8eeeb08dd1394595" /><Relationship Type="http://schemas.openxmlformats.org/officeDocument/2006/relationships/slide" Target="/ppt/slides/slide17.xml" Id="Rfa2a60cda3104c16" /><Relationship Type="http://schemas.openxmlformats.org/officeDocument/2006/relationships/slide" Target="/ppt/slides/slide18.xml" Id="R6c3678d8294e4381" /><Relationship Type="http://schemas.openxmlformats.org/officeDocument/2006/relationships/slide" Target="/ppt/slides/slide19.xml" Id="Rb760bc0446074a7a" /><Relationship Type="http://schemas.openxmlformats.org/officeDocument/2006/relationships/slide" Target="/ppt/slides/slide20.xml" Id="R05c808fd078e4b17" /><Relationship Type="http://schemas.openxmlformats.org/officeDocument/2006/relationships/slide" Target="/ppt/slides/slide21.xml" Id="Rf37811e44f4543a5" /><Relationship Type="http://schemas.openxmlformats.org/officeDocument/2006/relationships/slide" Target="/ppt/slides/slide22.xml" Id="R9e2685192dc14954" /><Relationship Type="http://schemas.openxmlformats.org/officeDocument/2006/relationships/slide" Target="/ppt/slides/slide23.xml" Id="Rda416b475fed4a49" /><Relationship Type="http://schemas.openxmlformats.org/officeDocument/2006/relationships/slide" Target="/ppt/slides/slide24.xml" Id="R13e897655b624a31" /><Relationship Type="http://schemas.openxmlformats.org/officeDocument/2006/relationships/slide" Target="/ppt/slides/slide25.xml" Id="Rfc93a7b9aac84300" /><Relationship Type="http://schemas.openxmlformats.org/officeDocument/2006/relationships/slide" Target="/ppt/slides/slide26.xml" Id="R445bfe9cb59943a7" /><Relationship Type="http://schemas.openxmlformats.org/officeDocument/2006/relationships/slide" Target="/ppt/slides/slide27.xml" Id="Re2800dc2daa24386" /><Relationship Type="http://schemas.openxmlformats.org/officeDocument/2006/relationships/slide" Target="/ppt/slides/slide28.xml" Id="R8b6079c808824ba0" /><Relationship Type="http://schemas.openxmlformats.org/officeDocument/2006/relationships/slide" Target="/ppt/slides/slide29.xml" Id="Rb008057654e645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61c26b5d2f04d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feed0275f24762" /><Relationship Type="http://schemas.openxmlformats.org/officeDocument/2006/relationships/notesMaster" Target="/ppt/notesMasters/notesMaster1.xml" Id="R26547057c8424f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7a3367da314574" /><Relationship Type="http://schemas.openxmlformats.org/officeDocument/2006/relationships/notesMaster" Target="/ppt/notesMasters/notesMaster1.xml" Id="R046976c2913647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3fe539bfda4353" /><Relationship Type="http://schemas.openxmlformats.org/officeDocument/2006/relationships/notesMaster" Target="/ppt/notesMasters/notesMaster1.xml" Id="Rff1b547ba28346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6b53db4fd242fb" /><Relationship Type="http://schemas.openxmlformats.org/officeDocument/2006/relationships/notesMaster" Target="/ppt/notesMasters/notesMaster1.xml" Id="R971c380dbc3d4c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dd3f0088b44800" /><Relationship Type="http://schemas.openxmlformats.org/officeDocument/2006/relationships/notesMaster" Target="/ppt/notesMasters/notesMaster1.xml" Id="R7963c62ff6354c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8fae0f0e744627" /><Relationship Type="http://schemas.openxmlformats.org/officeDocument/2006/relationships/notesMaster" Target="/ppt/notesMasters/notesMaster1.xml" Id="R6e28a46da54e4b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440d676ddd46c5" /><Relationship Type="http://schemas.openxmlformats.org/officeDocument/2006/relationships/notesMaster" Target="/ppt/notesMasters/notesMaster1.xml" Id="Rddf26b7cb80545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e0908a67e44aa2" /><Relationship Type="http://schemas.openxmlformats.org/officeDocument/2006/relationships/notesMaster" Target="/ppt/notesMasters/notesMaster1.xml" Id="R662aa8112c9149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5c3b99076440b9" /><Relationship Type="http://schemas.openxmlformats.org/officeDocument/2006/relationships/notesMaster" Target="/ppt/notesMasters/notesMaster1.xml" Id="R5aaafbf27bdf49a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9abdea0a4347d4" /><Relationship Type="http://schemas.openxmlformats.org/officeDocument/2006/relationships/notesMaster" Target="/ppt/notesMasters/notesMaster1.xml" Id="Raa2246d1997d463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af3fd18435d4864" /><Relationship Type="http://schemas.openxmlformats.org/officeDocument/2006/relationships/notesMaster" Target="/ppt/notesMasters/notesMaster1.xml" Id="Rca7ac042f8234fc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1592bc690474c8d" /><Relationship Type="http://schemas.openxmlformats.org/officeDocument/2006/relationships/notesMaster" Target="/ppt/notesMasters/notesMaster1.xml" Id="Rb2715464d443438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153a5daf3734c6f" /><Relationship Type="http://schemas.openxmlformats.org/officeDocument/2006/relationships/notesMaster" Target="/ppt/notesMasters/notesMaster1.xml" Id="Rd71b3c499f1a4b6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cd6847187524823" /><Relationship Type="http://schemas.openxmlformats.org/officeDocument/2006/relationships/notesMaster" Target="/ppt/notesMasters/notesMaster1.xml" Id="R923d1e62d024405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1c5c29bc84f4c9f" /><Relationship Type="http://schemas.openxmlformats.org/officeDocument/2006/relationships/notesMaster" Target="/ppt/notesMasters/notesMaster1.xml" Id="Rb7b3001f01174ed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b38fd1e63fd4bc2" /><Relationship Type="http://schemas.openxmlformats.org/officeDocument/2006/relationships/notesMaster" Target="/ppt/notesMasters/notesMaster1.xml" Id="Rbe1d3069b4f04bc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2cf88cdddd1491b" /><Relationship Type="http://schemas.openxmlformats.org/officeDocument/2006/relationships/notesMaster" Target="/ppt/notesMasters/notesMaster1.xml" Id="R429f3914d7ab48b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117e3e7c8384730" /><Relationship Type="http://schemas.openxmlformats.org/officeDocument/2006/relationships/notesMaster" Target="/ppt/notesMasters/notesMaster1.xml" Id="R0bfc33c24197410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8efaccc7b484e23" /><Relationship Type="http://schemas.openxmlformats.org/officeDocument/2006/relationships/notesMaster" Target="/ppt/notesMasters/notesMaster1.xml" Id="Re5ad9281b41143e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20c0bd6ad7f4a62" /><Relationship Type="http://schemas.openxmlformats.org/officeDocument/2006/relationships/notesMaster" Target="/ppt/notesMasters/notesMaster1.xml" Id="R2cd97774855945b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b22fd4947054fe8" /><Relationship Type="http://schemas.openxmlformats.org/officeDocument/2006/relationships/notesMaster" Target="/ppt/notesMasters/notesMaster1.xml" Id="Re20940e24bff4ff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1858f7e8d924f95" /><Relationship Type="http://schemas.openxmlformats.org/officeDocument/2006/relationships/notesMaster" Target="/ppt/notesMasters/notesMaster1.xml" Id="R1cc23d0f217d470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0b3dd79b57640cc" /><Relationship Type="http://schemas.openxmlformats.org/officeDocument/2006/relationships/notesMaster" Target="/ppt/notesMasters/notesMaster1.xml" Id="R21299da89d374ac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164203b48a9451e" /><Relationship Type="http://schemas.openxmlformats.org/officeDocument/2006/relationships/notesMaster" Target="/ppt/notesMasters/notesMaster1.xml" Id="R03dda25d60744a8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245e6ecb1494b88" /><Relationship Type="http://schemas.openxmlformats.org/officeDocument/2006/relationships/notesMaster" Target="/ppt/notesMasters/notesMaster1.xml" Id="Rede95efb3ccc429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d478daa1f0c4158" /><Relationship Type="http://schemas.openxmlformats.org/officeDocument/2006/relationships/notesMaster" Target="/ppt/notesMasters/notesMaster1.xml" Id="R6defd74ad44d44c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3688a2a1f804aeb" /><Relationship Type="http://schemas.openxmlformats.org/officeDocument/2006/relationships/notesMaster" Target="/ppt/notesMasters/notesMaster1.xml" Id="R9a5d9d454c1340b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d10e07038b04421" /><Relationship Type="http://schemas.openxmlformats.org/officeDocument/2006/relationships/notesMaster" Target="/ppt/notesMasters/notesMaster1.xml" Id="R15874605cb784ff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0bbbe450ae94578" /><Relationship Type="http://schemas.openxmlformats.org/officeDocument/2006/relationships/notesMaster" Target="/ppt/notesMasters/notesMaster1.xml" Id="Rfa49d7ee4cb841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cf224350d54cf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3c6302583c49b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2c9e0ed203447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d5f1c0f61b43c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fb2096a760467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a4f81642b64dc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cd6086855a442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accda2ab334f8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51e5b14063447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9d989ef74248d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f41c8e08494aca" /></Relationships>
</file>

<file path=ppt/slideLayouts/slideLayout2.xml><?xml version="1.0" encoding="utf-8"?>
<p:sldLayout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5B2BC33-62B7-407F-BB27-413D667AC08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4B827BC-7C6A-4043-B1A7-28E8FC9A2843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7346A8B-D538-4AB2-A384-1527A91E394D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BA7FB73-C062-451E-9246-F10B852B085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F22D85A-3C1C-42B3-B57C-AECC00DF7D0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C6EF025-1420-47D9-A2EF-C714CDF6F8D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4ABCAF-B23B-48AF-A590-09B50630C95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33F3589-5ED0-4252-A61F-A42B7EB08B9C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58580F6-CF76-4CDB-949C-421A0A0A9B8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E7D9FD6-41AB-46F7-845E-587C8291750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43CC5C6-8054-442E-B401-E628BECCAB1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60CB3C3-183B-47F0-BF48-7EE0761D4C7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50EEC10-5BC4-4C56-91CA-2C74E21BAB3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53AD91B-799A-45CB-AE8E-A95079D2A98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61619D-36E2-402F-BF54-B7E675F6BC65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6C45D95-CA64-463F-8303-EB8732457481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601A51D-ED68-4245-9D1B-5B49EEF485C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60EFF1B-AADF-41B4-82F6-2BC7E328FA1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C9ABA4E-35B0-4F1A-AC9A-617D3AE219C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B8501E-2E54-4E7E-BE00-C4B477193BA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506479E-85AD-44E2-821A-04EA70F3BFF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4016E07-F6B0-41C9-ADC8-042DD928A4C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AAFF367-92DB-4449-BE0F-C83564E3768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F063D46-A9F1-482F-AB1C-52928A74BB2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BBC8C71-601B-4676-ACBC-945022B14D37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275C810-747D-4D44-B27C-A70759C982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951EDBE-FB0B-48A3-A929-1A5603C0521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B1686A6-27E6-498B-9556-9A3E9F0DB72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6BDE453F-A641-46FE-86D8-48B4AC6695D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3539DA3-0AD5-4872-BDE1-917A1631082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3AC4E60-1128-4DFA-86EB-E1FBF4ED639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5475826-7E35-4AD7-8C4E-778301FC91C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AD1073B-A181-4782-8FA8-69E82BF4523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D06C58D-B60B-46B1-940F-658824C89CE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A3A50D0-0CE3-4225-8575-B5965B67010D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6C69E8E-4163-4A0C-BFBA-E057B91C5115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2ABEA7B-3BFC-4C04-A0EF-516873D06636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B56D2CCC-5921-4AD5-BADC-D3E512DC1B6C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74165C6-6E3C-40F9-8A07-B568BEC2384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D9700A9-9E74-4A74-8450-49C4F5394B6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5EF7B12-BFBD-4E65-995D-B7DD8699B25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E2B8F5-632F-4FE7-BAAF-9E9B0872A65A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816D912-67DB-48F5-905A-AED250DAF696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EF29C8E-6B15-4DDF-908A-77222494907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A04EAC4-6DFC-4E24-8CD3-15AA6E8B94E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7D9960A-5224-431D-8D0F-C8A872A3629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B1D06A-5393-4764-8130-11F10C99C893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D23CC81-5C72-4866-A072-4E114BFB9D90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1322F73-935A-4AB5-9D45-EB2724565552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ABB10A3-54B1-4F19-83B7-AFEB9142D6D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B79EA4F-A556-4BCE-B0D0-94D524BB9CF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2554723-71B4-48E8-A7B2-4834C541A6B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1EF5C1E-A3D7-46BC-84A6-9D043E8DEAB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F184AF9-034D-4210-AD29-949027A2A115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B72CC5E-5177-48E4-9CCF-4C5B485B5129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6E3B853-7CF5-4592-90DA-56FB384FA4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DE515C5-3FFA-4F25-91DE-92DAC061790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F094B46-3548-4643-BBB1-BC856B748D0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8eba141b40646b1" /><Relationship Type="http://schemas.openxmlformats.org/officeDocument/2006/relationships/slideLayout" Target="/ppt/slideLayouts/slideLayout2.xml" Id="R88b7ba51dd124328" /><Relationship Type="http://schemas.openxmlformats.org/officeDocument/2006/relationships/slideLayout" Target="/ppt/slideLayouts/slideLayout3.xml" Id="Rac8071bed7fd41eb" /><Relationship Type="http://schemas.openxmlformats.org/officeDocument/2006/relationships/slideLayout" Target="/ppt/slideLayouts/slideLayout4.xml" Id="Ra889b8f8962846a2" /><Relationship Type="http://schemas.openxmlformats.org/officeDocument/2006/relationships/slideLayout" Target="/ppt/slideLayouts/slideLayout5.xml" Id="R6531c971a39140e8" /><Relationship Type="http://schemas.openxmlformats.org/officeDocument/2006/relationships/slideLayout" Target="/ppt/slideLayouts/slideLayout6.xml" Id="Rd93d1eeb91f54a47" /><Relationship Type="http://schemas.openxmlformats.org/officeDocument/2006/relationships/slideLayout" Target="/ppt/slideLayouts/slideLayout7.xml" Id="Rdbe689dbd0894387" /><Relationship Type="http://schemas.openxmlformats.org/officeDocument/2006/relationships/slideLayout" Target="/ppt/slideLayouts/slideLayout8.xml" Id="R15753064ecc842d0" /><Relationship Type="http://schemas.openxmlformats.org/officeDocument/2006/relationships/slideLayout" Target="/ppt/slideLayouts/slideLayout9.xml" Id="Re646953548424c82" /><Relationship Type="http://schemas.openxmlformats.org/officeDocument/2006/relationships/slideLayout" Target="/ppt/slideLayouts/slideLayout10.xml" Id="R79675f26fe154a0b" /><Relationship Type="http://schemas.openxmlformats.org/officeDocument/2006/relationships/slideLayout" Target="/ppt/slideLayouts/slideLayout11.xml" Id="R952a786416f5448e" /><Relationship Type="http://schemas.openxmlformats.org/officeDocument/2006/relationships/slideLayout" Target="/ppt/slideLayouts/slideLayout12.xml" Id="Rf2002fed131f4af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60851FD-6DAA-4D95-90B2-CCAE93D636B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57B427D-99CE-4777-B4D6-73A400A6961F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BF18D23-AB65-4357-B080-2ED76CBE928E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16DD303-9416-48A3-ADC5-653A2A106938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7903E8B-4945-4223-9743-CDC9652C24C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b7ba51dd124328"/>
    <p:sldLayoutId xmlns:r="http://schemas.openxmlformats.org/officeDocument/2006/relationships" id="2147483650" r:id="Rac8071bed7fd41eb"/>
    <p:sldLayoutId xmlns:r="http://schemas.openxmlformats.org/officeDocument/2006/relationships" id="2147483651" r:id="Ra889b8f8962846a2"/>
    <p:sldLayoutId xmlns:r="http://schemas.openxmlformats.org/officeDocument/2006/relationships" id="2147483652" r:id="R6531c971a39140e8"/>
    <p:sldLayoutId xmlns:r="http://schemas.openxmlformats.org/officeDocument/2006/relationships" id="2147483653" r:id="Rd93d1eeb91f54a47"/>
    <p:sldLayoutId xmlns:r="http://schemas.openxmlformats.org/officeDocument/2006/relationships" id="2147483654" r:id="Rdbe689dbd0894387"/>
    <p:sldLayoutId xmlns:r="http://schemas.openxmlformats.org/officeDocument/2006/relationships" id="2147483655" r:id="R15753064ecc842d0"/>
    <p:sldLayoutId xmlns:r="http://schemas.openxmlformats.org/officeDocument/2006/relationships" id="2147483656" r:id="Re646953548424c82"/>
    <p:sldLayoutId xmlns:r="http://schemas.openxmlformats.org/officeDocument/2006/relationships" id="2147483657" r:id="R79675f26fe154a0b"/>
    <p:sldLayoutId xmlns:r="http://schemas.openxmlformats.org/officeDocument/2006/relationships" id="2147483658" r:id="R952a786416f5448e"/>
    <p:sldLayoutId xmlns:r="http://schemas.openxmlformats.org/officeDocument/2006/relationships" id="2147483659" r:id="Rf2002fed131f4a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b752486c1f6420b" /><Relationship Type="http://schemas.openxmlformats.org/officeDocument/2006/relationships/image" Target="/ppt/media/image.png" Id="Rb7a1c763aaf6437d" /><Relationship Type="http://schemas.openxmlformats.org/officeDocument/2006/relationships/image" Target="/ppt/media/image2.png" Id="R96c6a1715a624ed5" /><Relationship Type="http://schemas.openxmlformats.org/officeDocument/2006/relationships/notesSlide" Target="/ppt/notesSlides/notesSlide1.xml" Id="R3101f448f4f347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72271b2190473a" /><Relationship Type="http://schemas.openxmlformats.org/officeDocument/2006/relationships/image" Target="/ppt/media/image2.png" Id="R78fd1e5ef1394219" /><Relationship Type="http://schemas.openxmlformats.org/officeDocument/2006/relationships/notesSlide" Target="/ppt/notesSlides/notesSlide2.xml" Id="R98394be82eda47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86654a90fe84d8f" /><Relationship Type="http://schemas.openxmlformats.org/officeDocument/2006/relationships/image" Target="/ppt/media/image2.png" Id="Rbb11f45ca000414b" /><Relationship Type="http://schemas.openxmlformats.org/officeDocument/2006/relationships/notesSlide" Target="/ppt/notesSlides/notesSlide3.xml" Id="R9b11c9a87d1c4d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f20caa2bd5b41f8" /><Relationship Type="http://schemas.openxmlformats.org/officeDocument/2006/relationships/image" Target="/ppt/media/image3.png" Id="R223523fc300a4962" /><Relationship Type="http://schemas.openxmlformats.org/officeDocument/2006/relationships/notesSlide" Target="/ppt/notesSlides/notesSlide4.xml" Id="R1b2dd035970b4a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4e5450ca2954d74" /><Relationship Type="http://schemas.openxmlformats.org/officeDocument/2006/relationships/image" Target="/ppt/media/image3.png" Id="R33ff7703992044a0" /><Relationship Type="http://schemas.openxmlformats.org/officeDocument/2006/relationships/notesSlide" Target="/ppt/notesSlides/notesSlide5.xml" Id="R8d36c5fae1744a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d5886d74b504e86" /><Relationship Type="http://schemas.openxmlformats.org/officeDocument/2006/relationships/image" Target="/ppt/media/image2.png" Id="R092609435d6c421d" /><Relationship Type="http://schemas.openxmlformats.org/officeDocument/2006/relationships/notesSlide" Target="/ppt/notesSlides/notesSlide6.xml" Id="R0a998d08291845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f8c6fe58a50495b" /><Relationship Type="http://schemas.openxmlformats.org/officeDocument/2006/relationships/image" Target="/ppt/media/image3.png" Id="R18a3d4ae34524490" /><Relationship Type="http://schemas.openxmlformats.org/officeDocument/2006/relationships/notesSlide" Target="/ppt/notesSlides/notesSlide7.xml" Id="Radc27c46149243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562937dfe394cc5" /><Relationship Type="http://schemas.openxmlformats.org/officeDocument/2006/relationships/image" Target="/ppt/media/image3.png" Id="R08aec901cd3447ec" /><Relationship Type="http://schemas.openxmlformats.org/officeDocument/2006/relationships/notesSlide" Target="/ppt/notesSlides/notesSlide8.xml" Id="Ra510b9703739473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6a3a6b441a84f1e" /><Relationship Type="http://schemas.openxmlformats.org/officeDocument/2006/relationships/image" Target="/ppt/media/image3.png" Id="Rd2366b9a22bd4fd9" /><Relationship Type="http://schemas.openxmlformats.org/officeDocument/2006/relationships/notesSlide" Target="/ppt/notesSlides/notesSlide9.xml" Id="R175514a0f71a41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98940ba0cc64aa9" /><Relationship Type="http://schemas.openxmlformats.org/officeDocument/2006/relationships/image" Target="/ppt/media/image2.png" Id="Rc1090b04c8be480a" /><Relationship Type="http://schemas.openxmlformats.org/officeDocument/2006/relationships/notesSlide" Target="/ppt/notesSlides/notesSlide10.xml" Id="Rf65cb976ba0c46d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71d4b64fd0e4b89" /><Relationship Type="http://schemas.openxmlformats.org/officeDocument/2006/relationships/image" Target="/ppt/media/image3.png" Id="R5333d3ba735942f3" /><Relationship Type="http://schemas.openxmlformats.org/officeDocument/2006/relationships/notesSlide" Target="/ppt/notesSlides/notesSlide11.xml" Id="R8ff202ffca20491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3bac249a9804985" /><Relationship Type="http://schemas.openxmlformats.org/officeDocument/2006/relationships/image" Target="/ppt/media/image3.png" Id="R1c756826b3fe4155" /><Relationship Type="http://schemas.openxmlformats.org/officeDocument/2006/relationships/notesSlide" Target="/ppt/notesSlides/notesSlide12.xml" Id="R4aa7b34f14eb4e3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1118bb4dd2347e4" /><Relationship Type="http://schemas.openxmlformats.org/officeDocument/2006/relationships/image" Target="/ppt/media/image3.png" Id="R0c0c328089f24aae" /><Relationship Type="http://schemas.openxmlformats.org/officeDocument/2006/relationships/notesSlide" Target="/ppt/notesSlides/notesSlide13.xml" Id="R773ed33743194be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fc5e91937fd4ab9" /><Relationship Type="http://schemas.openxmlformats.org/officeDocument/2006/relationships/image" Target="/ppt/media/image3.png" Id="Rf6d3bbc3939a4c8d" /><Relationship Type="http://schemas.openxmlformats.org/officeDocument/2006/relationships/notesSlide" Target="/ppt/notesSlides/notesSlide14.xml" Id="Rbbb88afb6441463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b039cc352b64d24" /><Relationship Type="http://schemas.openxmlformats.org/officeDocument/2006/relationships/image" Target="/ppt/media/image3.png" Id="Re190ca358ace49bd" /><Relationship Type="http://schemas.openxmlformats.org/officeDocument/2006/relationships/notesSlide" Target="/ppt/notesSlides/notesSlide15.xml" Id="R479aff99231f411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09229a80e8144da" /><Relationship Type="http://schemas.openxmlformats.org/officeDocument/2006/relationships/image" Target="/ppt/media/image3.png" Id="R655c7dd9d15b4abf" /><Relationship Type="http://schemas.openxmlformats.org/officeDocument/2006/relationships/notesSlide" Target="/ppt/notesSlides/notesSlide16.xml" Id="Re4622827af2b430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e5b8ca7f1c24af2" /><Relationship Type="http://schemas.openxmlformats.org/officeDocument/2006/relationships/image" Target="/ppt/media/image3.png" Id="Rb0a01817f6d1416c" /><Relationship Type="http://schemas.openxmlformats.org/officeDocument/2006/relationships/notesSlide" Target="/ppt/notesSlides/notesSlide17.xml" Id="Rad8b1327a862464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cbb7c9b06b8407b" /><Relationship Type="http://schemas.openxmlformats.org/officeDocument/2006/relationships/image" Target="/ppt/media/image3.png" Id="R47859c7d0e434bbf" /><Relationship Type="http://schemas.openxmlformats.org/officeDocument/2006/relationships/notesSlide" Target="/ppt/notesSlides/notesSlide18.xml" Id="R715a85f6be7f474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892a8a63b504686" /><Relationship Type="http://schemas.openxmlformats.org/officeDocument/2006/relationships/image" Target="/ppt/media/image3.png" Id="R1a6ad046fa6042a5" /><Relationship Type="http://schemas.openxmlformats.org/officeDocument/2006/relationships/notesSlide" Target="/ppt/notesSlides/notesSlide19.xml" Id="R72a12a5c447946b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3a1887b02af4245" /><Relationship Type="http://schemas.openxmlformats.org/officeDocument/2006/relationships/image" Target="/ppt/media/image3.png" Id="R1550743336704013" /><Relationship Type="http://schemas.openxmlformats.org/officeDocument/2006/relationships/notesSlide" Target="/ppt/notesSlides/notesSlide20.xml" Id="Ra4e2f9ba9a9d42c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f0a150727c9480a" /><Relationship Type="http://schemas.openxmlformats.org/officeDocument/2006/relationships/image" Target="/ppt/media/image3.png" Id="R3c096c0d13d347b2" /><Relationship Type="http://schemas.openxmlformats.org/officeDocument/2006/relationships/notesSlide" Target="/ppt/notesSlides/notesSlide21.xml" Id="Rf66c3673c98e40f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fe75c2035dd4724" /><Relationship Type="http://schemas.openxmlformats.org/officeDocument/2006/relationships/image" Target="/ppt/media/image3.png" Id="R45cb021e6d88459d" /><Relationship Type="http://schemas.openxmlformats.org/officeDocument/2006/relationships/notesSlide" Target="/ppt/notesSlides/notesSlide22.xml" Id="Rc744e85f6ec0434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2fc8d77b60c441a" /><Relationship Type="http://schemas.openxmlformats.org/officeDocument/2006/relationships/image" Target="/ppt/media/image3.png" Id="Rf6cec08c4a9342ca" /><Relationship Type="http://schemas.openxmlformats.org/officeDocument/2006/relationships/notesSlide" Target="/ppt/notesSlides/notesSlide23.xml" Id="Rde45c4f3f40e42c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85bf2df78024f9d" /><Relationship Type="http://schemas.openxmlformats.org/officeDocument/2006/relationships/image" Target="/ppt/media/image3.png" Id="R2c4a2c6b3cdb44dc" /><Relationship Type="http://schemas.openxmlformats.org/officeDocument/2006/relationships/notesSlide" Target="/ppt/notesSlides/notesSlide24.xml" Id="Rbe49a11e566b4d6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37c9566d87e4312" /><Relationship Type="http://schemas.openxmlformats.org/officeDocument/2006/relationships/image" Target="/ppt/media/image2.png" Id="R6e6be5940f5f4f67" /><Relationship Type="http://schemas.openxmlformats.org/officeDocument/2006/relationships/notesSlide" Target="/ppt/notesSlides/notesSlide25.xml" Id="Rc86601b98fd245b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fc124a8ba1848fb" /><Relationship Type="http://schemas.openxmlformats.org/officeDocument/2006/relationships/image" Target="/ppt/media/image3.png" Id="R0f45da8ccbaa4c92" /><Relationship Type="http://schemas.openxmlformats.org/officeDocument/2006/relationships/notesSlide" Target="/ppt/notesSlides/notesSlide26.xml" Id="R9c888d02021a402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f561923be19424e" /><Relationship Type="http://schemas.openxmlformats.org/officeDocument/2006/relationships/image" Target="/ppt/media/image3.png" Id="R94ecc152b36c4bc2" /><Relationship Type="http://schemas.openxmlformats.org/officeDocument/2006/relationships/notesSlide" Target="/ppt/notesSlides/notesSlide27.xml" Id="R4cf340ace6b44ba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7d469a482934451" /><Relationship Type="http://schemas.openxmlformats.org/officeDocument/2006/relationships/image" Target="/ppt/media/image3.png" Id="R3a33b32892cb4d49" /><Relationship Type="http://schemas.openxmlformats.org/officeDocument/2006/relationships/notesSlide" Target="/ppt/notesSlides/notesSlide28.xml" Id="Rc9ff21abf1aa4d1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6d4cb1679344e28" /><Relationship Type="http://schemas.openxmlformats.org/officeDocument/2006/relationships/image" Target="/ppt/media/image2.png" Id="R57ab5e82eec54cde" /><Relationship Type="http://schemas.openxmlformats.org/officeDocument/2006/relationships/notesSlide" Target="/ppt/notesSlides/notesSlide29.xml" Id="R2ebcd591545d49a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a1c763aaf6437d"/>
          <a:srcRect xmlns:a="http://schemas.openxmlformats.org/drawingml/2006/main" l="49938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-2407"/>
            <a:ext cx="6103614" cy="6860407"/>
          </a:xfrm>
          <a:prstGeom xmlns:a="http://schemas.openxmlformats.org/drawingml/2006/main" prst="rect">
            <a:avLst/>
          </a:prstGeom>
        </p:spPr>
      </p:pic>
      <p:sp>
        <p:nvSpPr>
          <p:cNvPr id="31" name="直角三角形 30">
            <a:extLst xmlns:a="http://schemas.openxmlformats.org/drawingml/2006/main">
              <a:ext uri="{FF2B5EF4-FFF2-40B4-BE49-F238E27FC236}">
                <a16:creationId xmlns:a16="http://schemas.microsoft.com/office/drawing/2014/main" id="{FBDC6FBC-5B15-4B27-993E-4AF8EAC8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39426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直角三角形 29">
            <a:extLst xmlns:a="http://schemas.openxmlformats.org/drawingml/2006/main">
              <a:ext uri="{FF2B5EF4-FFF2-40B4-BE49-F238E27FC236}">
                <a16:creationId xmlns:a16="http://schemas.microsoft.com/office/drawing/2014/main" id="{20110538-D038-431A-B0C4-CECA9F1B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066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直角三角形 34">
            <a:extLst xmlns:a="http://schemas.openxmlformats.org/drawingml/2006/main">
              <a:ext uri="{FF2B5EF4-FFF2-40B4-BE49-F238E27FC236}">
                <a16:creationId xmlns:a16="http://schemas.microsoft.com/office/drawing/2014/main" id="{277EC6E2-AA3C-42BF-B054-90ABA1A8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783" y="-69784"/>
            <a:ext cx="1384433" cy="1524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23212421-3CB9-4A6F-B6C5-B3393AE2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927971" y="-8678"/>
            <a:ext cx="1012807" cy="2939977"/>
          </a:xfrm>
          <a:custGeom xmlns:a="http://schemas.openxmlformats.org/drawingml/2006/main">
            <a:rect l="l" t="t" r="r" b="b"/>
            <a:pathLst>
              <a:path w="1012807" h="2939977">
                <a:moveTo>
                  <a:pt x="1012807" y="0"/>
                </a:moveTo>
                <a:lnTo>
                  <a:pt x="930817" y="0"/>
                </a:lnTo>
                <a:lnTo>
                  <a:pt x="0" y="2939977"/>
                </a:lnTo>
                <a:lnTo>
                  <a:pt x="81990" y="2939977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直角三角形 7">
            <a:extLst xmlns:a="http://schemas.openxmlformats.org/drawingml/2006/main">
              <a:ext uri="{FF2B5EF4-FFF2-40B4-BE49-F238E27FC236}">
                <a16:creationId xmlns:a16="http://schemas.microsoft.com/office/drawing/2014/main" id="{D8BFF7DE-2B79-4692-BE2E-B1CBA969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062258" y="-2407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直角三角形 8">
            <a:extLst xmlns:a="http://schemas.openxmlformats.org/drawingml/2006/main">
              <a:ext uri="{FF2B5EF4-FFF2-40B4-BE49-F238E27FC236}">
                <a16:creationId xmlns:a16="http://schemas.microsoft.com/office/drawing/2014/main" id="{B9D108E0-DBE7-42E5-9538-1E6F1343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349608" y="-867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D6EEEC42-9EA5-455A-A84E-6278B55A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663" y="2107887"/>
            <a:ext cx="7966365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基于大模型的测试场景生成</a:t>
            </a:r>
          </a:p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与自主 Web 测试智能体</a:t>
            </a: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F36C15F6-4A95-4F0F-A80F-A850FB65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983" y="3538910"/>
            <a:ext cx="6042821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499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7DBEDCC-1672-4670-8F72-9D9E1586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596" y="3624437"/>
            <a:ext cx="4967368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LLM-driven Test Scenario Generation &amp; Autonomous Web Testing Agent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7BF95EB-F667-4E5B-A28F-E2ED4906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4567221"/>
            <a:ext cx="145424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AF1E8716-F2BA-4FBE-B4A1-ADD1598C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444" y="5234176"/>
            <a:ext cx="2191584" cy="4671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E7F860F4-B985-41EB-952D-80AA4436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5283080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8BC879B-757F-4BAD-BFCA-40E899F4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073" y="6147784"/>
            <a:ext cx="151836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53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c6a1715a624e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5036" y="153223"/>
            <a:ext cx="2554357" cy="538993"/>
          </a:xfrm>
          <a:prstGeom xmlns:a="http://schemas.openxmlformats.org/drawingml/2006/main" prst="rect">
            <a:avLst/>
          </a:prstGeom>
        </p:spPr>
      </p:pic>
      <p:sp>
        <p:nvSpPr>
          <p:cNvPr id="20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51BCB211-765B-4881-ABBA-67F77D3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319846" y="4401599"/>
            <a:ext cx="1112045" cy="2456401"/>
          </a:xfrm>
          <a:custGeom xmlns:a="http://schemas.openxmlformats.org/drawingml/2006/main">
            <a:rect l="l" t="t" r="r" b="b"/>
            <a:pathLst>
              <a:path w="1751" h="3868">
                <a:moveTo>
                  <a:pt x="1222" y="0"/>
                </a:moveTo>
                <a:lnTo>
                  <a:pt x="1751" y="0"/>
                </a:lnTo>
                <a:lnTo>
                  <a:pt x="527" y="3868"/>
                </a:lnTo>
                <a:lnTo>
                  <a:pt x="0" y="3868"/>
                </a:lnTo>
                <a:lnTo>
                  <a:pt x="1222" y="10"/>
                </a:lnTo>
                <a:lnTo>
                  <a:pt x="1219" y="10"/>
                </a:lnTo>
                <a:lnTo>
                  <a:pt x="1222" y="0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798576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流程图: 可选过程 25">
            <a:extLst xmlns:a="http://schemas.openxmlformats.org/drawingml/2006/main">
              <a:ext uri="{FF2B5EF4-FFF2-40B4-BE49-F238E27FC236}">
                <a16:creationId xmlns:a16="http://schemas.microsoft.com/office/drawing/2014/main" id="{E6FCCC0D-E720-45DE-904B-A797E02E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23220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43035C86-4A89-4F83-B8CF-C0BF38AD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650" y="1968500"/>
            <a:ext cx="3240000" cy="32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EAA8B84-074A-4B66-AA69-4611251F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127375"/>
            <a:ext cx="1790065" cy="922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5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9F6F6DE-D3F1-42A9-AD32-449FC43C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1295704"/>
            <a:ext cx="274891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研究背景及意义</a:t>
            </a:r>
          </a:p>
        </p:txBody>
      </p:sp>
      <p:sp>
        <p:nvSpPr>
          <p:cNvPr id="27" name="椭圆 26">
            <a:extLst xmlns:a="http://schemas.openxmlformats.org/drawingml/2006/main">
              <a:ext uri="{FF2B5EF4-FFF2-40B4-BE49-F238E27FC236}">
                <a16:creationId xmlns:a16="http://schemas.microsoft.com/office/drawing/2014/main" id="{F450EE56-BD1B-43EC-B44E-773F2AEB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129951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ABE0A2E6-89EE-4219-9AC1-1CF69F15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132554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29" name="流程图: 可选过程 28">
            <a:extLst xmlns:a="http://schemas.openxmlformats.org/drawingml/2006/main">
              <a:ext uri="{FF2B5EF4-FFF2-40B4-BE49-F238E27FC236}">
                <a16:creationId xmlns:a16="http://schemas.microsoft.com/office/drawing/2014/main" id="{45259BEA-6F2B-4D4D-9330-BBAF6BCB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87879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1A4E0E0A-36C9-40E9-B29A-996C8C2C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225137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研究目标与方案</a:t>
            </a: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A3003164-CE5B-40C6-8807-85A8E7B8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225518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B21867E7-A5A1-40D8-80D6-E8B193E2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228122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33" name="流程图: 可选过程 32">
            <a:extLst xmlns:a="http://schemas.openxmlformats.org/drawingml/2006/main">
              <a:ext uri="{FF2B5EF4-FFF2-40B4-BE49-F238E27FC236}">
                <a16:creationId xmlns:a16="http://schemas.microsoft.com/office/drawing/2014/main" id="{CB40E0FD-5F44-4828-99E9-C97F418B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41649"/>
            <a:ext cx="3805555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1E9B471-47C2-43BD-A24D-016D1762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320514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研究框架介绍</a:t>
            </a:r>
          </a:p>
        </p:txBody>
      </p:sp>
      <p:sp>
        <p:nvSpPr>
          <p:cNvPr id="35" name="椭圆 34">
            <a:extLst xmlns:a="http://schemas.openxmlformats.org/drawingml/2006/main">
              <a:ext uri="{FF2B5EF4-FFF2-40B4-BE49-F238E27FC236}">
                <a16:creationId xmlns:a16="http://schemas.microsoft.com/office/drawing/2014/main" id="{B17F5E05-D170-44B6-BA4E-7A3862E0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320895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4B07CFF6-85BC-461F-9B11-2FBFDAEF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323499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37" name="流程图: 可选过程 36">
            <a:extLst xmlns:a="http://schemas.openxmlformats.org/drawingml/2006/main">
              <a:ext uri="{FF2B5EF4-FFF2-40B4-BE49-F238E27FC236}">
                <a16:creationId xmlns:a16="http://schemas.microsoft.com/office/drawing/2014/main" id="{081AC40C-2817-4E08-B5EF-F2B7F54A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092244"/>
            <a:ext cx="380619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5EBAD52D-FFE9-492C-BFA2-DDF59264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4155744"/>
            <a:ext cx="274828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研究进度安排</a:t>
            </a:r>
          </a:p>
        </p:txBody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2F1E23AB-3E3F-4A6D-B85B-9BAE3719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415955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9042C2BE-59F2-4025-80AB-3D48CC25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418558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41" name="流程图: 可选过程 40">
            <a:extLst xmlns:a="http://schemas.openxmlformats.org/drawingml/2006/main">
              <a:ext uri="{FF2B5EF4-FFF2-40B4-BE49-F238E27FC236}">
                <a16:creationId xmlns:a16="http://schemas.microsoft.com/office/drawing/2014/main" id="{CFCBD5CC-0295-49A8-BC85-56198CF5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04855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34785A9E-51FF-4CF5-91C8-2ACF997A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5112054"/>
            <a:ext cx="2125345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小组分工</a:t>
            </a:r>
          </a:p>
        </p:txBody>
      </p:sp>
      <p:sp>
        <p:nvSpPr>
          <p:cNvPr id="43" name="椭圆 42">
            <a:extLst xmlns:a="http://schemas.openxmlformats.org/drawingml/2006/main">
              <a:ext uri="{FF2B5EF4-FFF2-40B4-BE49-F238E27FC236}">
                <a16:creationId xmlns:a16="http://schemas.microsoft.com/office/drawing/2014/main" id="{38F727AF-092B-45EA-851D-0572CD8C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511586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6980DEC6-7196-49C2-9CF3-FE339FE4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514189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05</a:t>
            </a:r>
          </a:p>
        </p:txBody>
      </p:sp>
      <p:pic>
        <p:nvPicPr>
          <p:cNvPr id="48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fd1e5ef13942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1832" y="351944"/>
            <a:ext cx="3267572" cy="6894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4995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2EEF5748-A1BE-45B4-843B-EA94B4B0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FB8BC298-0524-4D8D-8535-479387CE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D268123A-7C8F-48FC-8B19-AD3F5270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592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343A0A1-3CC0-4083-AB0C-CA694AAD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229" y="2782669"/>
            <a:ext cx="338772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77E53CA-5C65-4106-A7AD-CAD40457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505" y="3606757"/>
            <a:ext cx="258699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Background and Significance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9385D7-63EB-4B96-A059-21268544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6690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11f45ca00041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710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3523fc300a49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1.1  研究背景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F94DE65-E711-4B88-8C2F-FDF52AF2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7FA72B8-6D25-4B36-B697-AE3AF112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F71BBA4-BB03-431C-9BFF-A110E763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真实 Web 流程复杂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A6639A9-EBA1-44A6-97C7-A0C7961A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页面动态、权限状态、弹窗与异步加载交织，传统脚本维护成本高。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0E9B006-AAAB-45F8-B205-5F3E9D91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13D496A-DF9F-4311-A514-02090F0C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191322E-7778-4962-82A6-147E0530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LLM Agent 仍易失败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2231120-6E44-4832-8D12-E3F7E91C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缺少待测系统领域知识时，容易输出与手册或 UI 不一致的操作。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E3A6E61-E3F6-4919-8718-BF1F1FC9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2447E8B-775F-4C0E-95C8-AAFFBF37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9882F62-EB7B-447D-90C6-11EDEBAB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完成后难以判定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6D777F7-577B-4853-81CC-4CE0FBF8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Agent 自报成功不等于功能正确，需要 Trace、截图和验证器复核。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792E723-F3EF-4110-A4BD-01218FB4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1000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6FAFF"/>
          </a:solidFill>
          <a:ln xmlns:a="http://schemas.openxmlformats.org/drawingml/2006/main" w="12383">
            <a:solidFill>
              <a:srgbClr val="C9DAF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23216A5-F154-4F91-BDB0-6793E1C5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481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核心问题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7E0C95E-567F-4548-B38D-6A83C8E2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43375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如何把 4ga Boards 手册中的功能描述，变成可执行、可验证、可追溯的 Web 测试任务？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499BA7A-B18B-4FC7-9941-8761A77F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19625"/>
            <a:ext cx="733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SpecPilot 的回答：手册证据约束生成，零 locator 保持意图表达，browser-use 自主执行，验证器给出可复查结论。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ff7703992044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1.2  研究意义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5B7119F-1728-4379-9E31-90A8B33D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4190B99-016A-43A4-9DDA-0364846C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2C83EBF-06C4-48E9-ADD6-76F35D54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0319C95-E235-4921-A8C1-3A6E1A5D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软件手册转为结构化测试知识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CBBC850-2882-4CD8-92C3-C6DAA3EE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6FE5672-CB5D-4EFA-A7BA-1A1706A9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B637DCB-F362-41AC-9CD5-F3762420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4AD5F7C-69D5-4008-85DA-439A55A9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8A78EFE-8072-4C75-8656-092638B4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自然语言步骤，不绑定 DOM locator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102E29D-8F7A-424B-86C6-E16163EF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1F00AD9-03F1-4813-8888-68F45D00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08AB9FF-050C-438B-AC41-873153FD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DD69D75-F266-402C-BAAE-06502B8F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57B5240-6545-49E1-8DEA-3F2BCE4D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Web Agent 自主完成页面操作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3C19BED-377C-4D39-A04E-F0DDF17F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BEC83DD-C43F-40F5-BA3E-95ABCD09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54F7AE6-A6C6-4B95-A0EC-2B0D7B49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B16E072-A5D2-42D6-A7D8-D147FFC3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F23D2D9-4201-42FD-BF2F-30A30648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+ 视觉验证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07B5A78-2CED-485C-BC56-64CD037B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21BE19F-7655-4079-8788-B206809D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1D69EF8-F03D-4520-A303-E766C8AA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FF6AD52-B198-4EC1-806E-07A333C3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诊断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CD49602-EE77-451F-AB7D-CC309AEE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失败分类与报告归档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C410490-D436-4A81-A470-3DD05155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81500"/>
            <a:ext cx="9620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12383">
            <a:solidFill>
              <a:srgbClr val="F3D6A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9A1CE48-4FCB-4D3B-90D7-419A0C0B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rPr>
              <a:t>形成“手册证据 → 测试场景 → 智能体执行 → 结果验证 → 失败分析”的闭环，而不是只让大模型写测试用例。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C53D25DD-8F22-4F68-9717-D555EFF2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ADC7355D-A963-4EF5-A54D-94BD284E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1CDF316-1371-4DD2-8047-DD78F3FF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DFE3324-AB82-4283-A144-831DD98F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40" y="2816963"/>
            <a:ext cx="341632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A87E50E-1656-4AF9-900E-068E0B99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376" y="3606757"/>
            <a:ext cx="337624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Objectives and Methodology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7A1EA1C-2086-40E7-BDCD-768E9DE1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2609435d6c42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162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DC4B7F6-BF62-4E53-B146-01F852D6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051C895-FBF6-4A5A-BC63-BF84752C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89B0B3E7-7DD8-45DE-939C-F9A8FB31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2445862-16EA-4A7B-819F-88AA98D2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3F42468-B0D9-4785-A6E3-C45E4487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48820B60-34E7-4E08-AA74-87AE879A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9296B7C1-6589-4D9E-B954-249E6FCA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a3d4ae345244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50FE17C1-9624-4A9F-9B57-784B471C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CD71BD3E-851B-4639-9ACA-3D4E4AE9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D892374-7818-4381-B65B-28BA4F09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7C97C541-360D-4782-8469-E7B26CBD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C6D0E936-EFA9-40A4-BDDA-02749B0C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B89FB35-04FF-43FB-9AC5-472301A1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2.1  总体流程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847CDFFF-8A37-44E4-9E15-9D0F90F8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C12EAFE-5A44-4A13-BF8E-DABC4DBC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0836772-398E-49B2-8636-08F395B3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A80620A-5B0A-48E7-9FF0-D6D07170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D5497BB-14C4-46EC-98C6-3B4E7B34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4ga 手册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A1505B9-4FA3-4BC4-8A8D-D284A4A5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英文 user/admin manual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04297DB-FBE9-4EFD-83C9-30ED0018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3591366-66AD-431B-8CDF-F36CCC67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9A85A2C-A4EE-46B5-AB9D-0E77C9DB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60BDC9E-21B3-43EF-967C-AD122AB7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115DCDD-B0C6-417D-AFC7-6DDCC3E7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清洗切片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0ACEA8E-AEEF-4206-9489-15EE6C97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Markdown + heading path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1496A90-9A3D-41B2-B356-ABC7A878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EE437BC-3FE1-4676-96EE-B72C9C97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54C5C19-DA67-4C61-9601-3C8CBF44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FD40FB7-1631-4BC9-94DA-ED08CD25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85BF395-186D-4E87-96AB-E006F0A6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向量索引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BC1FF80-91AF-428A-8022-01127CAB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ChromaDB evidence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2418622-2F42-4A06-ACC5-371C2E7F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93A1C53-D747-4AEE-BC7A-7C6243F7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BAE110E-00DB-4313-9A36-18E42D15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3D02CDD-8F39-436F-B15E-98B7A7A3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487FAF7-9475-4DBD-B2B2-CB389FAB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8860305-3A71-452A-9228-6392C7A9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Feature + Scenario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7319DB8-320C-4F08-8BF9-6DEC3FC8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DEA0BFA-29C1-476C-9E82-AC8168F3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684500D-5190-4708-BEEC-6C8BA48D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AA80502-D7E8-4649-8A09-2699EB91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99B2E89-9DB9-4BA7-969E-F56A0FB2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自主执行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227F975-B5D2-4003-BA30-E9AA62CE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E37FC39-9EB0-4764-8391-6E88353B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F0B334E-D7C2-424D-9DA8-EF3FAF2B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FAB4E8F-01AA-412D-B9D5-ED224BB4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5D1D037-D7B2-4AB0-919E-8BA50572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50F06E9-ADE0-40BB-A5A2-56AD143F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验证报告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D441C6E-DEA9-48D9-A577-832CD7C6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DOM/视觉/分类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DF5CE7B-C7A7-4DFD-9A08-3EDA9FBF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6E6347E-95A8-4E3C-BBA6-EB1A4288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2C462B0-1A13-42CC-B137-A1218BB7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边界 1：零 locator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94D78AD-AD09-42F0-99CB-12F5BF93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场景只表达用户意图，不写 selector、xpath、DOM id 或 element index。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A9488F3-B4A6-4CB6-873B-A1B20616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048A04A-9CF3-4A62-BF7A-1B95929D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1C7D2F0-B1EE-4C8F-AA55-109DF034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边界 2：browser-use 唯一执行器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34F7888-3449-4A46-A571-DCA135AC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不使用 Playwright fallback，保持自然语言任务到 Agent 自主执行的路线。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2E7A13A-86A2-442D-9938-3FAF5D32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FBC726C-ED15-4401-B01D-9791A5E6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3888D5B-CCAB-4A0A-B264-D79C9041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边界 3：本地可追溯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4C9B792-44AC-4D19-9B85-A3A7129C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Trace、截图、验证结果和报告统一归档到 data/runs/{run_id}/。</a:t>
            </a:r>
          </a:p>
        </p:txBody>
      </p:sp>
    </p:spTree>
    <p:extLst>
      <p:ext uri="{BB962C8B-B14F-4D97-AF65-F5344CB8AC3E}">
        <p14:creationId xmlns:p14="http://schemas.microsoft.com/office/powerpoint/2010/main" val="41019203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3F5AD5A7-F10F-48AD-9516-B0900162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2.2  研究目标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1515B250-3F65-47D0-A517-C1F5DB30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118" name="矩形 117">
            <a:extLst xmlns:a="http://schemas.openxmlformats.org/drawingml/2006/main">
              <a:ext uri="{FF2B5EF4-FFF2-40B4-BE49-F238E27FC236}">
                <a16:creationId xmlns:a16="http://schemas.microsoft.com/office/drawing/2014/main" id="{E10E5026-9769-4FDA-A3C2-689FB4FF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9" name="矩形 118">
            <a:extLst xmlns:a="http://schemas.openxmlformats.org/drawingml/2006/main">
              <a:ext uri="{FF2B5EF4-FFF2-40B4-BE49-F238E27FC236}">
                <a16:creationId xmlns:a16="http://schemas.microsoft.com/office/drawing/2014/main" id="{651D5F33-4A49-48C5-A33C-ABFDF222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0" name="文本框 119">
            <a:extLst xmlns:a="http://schemas.openxmlformats.org/drawingml/2006/main">
              <a:ext uri="{FF2B5EF4-FFF2-40B4-BE49-F238E27FC236}">
                <a16:creationId xmlns:a16="http://schemas.microsoft.com/office/drawing/2014/main" id="{CCE41962-D964-415D-8B26-F787AF6B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4" name="文本框 123">
            <a:extLst xmlns:a="http://schemas.openxmlformats.org/drawingml/2006/main">
              <a:ext uri="{FF2B5EF4-FFF2-40B4-BE49-F238E27FC236}">
                <a16:creationId xmlns:a16="http://schemas.microsoft.com/office/drawing/2014/main" id="{AF17376A-7459-49B5-8BB1-B818CD00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30" name="文本框 129">
            <a:extLst xmlns:a="http://schemas.openxmlformats.org/drawingml/2006/main">
              <a:ext uri="{FF2B5EF4-FFF2-40B4-BE49-F238E27FC236}">
                <a16:creationId xmlns:a16="http://schemas.microsoft.com/office/drawing/2014/main" id="{599D3835-85B7-47C1-A1A6-FA9C570D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31" name="文本框 130">
            <a:extLst xmlns:a="http://schemas.openxmlformats.org/drawingml/2006/main">
              <a:ext uri="{FF2B5EF4-FFF2-40B4-BE49-F238E27FC236}">
                <a16:creationId xmlns:a16="http://schemas.microsoft.com/office/drawing/2014/main" id="{FC780630-B8AC-4195-898D-6F897807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32" name="文本框 131">
            <a:extLst xmlns:a="http://schemas.openxmlformats.org/drawingml/2006/main">
              <a:ext uri="{FF2B5EF4-FFF2-40B4-BE49-F238E27FC236}">
                <a16:creationId xmlns:a16="http://schemas.microsoft.com/office/drawing/2014/main" id="{E921E35E-305E-4103-9911-93174566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33" name="图片 1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aec901cd3447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34" name="直接连接符 133">
            <a:extLst xmlns:a="http://schemas.openxmlformats.org/drawingml/2006/main">
              <a:ext uri="{FF2B5EF4-FFF2-40B4-BE49-F238E27FC236}">
                <a16:creationId xmlns:a16="http://schemas.microsoft.com/office/drawing/2014/main" id="{4AA1076A-267F-432B-BDC2-E686E3C7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5" name="直接连接符 134">
            <a:extLst xmlns:a="http://schemas.openxmlformats.org/drawingml/2006/main">
              <a:ext uri="{FF2B5EF4-FFF2-40B4-BE49-F238E27FC236}">
                <a16:creationId xmlns:a16="http://schemas.microsoft.com/office/drawing/2014/main" id="{D4DF99EB-20A1-447A-8A73-DDECF521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6" name="直接连接符 135">
            <a:extLst xmlns:a="http://schemas.openxmlformats.org/drawingml/2006/main">
              <a:ext uri="{FF2B5EF4-FFF2-40B4-BE49-F238E27FC236}">
                <a16:creationId xmlns:a16="http://schemas.microsoft.com/office/drawing/2014/main" id="{50870E47-F85E-4953-9B7F-757B3AF8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7" name="直接连接符 136">
            <a:extLst xmlns:a="http://schemas.openxmlformats.org/drawingml/2006/main">
              <a:ext uri="{FF2B5EF4-FFF2-40B4-BE49-F238E27FC236}">
                <a16:creationId xmlns:a16="http://schemas.microsoft.com/office/drawing/2014/main" id="{8089A8E7-8F7B-4127-B817-9C735EC3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8" name="等腰三角形 137">
            <a:extLst xmlns:a="http://schemas.openxmlformats.org/drawingml/2006/main">
              <a:ext uri="{FF2B5EF4-FFF2-40B4-BE49-F238E27FC236}">
                <a16:creationId xmlns:a16="http://schemas.microsoft.com/office/drawing/2014/main" id="{4A263288-6E46-4B9E-817D-3C7EB473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2A70F998-DFDB-403E-BDB6-229CBA4F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CC76040-CD2C-4AF9-AF00-9F599D43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1C696691-B4BE-40A6-82E2-41CDE75B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已抽取功能点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578A8744-B294-4473-AD52-41A671CC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51E08049-A0A2-4AD5-A357-847263B1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6AA362BD-66F3-4201-AB21-87A197F6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已生成测试场景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FCB0C50D-E91A-402B-9AA9-349E7145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DBDA0AFD-1EAD-4E6D-A23C-71E16717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BB9C6A42-FFEF-43E9-978F-9EE67A5D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本地运行记录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EB264B3-DA3D-49EE-8A77-D48345E1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33813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FAFF"/>
          </a:solidFill>
          <a:ln xmlns:a="http://schemas.openxmlformats.org/drawingml/2006/main" w="12383">
            <a:solidFill>
              <a:srgbClr val="BBD9F4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08A68997-151E-4AAF-9A37-7C8C2C53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098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可运行本地闭环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6491DD36-5334-46FC-9AFB-0313426F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337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从手册到执行记录，已形成端到端系统形态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E724C8EF-84B3-4D13-BDF0-82568B11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1243B774-4000-48BC-9010-E476AAD2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528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05F8BC2C-D2B3-472D-BF50-74A44375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052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自动抽取 4ga Boards 主要功能点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BB37AAC1-0FE1-4B64-A514-8728DBC4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76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CADD32BF-717C-4ACC-81F2-0652182C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719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57AAA37D-0989-44A9-9678-710C251C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243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生成结构化、可执行、带证据的测试场景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1E262FD1-75EA-4D29-8E15-B63DC882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5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04F054CA-6079-4BBA-8A0C-006A691E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10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B384251A-1E86-4AC2-BE82-49D79CB8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434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实时展示 Agent 节点状态、动作、截图与事件流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17E6E8F9-9BFB-4F84-A67D-AEDEBB9F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14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4B94E776-BE87-4342-91D8-14B4DC37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01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254C195C-0270-4F36-BADA-4AFF2807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625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对执行结果进行验证、失败分类和报告归档</a:t>
            </a:r>
          </a:p>
        </p:txBody>
      </p:sp>
    </p:spTree>
    <p:extLst>
      <p:ext uri="{BB962C8B-B14F-4D97-AF65-F5344CB8AC3E}">
        <p14:creationId xmlns:p14="http://schemas.microsoft.com/office/powerpoint/2010/main" val="10486156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C5DA7CA1-70B9-4E2A-ACCE-A2B0364C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2.3  总体架构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27FAC13A-C4B2-4A07-B247-B6FC609D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F352DA87-3D00-4C14-AB17-254EA311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1" name="矩形 100">
            <a:extLst xmlns:a="http://schemas.openxmlformats.org/drawingml/2006/main">
              <a:ext uri="{FF2B5EF4-FFF2-40B4-BE49-F238E27FC236}">
                <a16:creationId xmlns:a16="http://schemas.microsoft.com/office/drawing/2014/main" id="{73B58A2F-2613-4675-91B4-F5E92759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2" name="文本框 101">
            <a:extLst xmlns:a="http://schemas.openxmlformats.org/drawingml/2006/main">
              <a:ext uri="{FF2B5EF4-FFF2-40B4-BE49-F238E27FC236}">
                <a16:creationId xmlns:a16="http://schemas.microsoft.com/office/drawing/2014/main" id="{E4E5C484-F627-4B59-AD16-6479AC5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3" name="文本框 102">
            <a:extLst xmlns:a="http://schemas.openxmlformats.org/drawingml/2006/main">
              <a:ext uri="{FF2B5EF4-FFF2-40B4-BE49-F238E27FC236}">
                <a16:creationId xmlns:a16="http://schemas.microsoft.com/office/drawing/2014/main" id="{68569EF0-A4A4-4B56-B77A-6F56F2FA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4" name="文本框 103">
            <a:extLst xmlns:a="http://schemas.openxmlformats.org/drawingml/2006/main">
              <a:ext uri="{FF2B5EF4-FFF2-40B4-BE49-F238E27FC236}">
                <a16:creationId xmlns:a16="http://schemas.microsoft.com/office/drawing/2014/main" id="{27BB5293-4B48-4EB3-82A0-C3EEE4BA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5" name="文本框 104">
            <a:extLst xmlns:a="http://schemas.openxmlformats.org/drawingml/2006/main">
              <a:ext uri="{FF2B5EF4-FFF2-40B4-BE49-F238E27FC236}">
                <a16:creationId xmlns:a16="http://schemas.microsoft.com/office/drawing/2014/main" id="{8EC6E344-EBC5-475B-A47E-1A6F0836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6" name="文本框 105">
            <a:extLst xmlns:a="http://schemas.openxmlformats.org/drawingml/2006/main">
              <a:ext uri="{FF2B5EF4-FFF2-40B4-BE49-F238E27FC236}">
                <a16:creationId xmlns:a16="http://schemas.microsoft.com/office/drawing/2014/main" id="{98566DDC-D397-4A51-A9F8-B89FDBEC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07" name="图片 1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366b9a22bd4f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08" name="直接连接符 107">
            <a:extLst xmlns:a="http://schemas.openxmlformats.org/drawingml/2006/main">
              <a:ext uri="{FF2B5EF4-FFF2-40B4-BE49-F238E27FC236}">
                <a16:creationId xmlns:a16="http://schemas.microsoft.com/office/drawing/2014/main" id="{86C1ED2F-F6CB-41FD-8287-03980FA3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9" name="直接连接符 108">
            <a:extLst xmlns:a="http://schemas.openxmlformats.org/drawingml/2006/main">
              <a:ext uri="{FF2B5EF4-FFF2-40B4-BE49-F238E27FC236}">
                <a16:creationId xmlns:a16="http://schemas.microsoft.com/office/drawing/2014/main" id="{B7050A9C-5873-4754-8D9D-B127A3FB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0" name="直接连接符 109">
            <a:extLst xmlns:a="http://schemas.openxmlformats.org/drawingml/2006/main">
              <a:ext uri="{FF2B5EF4-FFF2-40B4-BE49-F238E27FC236}">
                <a16:creationId xmlns:a16="http://schemas.microsoft.com/office/drawing/2014/main" id="{1DDF999B-915D-4CD2-999C-FAA9327E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1" name="直接连接符 110">
            <a:extLst xmlns:a="http://schemas.openxmlformats.org/drawingml/2006/main">
              <a:ext uri="{FF2B5EF4-FFF2-40B4-BE49-F238E27FC236}">
                <a16:creationId xmlns:a16="http://schemas.microsoft.com/office/drawing/2014/main" id="{4EE3BF20-BD17-4CC5-BA20-DD86AC12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2" name="等腰三角形 111">
            <a:extLst xmlns:a="http://schemas.openxmlformats.org/drawingml/2006/main">
              <a:ext uri="{FF2B5EF4-FFF2-40B4-BE49-F238E27FC236}">
                <a16:creationId xmlns:a16="http://schemas.microsoft.com/office/drawing/2014/main" id="{8B64758C-5507-40E3-90A1-72C6F587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1845335-31EE-4661-982A-243CF8B6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933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C2DFBB1-EB44-43B7-91D8-1FAA7105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2574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Next.js 中文控制台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8E45827-16DA-4F59-9311-463375EC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7647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Dashboard / Features / Scenarios / Live Run / Reports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741DD64-BBB0-4821-AD3B-2FE306D9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33675"/>
            <a:ext cx="8991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B3FFBA8-6D7F-47B1-9F3D-DA2CE65E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479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REST API + SSE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975A14F-A232-47B4-8ECE-7D7C4B04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6702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运行创建、事件推送、报告导出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C7F0FEA-810D-4416-9B6F-B2B11B5B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24225"/>
            <a:ext cx="8648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0C0C43D-3458-474E-B80A-19DB97F5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4385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E7A8DA9-ED31-49B6-AA29-1A5DACAA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575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SQLModel / SQLite / ChromaDB / Artifact storage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79A8A7F-327D-4113-A0AF-C87093B4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14775"/>
            <a:ext cx="8305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D85BDEA-1EE3-4A79-9C17-6424A5CE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0290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90FC85D-22D7-4516-8A47-04C87A55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4812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ScenarioLoader → BrowserUseRun → Verifier → Reporter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8305FA0-ADAD-4154-AB62-4A481AFE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05325"/>
            <a:ext cx="7962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E26C6F1-A07A-41CD-81D3-AE79DFAF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6196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617D4A0-9D09-4D83-B122-BBF6D91F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38675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DeepSeek / OpenAI-compatible / Browser Use hosted LLM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D3A05A9-D67C-4F5C-950D-69639683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95875"/>
            <a:ext cx="7620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8F80D2A-4667-472C-95B3-8BFA3CEA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101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验证与报告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2F449E0-7F60-42CB-BB71-9AE60CF4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29225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 + GLM-4.6V + FailureClassifier</a:t>
            </a:r>
          </a:p>
        </p:txBody>
      </p:sp>
    </p:spTree>
    <p:extLst>
      <p:ext uri="{BB962C8B-B14F-4D97-AF65-F5344CB8AC3E}">
        <p14:creationId xmlns:p14="http://schemas.microsoft.com/office/powerpoint/2010/main" val="718491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0A7C0DCB-7EEF-4038-B0F9-818B301C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DD40740B-FE96-4EF6-86AD-CF918FD9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7EA6693-60B7-4D50-B21C-80AEA1D9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26ABAB6-7A09-46C0-A59D-4BA7229D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028" y="2753201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176D3F8-51CC-4A58-AF83-F49915A1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024" y="3612894"/>
            <a:ext cx="3005951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Framework Introduction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28486A4-1558-4BFD-A981-FF400CBF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090b04c8be48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560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33d3ba735942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36C4F43-4E3A-4621-9C18-D1AAF4AF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74239F4-4D8E-4C45-B544-4051B5E5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DC1B7EC-6BD3-4412-87E5-FD9850ED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前端展示层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EA12BA4-1CCA-44DB-9E2F-581946C2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Next.js App Router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TypeScript / Tailwind CSS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Radix UI / Lucide Icons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/ TanStack Query / Recharts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F8EBC3D-1EEB-4C23-A242-94767CD7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5E715F0-251B-4FA8-928E-144EBF99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9F2A256-178E-436D-817D-98EE1D83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后端服务层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3A57D76-1BF2-4901-9B5B-A64B2C5F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FastAPI / SQLModel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SQLite / ChromaDB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sse-starlette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persistence + artifacts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8EC9FF3-CA8A-477F-9E4A-C42428C0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3AA30D5-BD85-4FD1-B607-5D8787F7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FC3F86D-B23A-4F73-8670-735CC21C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智能体层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99687C3-02C5-4425-85B5-2C5916FF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OpenAI-compatible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langchain-deepseek adapter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95C0F45-DBD6-462D-BE8D-F7E1DE53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18F5069-1B98-4200-9943-35179EB2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DADE6CC-0719-4116-9EA5-A02AF15E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验证与存储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513AEF5-C455-46C9-952C-8EA3F1BC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GLM-4.6V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data/runs/{run_id}/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3.2  系统模块划分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756826b3fe41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4B16B7B-06E3-485C-A26F-4757AEAD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66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CE9113F-47F8-475B-82D6-D3F9E5CB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622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DOC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EC1626E-D79E-4BD8-A23C-E7CB8B3B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907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405F19B-43F0-4209-96BF-77CF6A50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24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手册知识层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3241831-18F9-4A1F-B93F-BBD37F1D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爬取 / 清洗 / 切片 / 索引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0AD8EF5-8051-428A-A5E9-F832CAE4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3ACE502-F155-4DF6-B564-7C3DE6E0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764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7CA0BC8-802A-4A62-9E5D-1F7A5079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97CA287-0B75-4B13-AB3A-CA32F1E2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SCN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C43A2AD-97DD-4F53-8F72-C21F3774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765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9C7436E-C1F0-4CF0-B614-38DB61C1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099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521A92C-9F02-4965-B6B8-56D0EFE1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功能点抽取 / 零 locator 场景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35523E7-FE6F-4F4C-8D3E-675D01B6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71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64DF8C0-E25A-4107-AA1C-17CC48C4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622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C567EDA-3A02-4096-8EA0-49F06AB9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38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7B5B64F-9A21-45C8-B138-4AD57A76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338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AGT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CECA15A-176B-4137-B7A3-07C47EA4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623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2B7CF63-7352-44C5-A84A-D59AB5EC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957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智能体执行层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6FBB57B-80EA-43BD-9F76-D4379F10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任务构造 / browser-use 执行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FF3FF81-FC07-465C-B31C-F60D018B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57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7400810-BFF9-485F-A74C-C75DD6CF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480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D16B96B-5429-4E4D-92E0-3D4977EC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24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0140A2D-F2A8-4229-8D3D-94FDCB6C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CHK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4820771-715C-4835-A49B-9B5AF8EF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481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E6E0ABC-C66D-43A1-A89E-58E4CF5D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815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验证与诊断层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A11384F-1FB0-4724-BCF0-A731CB76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005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/ GLM 视觉 / 分类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8878B2A-FBE6-4E47-AF35-45C5650F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434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C7F0631-A3FF-4DB6-A530-2CA2F16B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338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77E3EE8-976B-4ED2-A21C-AD139963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0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2B151DC-B1A4-4B16-B65D-ED11BAE6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05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UI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497AAE3-09AC-4DBB-979D-4062221D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339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E597607-94DE-486A-A271-DE2878D9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673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前端控制台层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CAD7B73-79E8-4554-9B59-0CDB7588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863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状态可视化 / 报告 / 运行历史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E309117-87C1-476C-91E0-559003EB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292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25F9E43-41D5-4283-8E7E-98FBAB1D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196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3.3  手册知识层与场景生成层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0c328089f24a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FA4ED85-1CA7-47B2-96B4-CCE93CEB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7F53B8D-67C2-4DDD-87C6-6393A9E0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E5FC314-1162-4D5D-BCC8-9163573B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87FB7A8-1362-4B68-9B6F-5D258048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手册页面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4F234A5-E1E1-4061-8E8E-C8357989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2464228-50FB-4F53-8BE6-3CA6F4F6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2804510-B1DE-418E-9E81-602A0BC7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1B6F2EC-B61A-41AB-87C5-B6100DDB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631E831-310F-4FB4-B508-00ED0D36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63C3AB2-CD37-44A5-81B9-71066D02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爬取清洗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4DFBA1D-FC08-41BE-BECC-EF729919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385B215-D201-4A50-84FE-95E4A552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F76E414-55C3-48B0-9F10-B4FAFBD2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59AAB51-1448-49E1-89AF-7D408AB5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3C025F6-F889-4B10-A415-3944EE3A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6D51139-9B38-4B1E-821F-0B0C1401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标题切片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66B8783-4B7B-499D-9178-1E8EC643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0349626-AFE5-4ED1-866F-25867190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C54A6A6-70D8-4CE3-AB5E-1B236FEF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6553119-265F-41F3-800B-650A3672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A2B65DA-D75B-4731-80EA-3DAE9531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3E083D8-A894-4919-AC1E-955E2250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ChromaDB索引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BC9B87C-4C85-4D21-8968-8F7924FC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DB9AB06-D8CA-4C1B-BA06-71636308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0A1AC35-B0AD-4F13-97FD-F1153939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4971B3D-9AED-4827-8C6E-1019596A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6E02051-0068-44BB-B781-73B6A51C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3FA337E-9C5A-4662-B9D4-62CF3083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功能点抽取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356C093-B856-480F-8456-EC682162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7D21259-FAAA-4C1E-8A13-31262A3A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8CFD8C8-52CA-4D23-B2F7-C061E5EA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46EDE9F-5252-4D5E-9440-51CF3B3C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9A23CF0-B333-4143-8EB0-5651AD2A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95539B9-F966-47FC-BA2B-CEFFE6A2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零locator场景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DC973F3-3567-461E-89EE-C70D0317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C0BCCB3-317D-4AC6-88FB-A26277F8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DE55376-B73B-4A4D-B88C-7AC106E0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F412C8F-F44F-47C4-853D-B8A2CA0F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98FE296A-FD30-40FC-9D3F-1540F996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862FD80-F798-4DE3-9849-29112771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校验入库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03FCD958-3F9D-4756-9A41-9FDD09A6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36B07242-DC89-450D-A446-5FE8F740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8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B2AF20C9-098F-4CB2-AE56-F79D9656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29075"/>
            <a:ext cx="771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手册知识层：URL / title / heading path / manual section / content hash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409A5DDD-7878-45C1-9E09-FD5B9B57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FFD"/>
          </a:solidFill>
          <a:ln xmlns:a="http://schemas.openxmlformats.org/drawingml/2006/main" w="12383">
            <a:solidFill>
              <a:srgbClr val="BFE8E4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27E0851-F168-4D32-B773-2DEFBD91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场景生成层：Feature → Scenario → evidence quotes → 零 locator 校验 → SQLite 持久化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3.4  后端 API 与数据存储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d3bbc3939a4c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40FD857-0393-469B-981C-17352AA3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126A71D-DF28-4614-8E04-2FA3AD0E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9BC79ED-D457-4044-8622-75A8B2BC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前端请求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177DDBC-4B81-4346-84CC-896E99F2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9082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AE4EF01-1E44-4DC6-899C-83FC3BC1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67000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8D4CE04-605A-4D78-A3F7-19355532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14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24372FE-C47C-4C28-8043-25488A6F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595D615-F0EF-4192-B969-D7E77BE4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4C36EAE-FEFA-4EFA-93CD-B246801C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81375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手册生成任务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00189B3-8AE5-4C92-88E4-9769D3E0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95700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/api/pipeline/manual-to-scenarios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6DFCBD5-EC74-4882-A0F4-DFC2F994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71875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E86B077-1748-47EE-AFB4-4109AE91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194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BDF559A-E6D7-46F0-BC1D-1718A46A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8C22943-D53F-4F1A-B48F-8688E408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E03BD7F-F6D6-40A5-B3DD-675C1076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运行请求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0F663F4-5011-491E-9C5F-BC79045E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0057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/events / artifacts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411BA23-090D-4B5A-9F0F-9C8CF523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76750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D03D41E-B380-4AEE-9791-44493227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67ADE65-C24E-4EEA-90EA-8811A622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28875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6FEFD"/>
          </a:solidFill>
          <a:ln xmlns:a="http://schemas.openxmlformats.org/drawingml/2006/main" w="12383">
            <a:solidFill>
              <a:srgbClr val="70D3CB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92EEB97-8219-4C47-90B6-BFA0A117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14625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65223CC-1B72-44E1-BC86-6079AA84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90875"/>
            <a:ext cx="1238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/api/settings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/api/doctor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DE27177-6802-40F8-8D64-E8C81304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09C99D1-C562-4DCF-82A9-F4744ECA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764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SQLite 元数据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78147DF-4A9F-4A86-92F0-CD5FB3A6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62200"/>
            <a:ext cx="695325" cy="3048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E80DD45-5C99-4C1F-934A-66EDA4E2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8F79847-0BB0-463C-80B5-9ACBCABE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E1A0F91-26F2-4CC7-8E80-412316A1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146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 索引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267F913-FBAE-45F5-92EE-5B9B0F7B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3333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EE4300F-B2BB-4D51-A340-2D792878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479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47D0011-A359-4A78-AF44-4C6099DE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1947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1F3FD2E-3D5F-4E9E-80E1-5791D02E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Artifacts 文件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C9F8ED4-B150-48A8-AC32-42BCDAC0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9715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2A49CDA-9751-4DE9-AC8F-4886B085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52CC3B5-C733-4046-AC2B-46AF61DB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1A2345D-40C7-4EDF-8B53-3FFCCC69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SSE 事件流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E28C7E5-47ED-4C34-AE6A-FB2E7EA4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16097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A139D62-2124-4D0B-9EAB-CEAB3976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243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A74953C-3D53-49E5-8F8B-BB5BCEE3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958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F41DA80-ADEF-4B11-9F80-BDFB3A99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报告导出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DFB5B87-0151-471A-98EA-39B20F49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22479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3DCD7368-D17C-4CBF-BB87-2353D4C8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62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3.5  前端控制台与可视化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90ca358ace49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9198EAC-0DF2-4A70-89FD-FD1885EB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9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3A727C7-14D5-4525-A5B2-02942FFF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216FEA9-DC1A-4F07-9AFC-6983627F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5742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SpecPilot 中文控制台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6DF157E-DFA6-40C6-87BF-76BF8C20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76F4938-59BC-45BE-9F2A-78EC2D67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工作台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1D8D1EF-4470-466E-A66E-F94A2E95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C4FE477-AD96-491E-BE2B-4954E120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71D8D93-155D-4948-82E1-A11B53A9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7F94FF3-F7EC-4A77-BF8E-1863B2BD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测试场景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8E8F6B3-82E2-4989-A055-868F9D4A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3718C20-4C36-4066-8CAC-2EB59E38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007ABD9-FF6B-4F2E-BBCE-F4A57CBA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02798A2-E7D1-43D6-A933-D5929487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执行记录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95DFD5D-4FC9-405C-B928-6458EE47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AA6D6D4-5708-4323-8BE7-1A0AB49C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3B1675C-DDC2-4C83-8417-9443EF67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C845E18-7720-4885-A3E2-073ABDAC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005A96E-14C1-4F08-8D33-BDB91ECB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CFD71F3-CD89-4D3E-8E81-BE0C4DD2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22B5DF6-1C7D-4221-A125-CDD5F9F9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A1E36AB-951B-43E3-B548-1A024E2A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DA96071-C946-48E7-A15A-BBABF897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29B9C39-D2A2-43BF-89F5-6E77C5F2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29125"/>
            <a:ext cx="2667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54A7E4C-3A50-483B-A3E3-7EF7FFE9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SSE 实时事件流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2701F04-D257-4C7E-8503-B5A53965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29125"/>
            <a:ext cx="26193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D46FE8F-8A83-47AD-BFC9-FC7D372E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报告与运行历史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8148D51-68EF-4094-B75D-2FA0248C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B508616-B037-4AA8-8B39-FBE913DA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A91B75E-88A0-4E1B-91CB-BBA2FBAD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24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控制台职责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E7DB676-BAF9-482D-8B44-98AF01A5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38450"/>
            <a:ext cx="28194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用中文界面串起功能点、场景、运行、报告四类工作流；通过实时事件流让智能体执行过程可观察、可解释、可复盘。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3.6  智能体层总体设计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5c7dd9d15b4a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BB1E316-0BAF-40FA-AF67-0F9276BC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10668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AAD3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5821A69-9F92-4492-9B51-2769C2E7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14625"/>
            <a:ext cx="4000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B133596-0A87-4702-9A1C-CA4D1565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337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内部 Agent loop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58CE222-986B-4292-BCFE-EA0E2011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7A266CE-901A-4E56-84C3-320F4B02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8532EE2-6757-4A17-85FD-D00FC907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81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D26647D-D8B5-4E36-883A-2AAB98AA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86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观察页面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88A4538-67D4-4238-ACF4-A95C2E2C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7623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 + screenshot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92BB731-1C74-46E0-8DF2-52F3D2CE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337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EE1CB1E-9FF8-4A48-8497-D522EC30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FC5B6BF-16BF-404E-93BF-E59252BE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581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36D8038-B85D-4A77-89E0-B88B08DE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486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规划动作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F063C9F-7F0E-40E2-8DB8-6427110D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7623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click/input/drag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94A7BEB-48AC-4BEF-8B6B-2572BE84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2A70C84-1522-44CB-884D-252EEBA6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48BCABC-F5E8-44B4-9C62-F13CB0BB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29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9F0EAE1-8028-43A5-B598-98CD88DE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33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执行动作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B579ED5-5710-476F-8EEB-B9C2D3BA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100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本地浏览器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1A2E3C1-18BB-460D-900C-480BFF9C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814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AABCF6E-EE7C-4312-B95F-65933E39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B69710B-2A2B-4C2E-AC48-418D9B2A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229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2EA2AC8-2DA0-4335-A9C8-A529858D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133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返回轨迹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B3FD2D7-E8A1-4712-8569-F0FF0C50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4100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history + errors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E374611-A793-43A1-A61F-EC5DB7AC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19375"/>
            <a:ext cx="4762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0C5CE31-AEEC-4A52-A9B0-EE3F2196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LangGraph 外部工作流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7A70B70-492A-43BC-B8C7-96EBB09E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7D496B0-FB5D-4686-A845-BFCD2E3E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ScenarioLoader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C09102B-292F-48B5-AA38-DCE9D9C8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A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C19AF8B-CAC9-421F-B5CF-813BDC22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BrowserUseRun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967E1CD-5A8F-4FCE-9B48-69D1CCEC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34EBB17-2988-4490-BF29-4081AF76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TraceCollector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717DA1A-7F1D-4155-A4B0-1CEC7B29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3FCBCFB-4ACB-4DE2-9EC9-E0937C6D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Verifier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E7F8DAA-F1FC-4AAA-9C6A-1C3510EB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0F19AEB-23A3-4A22-A9A8-9A81ABDD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F1A536F-89EB-4D13-93A4-5627350B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404A7F8-5820-4515-80A9-6EBF1D8D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Reporter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8BD526F-0EDD-4F16-ABEF-046D7FE2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14875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F6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B2F63"/>
                </a:solidFill>
                <a:latin typeface="微软雅黑"/>
                <a:ea typeface="微软雅黑"/>
                <a:cs typeface="微软雅黑"/>
              </a:rPr>
              <a:t>职责边界：browser-use 负责单场景内部执行 loop；LangGraph 负责执行前后编排、记录、验证、分类和报告。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3.7  LangGraph 的作用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a01817f6d141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E694FB4-25B6-4363-9161-0481326D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C24AE3F-EE65-4F73-8B76-7C7CD420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ScenarioLoader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05070B2-DA46-47D4-B47D-79818AB2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B50C5AF-9595-4C62-B968-FB592133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4ED4181-5684-4D4F-BBEC-B1D6BB28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BrowserUseRun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2F6E103-B5A5-491B-8CE0-9729DAA1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A2F53E9-555E-4455-AE66-E97AD394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250FDFC-CA2E-427C-9AA4-202EB151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TraceCollector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4A3D534-ED73-498A-8AE5-BCABD616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4C08B04-1498-41E4-B221-9C698687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8CA5356-1F99-4F3A-8E12-366E6426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DeterministicVerifier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2AAA2FB-BD0E-4695-9EA7-12BE1652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59D8DB1-A562-470E-A15E-5DE5ED76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01A6C2C-125F-4B21-A4D6-C048F1C9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VisionVerifier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3CBBBB0-F347-473A-A640-F3324EF8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155E892-50E1-46F1-915D-E531F898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1283394-E49B-4300-8053-FAD20D5B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624BA82-3013-485D-A96E-8585CAFE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9408274-7AFE-42C0-9E2A-E402CA33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53FDD04-2B12-4464-8877-2346C3F1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RepairPlanner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C438146-41EF-49B5-B607-7FBA2715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6801903-24AE-4647-8351-D71CE10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65B9B03-2F26-4CBE-8318-A91FA7AF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Reporter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D514D41-54E4-4F2A-9358-C108CDA2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BFDB29D-A48D-4224-9D7A-6F7FF199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963CF4E-0276-4128-B564-736CF3A7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固定运行阶段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8C785ED-7BD2-43A1-8F4F-7EC4B9E2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把一次 Agent 测试运行拆成可观测节点。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8A12D39-8081-4183-9637-4B437C46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958F0F7-D192-4E1C-AC64-2E60E183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5F01399-CD77-4188-93A6-E9B5E28D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支撑实时可视化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C426B8B-44B6-4A10-AC1F-359A764A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根据 TraceEvent 展示节点流转。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481DEEC-FD77-40E5-B4E2-5EAFD74F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4B7DAF7-BF5C-4D8D-950E-0469B7B6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4A2C5E0-AD05-4F66-AB0B-98267918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便于后续扩展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75B0C1A-790F-4A18-8DB5-DBAD4E45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可插入二次验证、修补策略或人工审核节点。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92D02A0-1FFA-4C7E-8578-A756FAB7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85B4D01-442A-47EA-B8A0-F76B5C88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11D7003-CA9B-4D25-9556-DEA5CF17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不替代 browser-use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4C42701-094B-4F5A-9336-047D4FCF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不重新规划每一次 click，避免职责重叠。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3.8  从测试场景到 Agent 任务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859c7d0e434b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61E18F5-09DC-474B-83FB-080BDAA0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777B8A5-07D2-4A04-93BD-01059028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1196C63-A1B0-4187-9756-7BBBDB78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1937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TestScenario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3D93F9B-A3D7-4419-83ED-38997B2F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2057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title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preconditions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test_data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steps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expectations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A713AFA-7FDC-49B6-A906-5EA617C2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C834AE1-643F-4DE5-8225-17819991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76500"/>
            <a:ext cx="2762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DE67E88-80B3-41E0-A472-6961ED51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8945492-D9C8-4E10-AC69-1B893D9B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6193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TaskBuilder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E91FCBB-7EF8-4C1A-A637-EFEF30DA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933700"/>
            <a:ext cx="2438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字段筛选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敏感信息过滤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内容转换与规范化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补充执行规则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BA7ADCA-67AE-43BA-8874-DB3AFA75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95B99A9-5E8C-4003-A0DD-E05A290E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2762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84678E9-1551-44A6-B2C2-777B88E5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F7B4A78-875D-47FB-BAD7-BC8B93F7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6193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browser-use 任务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5FF0460-1B7E-4823-82CD-F3C7CC5A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933700"/>
            <a:ext cx="2438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场景标题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前置条件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非敏感测试数据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操作步骤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执行规则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F5973A2-4C7B-4091-99FD-7CCFCE2D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0125"/>
            <a:ext cx="342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F0"/>
          </a:solidFill>
          <a:ln xmlns:a="http://schemas.openxmlformats.org/drawingml/2006/main" w="12383">
            <a:solidFill>
              <a:srgbClr val="F4B0A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080B1DC-37E8-4E27-B811-C4521B9E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972050"/>
            <a:ext cx="30003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password / token / api_key 不进入任务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A6FC357-437F-473E-8A60-3B2DEE6D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10125"/>
            <a:ext cx="3619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FFF7"/>
          </a:solidFill>
          <a:ln xmlns:a="http://schemas.openxmlformats.org/drawingml/2006/main" w="12383">
            <a:solidFill>
              <a:srgbClr val="B9EBC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AEB8184-1ACD-4D71-A95A-97AE617F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72050"/>
            <a:ext cx="3238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expectations 只交给后置验证器，避免 Agent 迎合答案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3.9  为什么选择 browser-use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6ad046fa6042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3.10  运行编排与实时事件流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507433367040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3.11  双通道验证与仲裁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96c0d13d347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3.12  失败分类器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cb021e6d8845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3.13  运行报告与证据归档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cec08c4a9342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3.14  框架创新点总结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4a2c6b3cdb44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3F5602B9-D756-4A9B-A735-8F910598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C6BD1E9E-462A-4E05-A64D-8C9D2DB3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72044AB2-5CCD-4B04-9B1B-94825870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CD0D9A1-6AFA-4A97-A0B0-A846D6F9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672" y="2782669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61419B7-1DE9-46A8-9CB1-3FB4A1F1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397" y="3606757"/>
            <a:ext cx="172220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Timeline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1ABCCC2-961B-49D2-B301-F53C64D7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6be5940f5f4f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9354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34687BB-B6DE-4E27-BB3C-8B9654AC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4.1  当前实现成果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A1D445DB-6A01-473C-9EE1-EE1EDCAC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0557CE87-89DC-48A8-B4E6-092A0F5A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ED59D59-57B1-4B1C-B0CB-36E87DD2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0"/>
            <a:ext cx="2060295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52715EE3-2B08-48F7-B201-3F58D02B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09787789-72F3-4AFF-8D52-DE06018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2D6DA868-582C-4F92-9A9C-79C8E04C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03CED111-5D84-47E3-8EBB-DD8B1038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D5AFCF99-AA03-462C-B4C0-256DB517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45da8ccbaa4c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1766B8C3-A303-4CEA-8193-856EC688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E1F36224-82BF-48F8-914E-38CCEA47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E0268BEB-35B6-4FB6-BE9E-BEF2EA56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A9B3173F-339E-425F-8B11-5CE9AE0D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7F1CFACF-F41A-42E0-ADDB-BBF7E38E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7092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 7">
            <a:extLst xmlns:a="http://schemas.openxmlformats.org/drawingml/2006/main">
              <a:ext uri="{FF2B5EF4-FFF2-40B4-BE49-F238E27FC236}">
                <a16:creationId xmlns:a16="http://schemas.microsoft.com/office/drawing/2014/main" id="{3AC16CC3-01E4-4C53-90D3-317D53FF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05.01</a:t>
            </a:r>
          </a:p>
        </p:txBody>
      </p:sp>
      <p:sp>
        <p:nvSpPr>
          <p:cNvPr id="31" name="Text 8">
            <a:extLst xmlns:a="http://schemas.openxmlformats.org/drawingml/2006/main">
              <a:ext uri="{FF2B5EF4-FFF2-40B4-BE49-F238E27FC236}">
                <a16:creationId xmlns:a16="http://schemas.microsoft.com/office/drawing/2014/main" id="{BD713278-2AE9-4F52-BC9F-1E76C4D4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01 · DEADLINE</a:t>
            </a:r>
          </a:p>
        </p:txBody>
      </p:sp>
      <p:sp>
        <p:nvSpPr>
          <p:cNvPr id="32" name="Shape 9">
            <a:extLst xmlns:a="http://schemas.openxmlformats.org/drawingml/2006/main">
              <a:ext uri="{FF2B5EF4-FFF2-40B4-BE49-F238E27FC236}">
                <a16:creationId xmlns:a16="http://schemas.microsoft.com/office/drawing/2014/main" id="{119ACF3B-8E70-4451-986A-BC5B33B5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36" name="Text 12">
            <a:extLst xmlns:a="http://schemas.openxmlformats.org/drawingml/2006/main">
              <a:ext uri="{FF2B5EF4-FFF2-40B4-BE49-F238E27FC236}">
                <a16:creationId xmlns:a16="http://schemas.microsoft.com/office/drawing/2014/main" id="{12F16069-DB6E-42C4-A916-3A648717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05.30</a:t>
            </a:r>
          </a:p>
        </p:txBody>
      </p:sp>
      <p:sp>
        <p:nvSpPr>
          <p:cNvPr id="37" name="Text 13">
            <a:extLst xmlns:a="http://schemas.openxmlformats.org/drawingml/2006/main">
              <a:ext uri="{FF2B5EF4-FFF2-40B4-BE49-F238E27FC236}">
                <a16:creationId xmlns:a16="http://schemas.microsoft.com/office/drawing/2014/main" id="{51980742-5472-46D5-BBFB-EAE104C1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02 · DEADLINE</a:t>
            </a:r>
          </a:p>
        </p:txBody>
      </p:sp>
      <p:sp>
        <p:nvSpPr>
          <p:cNvPr id="51" name="Shape 14">
            <a:extLst xmlns:a="http://schemas.openxmlformats.org/drawingml/2006/main">
              <a:ext uri="{FF2B5EF4-FFF2-40B4-BE49-F238E27FC236}">
                <a16:creationId xmlns:a16="http://schemas.microsoft.com/office/drawing/2014/main" id="{43537C3E-3D2D-4F19-A412-547BA82E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4" name="Text 17">
            <a:extLst xmlns:a="http://schemas.openxmlformats.org/drawingml/2006/main">
              <a:ext uri="{FF2B5EF4-FFF2-40B4-BE49-F238E27FC236}">
                <a16:creationId xmlns:a16="http://schemas.microsoft.com/office/drawing/2014/main" id="{690B71BF-2C76-4D13-9F1C-1D1D49C0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06.15</a:t>
            </a:r>
          </a:p>
        </p:txBody>
      </p:sp>
      <p:sp>
        <p:nvSpPr>
          <p:cNvPr id="55" name="Text 18">
            <a:extLst xmlns:a="http://schemas.openxmlformats.org/drawingml/2006/main">
              <a:ext uri="{FF2B5EF4-FFF2-40B4-BE49-F238E27FC236}">
                <a16:creationId xmlns:a16="http://schemas.microsoft.com/office/drawing/2014/main" id="{801F2E21-1A64-48F4-9EB9-C6EB4785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03 · DEADLINE</a:t>
            </a:r>
          </a:p>
        </p:txBody>
      </p:sp>
      <p:sp>
        <p:nvSpPr>
          <p:cNvPr id="56" name="Shape 19">
            <a:extLst xmlns:a="http://schemas.openxmlformats.org/drawingml/2006/main">
              <a:ext uri="{FF2B5EF4-FFF2-40B4-BE49-F238E27FC236}">
                <a16:creationId xmlns:a16="http://schemas.microsoft.com/office/drawing/2014/main" id="{2736ACC0-27E8-4A0C-9177-0FBF9BF5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9" name="Text 22">
            <a:extLst xmlns:a="http://schemas.openxmlformats.org/drawingml/2006/main">
              <a:ext uri="{FF2B5EF4-FFF2-40B4-BE49-F238E27FC236}">
                <a16:creationId xmlns:a16="http://schemas.microsoft.com/office/drawing/2014/main" id="{E9D31FC1-4BC2-43ED-8BF6-AB7E2B71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06.30</a:t>
            </a:r>
          </a:p>
        </p:txBody>
      </p:sp>
      <p:sp>
        <p:nvSpPr>
          <p:cNvPr id="60" name="Text 23">
            <a:extLst xmlns:a="http://schemas.openxmlformats.org/drawingml/2006/main">
              <a:ext uri="{FF2B5EF4-FFF2-40B4-BE49-F238E27FC236}">
                <a16:creationId xmlns:a16="http://schemas.microsoft.com/office/drawing/2014/main" id="{B2F62955-4A21-43C6-ADCE-6C8D4E83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04 · DEADLINE</a:t>
            </a:r>
          </a:p>
        </p:txBody>
      </p:sp>
      <p:sp>
        <p:nvSpPr>
          <p:cNvPr id="61" name="Shape 24">
            <a:extLst xmlns:a="http://schemas.openxmlformats.org/drawingml/2006/main">
              <a:ext uri="{FF2B5EF4-FFF2-40B4-BE49-F238E27FC236}">
                <a16:creationId xmlns:a16="http://schemas.microsoft.com/office/drawing/2014/main" id="{B09ABEB9-FDDB-49CB-B6C7-FEAA8C47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</p:spTree>
    <p:extLst>
      <p:ext uri="{BB962C8B-B14F-4D97-AF65-F5344CB8AC3E}">
        <p14:creationId xmlns:p14="http://schemas.microsoft.com/office/powerpoint/2010/main" val="50482309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4.2  测试与验收情况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ecc152b36c4b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5.1  小组分工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33b32892cb4d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5B1E27-B13F-4025-AF3D-12626A48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617" y="1438103"/>
            <a:ext cx="9710531" cy="43961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5101F59-0547-4625-9D11-56ED6460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4" y="3286495"/>
            <a:ext cx="56769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敬请</a:t>
            </a:r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各位老师同学批评指正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5611ECF-9700-4D3A-B594-A59298F4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3" y="2340358"/>
            <a:ext cx="5600885" cy="76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4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汇报结束     感谢观看</a:t>
            </a:r>
          </a:p>
        </p:txBody>
      </p:sp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D0843B20-529F-4BA5-A985-F6B812D8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8478" y="4643854"/>
            <a:ext cx="1299044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ABF4C17-E7B2-4183-A778-509571B4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457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1EE79FE-A7C6-4974-8B17-3C0741C2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831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1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ab5e82eec54c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6999" y="188082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222704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2026-05-26T13:29:36.8350000Z</dcterms:created>
  <dcterms:modified xsi:type="dcterms:W3CDTF">2026-05-26T13:29:36.8360000Z</dcterms:modified>
</coreProperties>
</file>