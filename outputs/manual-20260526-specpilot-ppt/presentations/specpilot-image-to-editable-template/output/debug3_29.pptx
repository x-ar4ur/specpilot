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8c415bddf1436f" /><Relationship Type="http://schemas.openxmlformats.org/officeDocument/2006/relationships/extended-properties" Target="/docProps/app.xml" Id="R2822ced37d8442b7" /><Relationship Type="http://schemas.openxmlformats.org/officeDocument/2006/relationships/officeDocument" Target="/ppt/presentation.xml" Id="R57b3bc26572649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564cdef0a34c83"/>
  </p:sldMasterIdLst>
  <p:notesMasterIdLst>
    <p:notesMasterId xmlns:r="http://schemas.openxmlformats.org/officeDocument/2006/relationships" r:id="R0c8d798c476a4aad"/>
  </p:notesMasterIdLst>
  <p:sldIdLst>
    <p:sldId xmlns:r="http://schemas.openxmlformats.org/officeDocument/2006/relationships" id="256" r:id="R804848670d0e472a"/>
    <p:sldId xmlns:r="http://schemas.openxmlformats.org/officeDocument/2006/relationships" id="257" r:id="Rc63f9e34140d4ffb"/>
    <p:sldId xmlns:r="http://schemas.openxmlformats.org/officeDocument/2006/relationships" id="258" r:id="Rc177082453354400"/>
    <p:sldId xmlns:r="http://schemas.openxmlformats.org/officeDocument/2006/relationships" id="259" r:id="R23f4d33b4a974a95"/>
    <p:sldId xmlns:r="http://schemas.openxmlformats.org/officeDocument/2006/relationships" id="260" r:id="R1c723b9d878042d2"/>
    <p:sldId xmlns:r="http://schemas.openxmlformats.org/officeDocument/2006/relationships" id="261" r:id="R1fe2c5eacdf94385"/>
    <p:sldId xmlns:r="http://schemas.openxmlformats.org/officeDocument/2006/relationships" id="262" r:id="R4638784ae9954423"/>
    <p:sldId xmlns:r="http://schemas.openxmlformats.org/officeDocument/2006/relationships" id="263" r:id="R0c44e40de2bf430d"/>
    <p:sldId xmlns:r="http://schemas.openxmlformats.org/officeDocument/2006/relationships" id="264" r:id="R4455a7c536e94f75"/>
    <p:sldId xmlns:r="http://schemas.openxmlformats.org/officeDocument/2006/relationships" id="265" r:id="R19cf17a7c76d4600"/>
    <p:sldId xmlns:r="http://schemas.openxmlformats.org/officeDocument/2006/relationships" id="266" r:id="Rb300dbe018a6444f"/>
    <p:sldId xmlns:r="http://schemas.openxmlformats.org/officeDocument/2006/relationships" id="267" r:id="R60a4a1e64cc64f16"/>
    <p:sldId xmlns:r="http://schemas.openxmlformats.org/officeDocument/2006/relationships" id="268" r:id="R60bb4ed4ed0e47bf"/>
    <p:sldId xmlns:r="http://schemas.openxmlformats.org/officeDocument/2006/relationships" id="269" r:id="R72f6b825c1ab4049"/>
    <p:sldId xmlns:r="http://schemas.openxmlformats.org/officeDocument/2006/relationships" id="270" r:id="R56008b2fbb3d46ba"/>
    <p:sldId xmlns:r="http://schemas.openxmlformats.org/officeDocument/2006/relationships" id="271" r:id="Rabba17cffa02449e"/>
    <p:sldId xmlns:r="http://schemas.openxmlformats.org/officeDocument/2006/relationships" id="272" r:id="Ra405f40db9374b50"/>
    <p:sldId xmlns:r="http://schemas.openxmlformats.org/officeDocument/2006/relationships" id="273" r:id="R8c419fa76a514ea8"/>
    <p:sldId xmlns:r="http://schemas.openxmlformats.org/officeDocument/2006/relationships" id="274" r:id="R6e96ebec690248b8"/>
    <p:sldId xmlns:r="http://schemas.openxmlformats.org/officeDocument/2006/relationships" id="275" r:id="R8a686d516d044acf"/>
    <p:sldId xmlns:r="http://schemas.openxmlformats.org/officeDocument/2006/relationships" id="276" r:id="R2ce41fee6b3141b3"/>
    <p:sldId xmlns:r="http://schemas.openxmlformats.org/officeDocument/2006/relationships" id="277" r:id="R2934fad6c9b446f5"/>
    <p:sldId xmlns:r="http://schemas.openxmlformats.org/officeDocument/2006/relationships" id="278" r:id="R6a2fe6d4fe2a4cf3"/>
    <p:sldId xmlns:r="http://schemas.openxmlformats.org/officeDocument/2006/relationships" id="279" r:id="R0ffff88e9d9e4082"/>
    <p:sldId xmlns:r="http://schemas.openxmlformats.org/officeDocument/2006/relationships" id="280" r:id="R02cada1ef59a4c5f"/>
    <p:sldId xmlns:r="http://schemas.openxmlformats.org/officeDocument/2006/relationships" id="281" r:id="Rfb2c3c790cf44b84"/>
    <p:sldId xmlns:r="http://schemas.openxmlformats.org/officeDocument/2006/relationships" id="282" r:id="Rc4a90686eb3343c2"/>
    <p:sldId xmlns:r="http://schemas.openxmlformats.org/officeDocument/2006/relationships" id="283" r:id="R92158108201d4774"/>
    <p:sldId xmlns:r="http://schemas.openxmlformats.org/officeDocument/2006/relationships" id="284" r:id="R3f6c37e1e05241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64cdef0a34c83" /><Relationship Type="http://schemas.openxmlformats.org/officeDocument/2006/relationships/theme" Target="/ppt/theme/theme1.xml" Id="R00c03dd626214c6e" /><Relationship Type="http://schemas.openxmlformats.org/officeDocument/2006/relationships/notesMaster" Target="/ppt/notesMasters/notesMaster1.xml" Id="R0c8d798c476a4aad" /><Relationship Type="http://schemas.openxmlformats.org/officeDocument/2006/relationships/presProps" Target="/ppt/presProps.xml" Id="R32b05fe865d04136" /><Relationship Type="http://schemas.openxmlformats.org/officeDocument/2006/relationships/viewProps" Target="/ppt/viewProps.xml" Id="R64dcc87ace69463d" /><Relationship Type="http://schemas.openxmlformats.org/officeDocument/2006/relationships/tableStyles" Target="/ppt/tableStyles.xml" Id="R18886e44dd864cc2" /><Relationship Type="http://schemas.openxmlformats.org/officeDocument/2006/relationships/slide" Target="/ppt/slides/slide1.xml" Id="R804848670d0e472a" /><Relationship Type="http://schemas.openxmlformats.org/officeDocument/2006/relationships/slide" Target="/ppt/slides/slide2.xml" Id="Rc63f9e34140d4ffb" /><Relationship Type="http://schemas.openxmlformats.org/officeDocument/2006/relationships/slide" Target="/ppt/slides/slide3.xml" Id="Rc177082453354400" /><Relationship Type="http://schemas.openxmlformats.org/officeDocument/2006/relationships/slide" Target="/ppt/slides/slide4.xml" Id="R23f4d33b4a974a95" /><Relationship Type="http://schemas.openxmlformats.org/officeDocument/2006/relationships/slide" Target="/ppt/slides/slide5.xml" Id="R1c723b9d878042d2" /><Relationship Type="http://schemas.openxmlformats.org/officeDocument/2006/relationships/slide" Target="/ppt/slides/slide6.xml" Id="R1fe2c5eacdf94385" /><Relationship Type="http://schemas.openxmlformats.org/officeDocument/2006/relationships/slide" Target="/ppt/slides/slide7.xml" Id="R4638784ae9954423" /><Relationship Type="http://schemas.openxmlformats.org/officeDocument/2006/relationships/slide" Target="/ppt/slides/slide8.xml" Id="R0c44e40de2bf430d" /><Relationship Type="http://schemas.openxmlformats.org/officeDocument/2006/relationships/slide" Target="/ppt/slides/slide9.xml" Id="R4455a7c536e94f75" /><Relationship Type="http://schemas.openxmlformats.org/officeDocument/2006/relationships/slide" Target="/ppt/slides/slide10.xml" Id="R19cf17a7c76d4600" /><Relationship Type="http://schemas.openxmlformats.org/officeDocument/2006/relationships/slide" Target="/ppt/slides/slide11.xml" Id="Rb300dbe018a6444f" /><Relationship Type="http://schemas.openxmlformats.org/officeDocument/2006/relationships/slide" Target="/ppt/slides/slide12.xml" Id="R60a4a1e64cc64f16" /><Relationship Type="http://schemas.openxmlformats.org/officeDocument/2006/relationships/slide" Target="/ppt/slides/slide13.xml" Id="R60bb4ed4ed0e47bf" /><Relationship Type="http://schemas.openxmlformats.org/officeDocument/2006/relationships/slide" Target="/ppt/slides/slide14.xml" Id="R72f6b825c1ab4049" /><Relationship Type="http://schemas.openxmlformats.org/officeDocument/2006/relationships/slide" Target="/ppt/slides/slide15.xml" Id="R56008b2fbb3d46ba" /><Relationship Type="http://schemas.openxmlformats.org/officeDocument/2006/relationships/slide" Target="/ppt/slides/slide16.xml" Id="Rabba17cffa02449e" /><Relationship Type="http://schemas.openxmlformats.org/officeDocument/2006/relationships/slide" Target="/ppt/slides/slide17.xml" Id="Ra405f40db9374b50" /><Relationship Type="http://schemas.openxmlformats.org/officeDocument/2006/relationships/slide" Target="/ppt/slides/slide18.xml" Id="R8c419fa76a514ea8" /><Relationship Type="http://schemas.openxmlformats.org/officeDocument/2006/relationships/slide" Target="/ppt/slides/slide19.xml" Id="R6e96ebec690248b8" /><Relationship Type="http://schemas.openxmlformats.org/officeDocument/2006/relationships/slide" Target="/ppt/slides/slide20.xml" Id="R8a686d516d044acf" /><Relationship Type="http://schemas.openxmlformats.org/officeDocument/2006/relationships/slide" Target="/ppt/slides/slide21.xml" Id="R2ce41fee6b3141b3" /><Relationship Type="http://schemas.openxmlformats.org/officeDocument/2006/relationships/slide" Target="/ppt/slides/slide22.xml" Id="R2934fad6c9b446f5" /><Relationship Type="http://schemas.openxmlformats.org/officeDocument/2006/relationships/slide" Target="/ppt/slides/slide23.xml" Id="R6a2fe6d4fe2a4cf3" /><Relationship Type="http://schemas.openxmlformats.org/officeDocument/2006/relationships/slide" Target="/ppt/slides/slide24.xml" Id="R0ffff88e9d9e4082" /><Relationship Type="http://schemas.openxmlformats.org/officeDocument/2006/relationships/slide" Target="/ppt/slides/slide25.xml" Id="R02cada1ef59a4c5f" /><Relationship Type="http://schemas.openxmlformats.org/officeDocument/2006/relationships/slide" Target="/ppt/slides/slide26.xml" Id="Rfb2c3c790cf44b84" /><Relationship Type="http://schemas.openxmlformats.org/officeDocument/2006/relationships/slide" Target="/ppt/slides/slide27.xml" Id="Rc4a90686eb3343c2" /><Relationship Type="http://schemas.openxmlformats.org/officeDocument/2006/relationships/slide" Target="/ppt/slides/slide28.xml" Id="R92158108201d4774" /><Relationship Type="http://schemas.openxmlformats.org/officeDocument/2006/relationships/slide" Target="/ppt/slides/slide29.xml" Id="R3f6c37e1e05241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9083034cc2c40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98259357fa4464" /><Relationship Type="http://schemas.openxmlformats.org/officeDocument/2006/relationships/notesMaster" Target="/ppt/notesMasters/notesMaster1.xml" Id="R8c0389e995294c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1a1996bd9a41f8" /><Relationship Type="http://schemas.openxmlformats.org/officeDocument/2006/relationships/notesMaster" Target="/ppt/notesMasters/notesMaster1.xml" Id="R88ff8eb8f6774b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c0b2d063e747ed" /><Relationship Type="http://schemas.openxmlformats.org/officeDocument/2006/relationships/notesMaster" Target="/ppt/notesMasters/notesMaster1.xml" Id="R9f0a3d124f3f45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00e02d51814676" /><Relationship Type="http://schemas.openxmlformats.org/officeDocument/2006/relationships/notesMaster" Target="/ppt/notesMasters/notesMaster1.xml" Id="R9ecf06de4e2740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5eb922e69243a8" /><Relationship Type="http://schemas.openxmlformats.org/officeDocument/2006/relationships/notesMaster" Target="/ppt/notesMasters/notesMaster1.xml" Id="R3aec50d81f3146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c1aa9d64384334" /><Relationship Type="http://schemas.openxmlformats.org/officeDocument/2006/relationships/notesMaster" Target="/ppt/notesMasters/notesMaster1.xml" Id="R61b555e81c7147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0413416bba42e9" /><Relationship Type="http://schemas.openxmlformats.org/officeDocument/2006/relationships/notesMaster" Target="/ppt/notesMasters/notesMaster1.xml" Id="R4121598f09ce4f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cb5fd4b93e4cda" /><Relationship Type="http://schemas.openxmlformats.org/officeDocument/2006/relationships/notesMaster" Target="/ppt/notesMasters/notesMaster1.xml" Id="R795aadf7b96f49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d4efd814614198" /><Relationship Type="http://schemas.openxmlformats.org/officeDocument/2006/relationships/notesMaster" Target="/ppt/notesMasters/notesMaster1.xml" Id="Rd7f19b69456a45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51cb7f58e74373" /><Relationship Type="http://schemas.openxmlformats.org/officeDocument/2006/relationships/notesMaster" Target="/ppt/notesMasters/notesMaster1.xml" Id="R700b8c8b42e643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1056e8355646e9" /><Relationship Type="http://schemas.openxmlformats.org/officeDocument/2006/relationships/notesMaster" Target="/ppt/notesMasters/notesMaster1.xml" Id="Reaedc41012b74f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57d1ae889a4515" /><Relationship Type="http://schemas.openxmlformats.org/officeDocument/2006/relationships/notesMaster" Target="/ppt/notesMasters/notesMaster1.xml" Id="R8d46c40f262b42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b0db0f1a4d420d" /><Relationship Type="http://schemas.openxmlformats.org/officeDocument/2006/relationships/notesMaster" Target="/ppt/notesMasters/notesMaster1.xml" Id="R04023bb0a7634f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d2d223e5ee4943" /><Relationship Type="http://schemas.openxmlformats.org/officeDocument/2006/relationships/notesMaster" Target="/ppt/notesMasters/notesMaster1.xml" Id="R4a83d6f33d05444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07c7e814714ce3" /><Relationship Type="http://schemas.openxmlformats.org/officeDocument/2006/relationships/notesMaster" Target="/ppt/notesMasters/notesMaster1.xml" Id="Rf96d6bef3d994dd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bcda8375b344b1" /><Relationship Type="http://schemas.openxmlformats.org/officeDocument/2006/relationships/notesMaster" Target="/ppt/notesMasters/notesMaster1.xml" Id="R788ac4d0e49b429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e0fb06b3f4f4922" /><Relationship Type="http://schemas.openxmlformats.org/officeDocument/2006/relationships/notesMaster" Target="/ppt/notesMasters/notesMaster1.xml" Id="Rf0c5cb092499451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a9767181524f5c" /><Relationship Type="http://schemas.openxmlformats.org/officeDocument/2006/relationships/notesMaster" Target="/ppt/notesMasters/notesMaster1.xml" Id="Rb1a957e7024e46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dd9e58747ab4c2c" /><Relationship Type="http://schemas.openxmlformats.org/officeDocument/2006/relationships/notesMaster" Target="/ppt/notesMasters/notesMaster1.xml" Id="R403c65ca680348c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9f279ef8c734269" /><Relationship Type="http://schemas.openxmlformats.org/officeDocument/2006/relationships/notesMaster" Target="/ppt/notesMasters/notesMaster1.xml" Id="R895b63db61094da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24b501accd346bd" /><Relationship Type="http://schemas.openxmlformats.org/officeDocument/2006/relationships/notesMaster" Target="/ppt/notesMasters/notesMaster1.xml" Id="Rdd560b56a120490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08ca2a8370d46f7" /><Relationship Type="http://schemas.openxmlformats.org/officeDocument/2006/relationships/notesMaster" Target="/ppt/notesMasters/notesMaster1.xml" Id="Rad502e0113ef407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df51da4c2ad4fa3" /><Relationship Type="http://schemas.openxmlformats.org/officeDocument/2006/relationships/notesMaster" Target="/ppt/notesMasters/notesMaster1.xml" Id="R5f3f7d8db9994b5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4010570843402b" /><Relationship Type="http://schemas.openxmlformats.org/officeDocument/2006/relationships/notesMaster" Target="/ppt/notesMasters/notesMaster1.xml" Id="Rd0de623287c042e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975d42ad5be4b99" /><Relationship Type="http://schemas.openxmlformats.org/officeDocument/2006/relationships/notesMaster" Target="/ppt/notesMasters/notesMaster1.xml" Id="R39253347549d45d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313c8dc853f4862" /><Relationship Type="http://schemas.openxmlformats.org/officeDocument/2006/relationships/notesMaster" Target="/ppt/notesMasters/notesMaster1.xml" Id="Rcd923387ab444dd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c41bf87e2b349e0" /><Relationship Type="http://schemas.openxmlformats.org/officeDocument/2006/relationships/notesMaster" Target="/ppt/notesMasters/notesMaster1.xml" Id="R1c5bb247e80442c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4c6f798ba9d4c26" /><Relationship Type="http://schemas.openxmlformats.org/officeDocument/2006/relationships/notesMaster" Target="/ppt/notesMasters/notesMaster1.xml" Id="R893bf8a458ac451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4cba0981f324088" /><Relationship Type="http://schemas.openxmlformats.org/officeDocument/2006/relationships/notesMaster" Target="/ppt/notesMasters/notesMaster1.xml" Id="R3fcf06ae81384c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77753fa3864e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d1fde143b43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f09424221543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505debe5d4b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decf94eb047d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0116124055450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c8ba4d6d67433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d6ce3f0b2411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f6d48647b4be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24d74d25e6450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1491df39204cab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391479c71a049bf" /><Relationship Type="http://schemas.openxmlformats.org/officeDocument/2006/relationships/slideLayout" Target="/ppt/slideLayouts/slideLayout2.xml" Id="R4b91a4a4e4324d63" /><Relationship Type="http://schemas.openxmlformats.org/officeDocument/2006/relationships/slideLayout" Target="/ppt/slideLayouts/slideLayout3.xml" Id="Raae7bbcb140a49c9" /><Relationship Type="http://schemas.openxmlformats.org/officeDocument/2006/relationships/slideLayout" Target="/ppt/slideLayouts/slideLayout4.xml" Id="Rdae4e1e17add4fed" /><Relationship Type="http://schemas.openxmlformats.org/officeDocument/2006/relationships/slideLayout" Target="/ppt/slideLayouts/slideLayout5.xml" Id="R5e8c1392c8ff4c70" /><Relationship Type="http://schemas.openxmlformats.org/officeDocument/2006/relationships/slideLayout" Target="/ppt/slideLayouts/slideLayout6.xml" Id="Rd38cbabdbfa34940" /><Relationship Type="http://schemas.openxmlformats.org/officeDocument/2006/relationships/slideLayout" Target="/ppt/slideLayouts/slideLayout7.xml" Id="Re3625dadd7a241c1" /><Relationship Type="http://schemas.openxmlformats.org/officeDocument/2006/relationships/slideLayout" Target="/ppt/slideLayouts/slideLayout8.xml" Id="R9ee7b94088b74f13" /><Relationship Type="http://schemas.openxmlformats.org/officeDocument/2006/relationships/slideLayout" Target="/ppt/slideLayouts/slideLayout9.xml" Id="Rb9b860cc97bc4b78" /><Relationship Type="http://schemas.openxmlformats.org/officeDocument/2006/relationships/slideLayout" Target="/ppt/slideLayouts/slideLayout10.xml" Id="R2ea40547fd904263" /><Relationship Type="http://schemas.openxmlformats.org/officeDocument/2006/relationships/slideLayout" Target="/ppt/slideLayouts/slideLayout11.xml" Id="R385db371eeec4950" /><Relationship Type="http://schemas.openxmlformats.org/officeDocument/2006/relationships/slideLayout" Target="/ppt/slideLayouts/slideLayout12.xml" Id="R88c47ad4112144e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91a4a4e4324d63"/>
    <p:sldLayoutId xmlns:r="http://schemas.openxmlformats.org/officeDocument/2006/relationships" id="2147483650" r:id="Raae7bbcb140a49c9"/>
    <p:sldLayoutId xmlns:r="http://schemas.openxmlformats.org/officeDocument/2006/relationships" id="2147483651" r:id="Rdae4e1e17add4fed"/>
    <p:sldLayoutId xmlns:r="http://schemas.openxmlformats.org/officeDocument/2006/relationships" id="2147483652" r:id="R5e8c1392c8ff4c70"/>
    <p:sldLayoutId xmlns:r="http://schemas.openxmlformats.org/officeDocument/2006/relationships" id="2147483653" r:id="Rd38cbabdbfa34940"/>
    <p:sldLayoutId xmlns:r="http://schemas.openxmlformats.org/officeDocument/2006/relationships" id="2147483654" r:id="Re3625dadd7a241c1"/>
    <p:sldLayoutId xmlns:r="http://schemas.openxmlformats.org/officeDocument/2006/relationships" id="2147483655" r:id="R9ee7b94088b74f13"/>
    <p:sldLayoutId xmlns:r="http://schemas.openxmlformats.org/officeDocument/2006/relationships" id="2147483656" r:id="Rb9b860cc97bc4b78"/>
    <p:sldLayoutId xmlns:r="http://schemas.openxmlformats.org/officeDocument/2006/relationships" id="2147483657" r:id="R2ea40547fd904263"/>
    <p:sldLayoutId xmlns:r="http://schemas.openxmlformats.org/officeDocument/2006/relationships" id="2147483658" r:id="R385db371eeec4950"/>
    <p:sldLayoutId xmlns:r="http://schemas.openxmlformats.org/officeDocument/2006/relationships" id="2147483659" r:id="R88c47ad41121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e8be23b505d48fd" /><Relationship Type="http://schemas.openxmlformats.org/officeDocument/2006/relationships/image" Target="/ppt/media/image.png" Id="Refc1cf4954994936" /><Relationship Type="http://schemas.openxmlformats.org/officeDocument/2006/relationships/image" Target="/ppt/media/image2.png" Id="Rf91f06f3e90f4d91" /><Relationship Type="http://schemas.openxmlformats.org/officeDocument/2006/relationships/notesSlide" Target="/ppt/notesSlides/notesSlide1.xml" Id="Rcf0c1d9b4f0b44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68c7b83fbb4fe6" /><Relationship Type="http://schemas.openxmlformats.org/officeDocument/2006/relationships/image" Target="/ppt/media/image2.png" Id="R0230bdc9d1ef4f45" /><Relationship Type="http://schemas.openxmlformats.org/officeDocument/2006/relationships/notesSlide" Target="/ppt/notesSlides/notesSlide2.xml" Id="R9d89f7ba372945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121ddb897634385" /><Relationship Type="http://schemas.openxmlformats.org/officeDocument/2006/relationships/image" Target="/ppt/media/image2.png" Id="R5c80380584674d93" /><Relationship Type="http://schemas.openxmlformats.org/officeDocument/2006/relationships/notesSlide" Target="/ppt/notesSlides/notesSlide3.xml" Id="R513fffdaae904e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51e27031465409f" /><Relationship Type="http://schemas.openxmlformats.org/officeDocument/2006/relationships/image" Target="/ppt/media/image3.png" Id="R09c40d3346f8445d" /><Relationship Type="http://schemas.openxmlformats.org/officeDocument/2006/relationships/notesSlide" Target="/ppt/notesSlides/notesSlide4.xml" Id="Rd5118b30f7b249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67ba904a74d401b" /><Relationship Type="http://schemas.openxmlformats.org/officeDocument/2006/relationships/image" Target="/ppt/media/image3.png" Id="R263d74a77ef34815" /><Relationship Type="http://schemas.openxmlformats.org/officeDocument/2006/relationships/notesSlide" Target="/ppt/notesSlides/notesSlide5.xml" Id="R4fed182dd8f347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63c072fa0964d2c" /><Relationship Type="http://schemas.openxmlformats.org/officeDocument/2006/relationships/image" Target="/ppt/media/image2.png" Id="Rb0bccd4914d14ab5" /><Relationship Type="http://schemas.openxmlformats.org/officeDocument/2006/relationships/notesSlide" Target="/ppt/notesSlides/notesSlide6.xml" Id="Ra94edf31cb6447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8bab3c1431b4e11" /><Relationship Type="http://schemas.openxmlformats.org/officeDocument/2006/relationships/image" Target="/ppt/media/image3.png" Id="Rf61b5fbed26f49fe" /><Relationship Type="http://schemas.openxmlformats.org/officeDocument/2006/relationships/notesSlide" Target="/ppt/notesSlides/notesSlide7.xml" Id="R466c33ba21414b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2b24c6270a245d8" /><Relationship Type="http://schemas.openxmlformats.org/officeDocument/2006/relationships/image" Target="/ppt/media/image3.png" Id="R1437b4d4a58145b5" /><Relationship Type="http://schemas.openxmlformats.org/officeDocument/2006/relationships/notesSlide" Target="/ppt/notesSlides/notesSlide8.xml" Id="R766f3ab969a04e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b05e915ea104a27" /><Relationship Type="http://schemas.openxmlformats.org/officeDocument/2006/relationships/image" Target="/ppt/media/image3.png" Id="R58d1403209354045" /><Relationship Type="http://schemas.openxmlformats.org/officeDocument/2006/relationships/notesSlide" Target="/ppt/notesSlides/notesSlide9.xml" Id="R7bb9d579608d43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e728c6d7e3e44da" /><Relationship Type="http://schemas.openxmlformats.org/officeDocument/2006/relationships/image" Target="/ppt/media/image2.png" Id="R89d661ff275049da" /><Relationship Type="http://schemas.openxmlformats.org/officeDocument/2006/relationships/notesSlide" Target="/ppt/notesSlides/notesSlide10.xml" Id="R97f63af72aed47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7c5463ca5624325" /><Relationship Type="http://schemas.openxmlformats.org/officeDocument/2006/relationships/image" Target="/ppt/media/image3.png" Id="R5e1da81bb5cb43c1" /><Relationship Type="http://schemas.openxmlformats.org/officeDocument/2006/relationships/notesSlide" Target="/ppt/notesSlides/notesSlide11.xml" Id="R77ea9857b3bd46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e5741b2ec8a461e" /><Relationship Type="http://schemas.openxmlformats.org/officeDocument/2006/relationships/image" Target="/ppt/media/image3.png" Id="R81967e0c29a54c2a" /><Relationship Type="http://schemas.openxmlformats.org/officeDocument/2006/relationships/notesSlide" Target="/ppt/notesSlides/notesSlide12.xml" Id="Rd78d3dd10e094d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43f403ecaf6438c" /><Relationship Type="http://schemas.openxmlformats.org/officeDocument/2006/relationships/image" Target="/ppt/media/image3.png" Id="Rfcf87404974749be" /><Relationship Type="http://schemas.openxmlformats.org/officeDocument/2006/relationships/notesSlide" Target="/ppt/notesSlides/notesSlide13.xml" Id="R8d6d0d248aba4b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684d09c37624720" /><Relationship Type="http://schemas.openxmlformats.org/officeDocument/2006/relationships/image" Target="/ppt/media/image3.png" Id="R1778faeb1cec46f0" /><Relationship Type="http://schemas.openxmlformats.org/officeDocument/2006/relationships/notesSlide" Target="/ppt/notesSlides/notesSlide14.xml" Id="Rc0f8d56d1cb64f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72f242cba014ec6" /><Relationship Type="http://schemas.openxmlformats.org/officeDocument/2006/relationships/image" Target="/ppt/media/image3.png" Id="R1d03cd2a6c004d3d" /><Relationship Type="http://schemas.openxmlformats.org/officeDocument/2006/relationships/notesSlide" Target="/ppt/notesSlides/notesSlide15.xml" Id="R294f9e06ca7b42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13e62bd5bf6420c" /><Relationship Type="http://schemas.openxmlformats.org/officeDocument/2006/relationships/image" Target="/ppt/media/image3.png" Id="R4d57edede35545cf" /><Relationship Type="http://schemas.openxmlformats.org/officeDocument/2006/relationships/notesSlide" Target="/ppt/notesSlides/notesSlide16.xml" Id="R01398c00f175497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9cb339ab19a4652" /><Relationship Type="http://schemas.openxmlformats.org/officeDocument/2006/relationships/image" Target="/ppt/media/image3.png" Id="R11154bfee6974365" /><Relationship Type="http://schemas.openxmlformats.org/officeDocument/2006/relationships/notesSlide" Target="/ppt/notesSlides/notesSlide17.xml" Id="Re0b32edf6b4e43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6b324971183438f" /><Relationship Type="http://schemas.openxmlformats.org/officeDocument/2006/relationships/image" Target="/ppt/media/image3.png" Id="R146f32f180cc4861" /><Relationship Type="http://schemas.openxmlformats.org/officeDocument/2006/relationships/notesSlide" Target="/ppt/notesSlides/notesSlide18.xml" Id="Rdac839cf782a410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d8578cc3d614f91" /><Relationship Type="http://schemas.openxmlformats.org/officeDocument/2006/relationships/image" Target="/ppt/media/image3.png" Id="Rcce27484a9fa433b" /><Relationship Type="http://schemas.openxmlformats.org/officeDocument/2006/relationships/notesSlide" Target="/ppt/notesSlides/notesSlide19.xml" Id="Rc7c1d61f68814c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f92240fd0864af5" /><Relationship Type="http://schemas.openxmlformats.org/officeDocument/2006/relationships/image" Target="/ppt/media/image3.png" Id="R19cfe996c809416b" /><Relationship Type="http://schemas.openxmlformats.org/officeDocument/2006/relationships/notesSlide" Target="/ppt/notesSlides/notesSlide20.xml" Id="R1a846c763f4748e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29458d30a6a428a" /><Relationship Type="http://schemas.openxmlformats.org/officeDocument/2006/relationships/image" Target="/ppt/media/image3.png" Id="R8d3aacca42bc428d" /><Relationship Type="http://schemas.openxmlformats.org/officeDocument/2006/relationships/notesSlide" Target="/ppt/notesSlides/notesSlide21.xml" Id="R14308dd8c9d14c1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3c4182724314bae" /><Relationship Type="http://schemas.openxmlformats.org/officeDocument/2006/relationships/image" Target="/ppt/media/image3.png" Id="R0d3a9f87aeb94efd" /><Relationship Type="http://schemas.openxmlformats.org/officeDocument/2006/relationships/notesSlide" Target="/ppt/notesSlides/notesSlide22.xml" Id="Rc5508bc38eb34fc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66e5c51e7e64952" /><Relationship Type="http://schemas.openxmlformats.org/officeDocument/2006/relationships/image" Target="/ppt/media/image3.png" Id="R33c39b5caae74d08" /><Relationship Type="http://schemas.openxmlformats.org/officeDocument/2006/relationships/notesSlide" Target="/ppt/notesSlides/notesSlide23.xml" Id="Rb9351e70e18c44c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607c700781a4850" /><Relationship Type="http://schemas.openxmlformats.org/officeDocument/2006/relationships/image" Target="/ppt/media/image3.png" Id="Rc4eedd1c858642ca" /><Relationship Type="http://schemas.openxmlformats.org/officeDocument/2006/relationships/notesSlide" Target="/ppt/notesSlides/notesSlide24.xml" Id="R15bd55690705452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0cf446a39f7493b" /><Relationship Type="http://schemas.openxmlformats.org/officeDocument/2006/relationships/image" Target="/ppt/media/image2.png" Id="R6ac309f481a04de0" /><Relationship Type="http://schemas.openxmlformats.org/officeDocument/2006/relationships/notesSlide" Target="/ppt/notesSlides/notesSlide25.xml" Id="R9b2e3de0b678413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f74bad18e6f4e23" /><Relationship Type="http://schemas.openxmlformats.org/officeDocument/2006/relationships/image" Target="/ppt/media/image3.png" Id="R210ff126390e4b56" /><Relationship Type="http://schemas.openxmlformats.org/officeDocument/2006/relationships/notesSlide" Target="/ppt/notesSlides/notesSlide26.xml" Id="R041a92e53ecf446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0fa4e27e80f4813" /><Relationship Type="http://schemas.openxmlformats.org/officeDocument/2006/relationships/image" Target="/ppt/media/image3.png" Id="Ra00ee015516a417d" /><Relationship Type="http://schemas.openxmlformats.org/officeDocument/2006/relationships/notesSlide" Target="/ppt/notesSlides/notesSlide27.xml" Id="R6acf7bfc216a41c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7a34bd600a24376" /><Relationship Type="http://schemas.openxmlformats.org/officeDocument/2006/relationships/image" Target="/ppt/media/image3.png" Id="R03c5ca71839b4a62" /><Relationship Type="http://schemas.openxmlformats.org/officeDocument/2006/relationships/notesSlide" Target="/ppt/notesSlides/notesSlide28.xml" Id="R272963e92d4e499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7aafe9754f14951" /><Relationship Type="http://schemas.openxmlformats.org/officeDocument/2006/relationships/image" Target="/ppt/media/image2.png" Id="R1a4d3f9633eb458b" /><Relationship Type="http://schemas.openxmlformats.org/officeDocument/2006/relationships/notesSlide" Target="/ppt/notesSlides/notesSlide29.xml" Id="Ra039be7c3ba747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1cf4954994936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f06f3e90f4d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0bdc9d1ef4f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0380584674d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c40d3346f844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A9E1B1-568B-408A-B16A-150A9359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49382D-FF42-42C3-A922-F970D697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CF5392-39B8-4FFB-A963-CE59C380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1F9B9F-16F1-49CD-B87B-0A64623F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F0CC35-3A3A-4432-B5A1-051C5D00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DF62E1-DECA-4A98-824E-EB3BA02D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D4D681-8785-40CE-B65B-F2C31982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8A73057-EDAB-40DC-8A5D-F8D69D0A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D5FEC9A-AA9B-42D4-8D98-2E335DC0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2EC2B7-FBC4-422C-AF7C-7857BC4E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7136739-D930-4E74-8517-3B06EF2C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99A71BB-9D86-4C47-8432-84F1D459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0C82308-C325-4FDD-A152-A513EC55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E8365A-8E6D-4291-8A73-A87BDEB5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F7CBDA-5A01-489E-BC16-CCC8843D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CC9CBD-218B-4C09-8B36-2C93AADC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d74a77ef348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92B014-D8A8-4F05-A868-D4BB2AC4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65D68A-3AD3-4E1A-8B92-3D8E6FFE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614625-B070-49FC-8C44-CE7A0321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BA852F-8E42-499B-A1DA-403FA82F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61F0ED-84C7-4DD8-B4CB-EBCB5802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6781B8F-3F1D-45C3-B57E-03A08D33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9C8A46-226A-4D8E-941F-A734AD99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FC6A22E-4E55-4319-96B1-E963D2EA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17F654-5A62-4A39-8C15-FCDDCC03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E7466C-B3D3-4ACB-B087-AE8EBE0B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93A498-22F0-456E-8C66-9AD75D01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503E7D-5D7C-4B3D-9E3A-AEF10DDE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0E63F8D-B202-44E9-9241-76F47E5A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9C0DFF-A854-4578-9B9B-8A22C1AB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3A0D6C6-AA5B-4180-99B5-B5D7F60F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B64A065-48A6-4361-BE64-5416F2E9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FE63618-C564-470A-BC10-AECAC80F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0B1097C-8926-44C2-95D4-B8429F1E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853E44C-256F-4F36-8941-BD8862A5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84B15D-45CC-47D2-B2F8-FF02DC35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69FAB16-6834-4A24-A70F-5CC7897E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4405EB2-ABD6-4936-ADD3-698641D7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89D792C-14C2-419B-A7EA-1F1FC871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12EE4CE-0D7B-4295-8388-0B738BBD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AAC2DC1-9798-4787-8BB6-0A89943A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5373AFC-865E-479E-9DE2-3DE04E5A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ccd4914d14a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b5fbed26f49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E7559E-B240-46AF-9D18-0FC43D38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9D5011-067E-4FC0-B53A-C7753972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E10473-4281-430D-ACF3-178F130A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194F87-B1AD-44D9-9A63-89725399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59B471-40F4-4A65-B292-30BF415E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8FC4E6-7E30-449F-BC03-EC7404D5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0E21DD-EE85-4632-85F3-CF7C43C9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F91064-6A7A-45C4-A534-69B9104A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56FD75-D479-494C-8A24-BD5EC532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C4D38E3-0613-4CC5-8490-25B55461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D71C35-0799-4143-B146-82ED778B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1FA8670-0CB5-43AE-8DD3-807AA031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1F51E92-961E-4BFD-B141-2F0433F5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73B3E5-0465-43D0-BBA3-BD0974A7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8CD76E1-6ACA-4300-86CE-EF7F3693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E6C73F-2847-463B-A0AB-C8D6E9F8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6F61D1D-0414-4936-A925-D50F02F8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4FE824C-592E-4CA6-A1D6-A556DB32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1E0674-A5C4-48CE-8EA0-5721238D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644B5AF-7482-44DD-AF30-F36E7B89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B8FE1BD-CCAA-4DE1-9EFD-8F267723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174AD27-90CD-45C0-BE98-72C0C23B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A5B4CE1-AE49-4EFB-A5F0-F807DE7B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169B41D-5B33-4805-A2FB-96EA6472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076DD9F-EA86-420A-8E3B-48A35C9A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91DC1EC-9CD7-4391-8D10-B8851676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EE4D7C8-5982-4E88-B511-25796758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6FDD49E-373E-43B0-8925-E164678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9661A7C-9712-457B-98D5-D744CCAD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5C453E6-9A13-41D6-8A73-ECE3B135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3F2C127-E6BD-4774-9625-79AF4EC8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FBC90CB-0C56-4359-83A2-2FFD8667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F024619-D507-41D8-8CCC-044A1EF8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4FAFCA3-91CA-4E2E-A0DE-5F2F5E77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410A6DC-5815-48C0-A060-C3C7A575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75F72E7-8777-44CA-B4BF-7A3771EB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AB419FB-4693-4974-85EF-450C2299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B01140D-84DA-4CEF-8CC2-C91D2E09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9259C73-8F82-40FD-AD6E-50EE4B11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CA664F7-2001-4B91-A9B6-92A3C0E6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EA44C51-3153-4758-A537-C9414CE5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027DCAE-E67D-4B7D-88FD-94A22451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89658C7-1569-46D4-A2B9-D3572267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E7B6845-94ED-453A-804C-F4AB42A0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5E9E033-E984-4B78-942F-987393AB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DCE0A92-184F-434B-BD12-52E674C1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050C3E1-5196-4722-B6A3-30AAADE8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7b4d4a58145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D7440A1-72D7-43AD-BB28-B789803B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B2141D1-99A8-4A35-B8C6-03CA1414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C431E1F-52F8-44E5-B34F-C11AF59A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88DAA11-EBE3-40D2-934C-0E3BE939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2E4786D-3D41-49E3-BDC5-89747604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952B402-1C0C-4BFF-BADB-C8344837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5E1854F-CFE7-40D2-8045-66B73468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8648AEB-EC7F-44BB-8DB3-3B48E247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8514014-DF05-44B7-888D-1C67B797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8B419AC-7AAA-4F1D-99CE-A1690537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A204E9C-7D85-4376-9475-7AF6699F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24FD072-DE83-4FD6-81A9-79D144C5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B3E247E-0F22-46E1-A0D9-0A34D0F6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E2C0094-A449-4C96-BC09-3C8571C2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20AAF31-02DA-4284-A888-D1D22D54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85D30FD-0A07-495A-87C7-A3905BBB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00190A9-7094-4904-A9E5-7D8E8C69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F21B897-5C7F-4946-8BE4-21861379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AF8FFA7-7E1B-4380-804B-55866124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901939F-AC95-4C72-97BA-CD1CF1D9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3BC9B6E-EE2F-4FF1-B0C1-D51C468F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DCA763E-D78E-4957-8290-6D95DD0E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0A6B0C1-DA60-46AF-9015-208FD281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4109092-E934-465B-8CA0-82BC29CF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14032093540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63C1172-18A7-4E91-B300-6DAF68E9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69327A2-A45F-4D45-9C0E-12D0BA5F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727C1AF-5A7A-46EC-9658-F7281A8F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7F4E206-E8FE-4DEA-892B-1670DA7F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EC59ECB-0E4F-4307-9927-26CB370B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3FE06D0-62EF-43CE-95CB-9FC99285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D2F6831-00AF-49B1-B54E-222D8784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B6B292F-93FC-4F28-8F88-EF50DF94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09FEE72-DCB6-4E37-B67E-D4474540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8DB95A5-5B3B-4587-A860-F818E13B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740F8B9-6D99-4912-8111-E288CD1F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FBE8A11-E344-419F-8616-AAACF6B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244D7FB-0E7D-4222-817E-338BB1D9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8F998AA-0C60-4DC8-AEF3-0C4427C8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603C8D6-9A70-40DD-9C25-3B273E37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F86BA8B-E311-496A-81A5-496FC967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233AB5D-B6CB-4043-9491-E5B3C76B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3081B66-C831-46D3-AAD2-9AD48590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661ff275049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da81bb5cb43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961FB5B-E2AE-4118-A303-65CF6008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FB9ED7E-EF68-43F6-97D1-1FF877B2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4F169C2-B6EC-494B-989C-B859188F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F3AB52F-2871-4868-AB3B-BA622060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D6CC683-8F62-455E-AA4E-DA794A21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88BB431-D8DF-4E21-95E9-298B9CCC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1681EEE-87D9-4BC4-9980-B734B15D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6FCA939-38F3-444C-BDC0-23804A7C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4254397-CC17-4EE7-A460-5ADF2B2E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1F10EDF-CCAD-4ECC-A002-68CBA76A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8E13925-97BD-430F-A310-89FDCB58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1A8C6ED-C960-4096-BE82-5B4FF1B2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64E365F-ABDF-4CC0-B92C-D59E46E5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ECB0AD7-A004-4E9F-85B9-207E69F8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CFD3692-275E-41C5-BE11-EB9B3676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C550A2D-F2F9-4DB9-866F-59A530D4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67e0c29a54c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B82FF0B-FC76-4699-B9C7-226ADE0C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EB64BC6-D1F9-4230-814E-9D2D13A5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0C97999-6E48-4F63-9A5E-7CC63AB8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DF9C322-8077-4CD3-9DA7-4155134C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DAD47C7-921C-452A-AC4B-C59E72C7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36DC248-3762-4784-BBF5-DD4BAEB1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3717221-A583-4ED5-A437-444797C7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E3B10D8-BB59-46D0-AAF0-28C260B8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9CCF8AB-0A95-4335-906D-FD99630A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0358EFA-87E1-4141-9262-20AF0422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596DE4A-A766-42A0-B4D6-47226CDF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9EAE77B-1B78-4944-8E8C-1384DAB1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33D3C61-5043-4EA7-918C-7A10F108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DD96617-0B42-4E55-95D7-D3850791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D092686-9F0D-4F13-8CD0-4335AEC7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2639A05-7613-40E7-959E-77B1045C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18EE651-57D0-4D4A-A821-185DBAB3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E84EFC7-44D0-4088-9A0B-ECF0938F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D66E8A5-19E2-45CE-BAFD-0962C5FF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6F1FE74-08E1-4E01-9566-ED03DB6A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798AEA0-E5AA-4E65-A46B-87493709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7942875-19C8-4C17-B8AA-E50B8E75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1731C9B-9FE6-4C72-A18B-C1E92BC3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330BFBB-7E8E-4C06-B232-6A6D7A14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7E1516A-C929-4447-9ACC-C5517E33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E2B996A-BE18-49C1-9517-E8860FC0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8636C3C-9ACB-419A-B8ED-0F47EEED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63A94CE-D27B-4ACF-8B5E-5669B202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5155A8F-00E2-4B75-BF9D-64C5482B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4B33FE5-CBEA-40A4-8C78-0191A938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044EE95-D7C8-4B46-B6CD-AF7CA009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580ED39-53E1-4433-B567-831CB87E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611D1F0-582D-4119-ABDD-56CA73B7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27245FF-82B6-4768-B792-865EC836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49FB612-AC67-44AB-9A09-125905D2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87404974749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01A977B-7F1B-4524-8AFB-8DBD89D5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02659FF-D6EE-44BA-B012-B9F52CFB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2A34AA3-2438-4811-9901-923DD24C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F815F0B-B913-4948-B0F1-47E663F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DCA4B5F-587B-4679-9A76-23E97B06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8E66920-612B-47E7-9DCE-2DB46362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1C485EA-13F7-4C58-BED1-295A2836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FBAF826-F88A-4566-A3A6-19FC8863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E6F3A30-F671-4709-B71E-A3E6A47E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15046FA-BD41-4952-853A-8DFE3633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15CE4E0-517B-4901-9DF1-B606874B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78A2C75-E02E-43C9-A948-A9DB2422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4AA081C-4324-4B8C-B440-4CCA3854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525B4D9-2AB6-492F-A683-6853B864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E3DB365-EFE7-4E43-B77E-C394B54D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983AE3A-046A-466E-A367-B08D9951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05EC1A1-FD58-4208-9275-A44BE6B6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36B33BC-D4B8-45A1-8DBB-7A36B363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1F84F62-3149-4DB0-A17B-2F691739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7973FC5-3B3D-40AE-8B11-E39B9A45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05DFF2F-C801-4EE2-BB81-4CC8CEFC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D4F28C9-043B-471B-8EBC-D31F5F1F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9DD3546-F18C-4F85-9BDA-E60D91F5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8267056-FD22-49FC-988D-6C36134D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6A5B73C-AEBC-4F41-89E3-FD8F61B0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953E2EC-BC04-4928-990E-A6E7C509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DFDC40B-D54E-4F91-83BB-044E205B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6EF8DD4-1360-49F1-99F7-1145674F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4E17266-9F06-4901-B7F8-DA70BFF8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43CCE0-2732-4C50-A909-C5E30DB4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6F3C4DD-E8B0-48C9-9BF0-816F33A7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4EC858D-509E-4535-9056-6A5EE9B8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3EC757C-7B04-46F4-A2B3-DA5DADD3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81C34A8-43C0-43B0-8C2A-D4AB0473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BFEA522-C9EE-4F7D-AE9C-0E21FB6F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4E76CB3-1E71-44F1-B9FB-B31C09EB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17DEF6B-9D62-4EF0-A462-A48568C8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3DB3895-FD13-451E-84EA-BCF57AE9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D3F4715-43B3-4862-B20D-4ACBAF93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E84FE45-A905-4CBF-9FD4-98CEFAAB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016739A-E894-4928-B7A7-C80472F4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A118B64-A78B-44B8-8828-71BF491E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8DDFF28-7597-4181-9420-61291446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C3A60DD-2836-412E-BB64-7B8B3AF9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3E8FDD5-50FD-4347-AAEA-FAF515D9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8faeb1cec46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9491EDB-6840-4A6E-AAD7-43C189F0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6502551-4E6B-4FFC-9190-00D058CA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3ED38D8-35C3-47F6-AF13-006D2D6B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7B84F1C-A0EC-4DCA-8A63-A8C89A77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E57256A-55DD-421B-9035-174F15BD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C80513C-C349-464B-B907-8752893B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6D429E7-9878-4E65-8F80-BC5B3C6A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199C7F4-26A5-404F-9221-7C09DBC2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D497330-DE0A-4CF9-B859-0A06F5E0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183B485-C33A-4C45-B7ED-BCD080BD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7F3AAF1-EF18-44EF-A996-2F5F62EF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EC5620E-0559-4E9F-8915-543D7CB4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22A2638-03F9-473A-89F1-62765038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B241588-490A-4CE5-8722-16448C84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72D94C6-701C-4601-86D4-FA8A7D55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CE10722-6626-4BAA-8DBC-2D0AD9B2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C0B1745-CA8B-47A8-B05B-2CB74B58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8D46B9F-2449-48E3-8AD1-C073BD4C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220D01D-21F8-41AC-B388-A1AFA9B1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38A63FA-4C3D-466C-BA97-35ABD4F7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2505AE3-E0E4-4C14-A90A-E392787B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9D61E45-9633-4331-918C-EE8B1CEB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029F6B2-837E-40C7-95CA-8F200307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F2334B2-D7F1-4A7B-B849-0CDA9E58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63D4A05-E459-4B4A-8DB2-39DA027E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809F731-CADB-4F05-BBDB-93D1E530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71EE6DC-30FF-436B-8A9C-D851C98F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76B5FA0-429E-47FF-B294-5B19C3CF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B64AFC3-8951-4A90-819B-41C28D86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E944266-C80A-46F3-8523-4C6648BD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D2E71C9-712D-4403-995F-D0864797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629614C-3E6D-42F3-BAF3-7438ED92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842C07A-2392-4CA3-B151-B7A88743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E4A5FDA-FE59-4AF6-B68D-703A5185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534BD93-59AB-40A5-8265-4BEF0065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594310C-2664-4598-A0FF-D13E4418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A072286-5ED9-4D0B-8C29-7B98C97D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A4D5F38-733C-418F-9075-4595F183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7182D3C-1948-4EB5-A3A1-FE83F7A7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80C8585-D943-4359-AA06-6F21855E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EF91C16-9DFE-4678-8275-B4D12B1F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3cd2a6c004d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AB540E3-6BB7-4D39-9E84-25F95926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7247AF3-0FA3-4641-A948-253B18A7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325CD32-1737-45F9-AD4C-F6A774FE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D39A1EC-9359-46F9-88E8-8B12D7F8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216927A-B24F-48D3-8320-50532037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5ED9962-4D54-4F98-A653-DD65ED51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55EA0DF-D4D2-4018-B2C3-A42F19D4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E3077C9-82F7-465D-ADAC-1254C699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7C0F952-B844-4EF7-B375-0D03E82C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9AB59EA-9E1F-4ED5-B061-8F5EF6C8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751C5D0-864A-406B-A722-EB17FDDE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7D9493B-1AA9-404B-B6CB-EBD4B9D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EBA03A2-1727-46F3-89A1-9AEDBA75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FB9E89A-06AC-417F-B61F-2CC23090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3645AEE-6ACC-42FF-88A9-4A6A0F42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2FC7B00-1E09-4E38-8581-CFBE1BE0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DD1F8DD-4858-43B2-AEEC-D947ED26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58B614A-3568-4132-A9AF-CE288473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F69FF3A-6424-476D-971D-46B0A3EB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1DD9495-DC20-4A28-9A00-84FE75F0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56ED2EF-E62A-40E9-B0D0-09A20020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DC6B8E2-C53C-44BB-A58A-4962E2F9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64268B8-F102-4587-BCEB-F5C37C71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1BF7444-4461-4844-95DA-05ACA6DA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4C9A300-9551-4ADB-8A22-99E46651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D51E68E-CD6A-41B9-BB9D-29F5CEB0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16BFB96-6F12-41FC-A5A7-35416F79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ABF1682-9C79-4E7E-9BB6-760504D9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288506C-16F5-489D-A494-53FEA886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BF617F7-6FBC-429D-BB65-E81B3019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7edede35545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498F587-D6F0-40C3-B32F-78AB4E7B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17A2DD7-10E0-419C-B661-FFB21993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FFE23F2-9E10-4047-95CF-F7DB018C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BD893A4-5EF7-4132-9D88-7FA2EBB2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E912015-464D-48C4-8215-9141D59E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9A02353-4B50-487E-A699-D2972C4C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B6EF12C-2689-4926-9F39-281E870F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18CE2B8-E846-4B01-8AB4-41DAF9BA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8ABB62A-DF6A-41F1-85F3-B333585C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A5CEF46-F9D9-43C3-BBBD-A962A59E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79178E4-E41A-4317-AAC1-22E7B1C9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FACF660-BD01-40E1-94A7-2B48181C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FB315D4-8ADA-487D-B1C0-2BBB64CB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467E6EC-16D1-450C-B342-823C43C1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8EB3EDC-D0C8-409C-9966-CA989410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564FF65-4138-4BFE-BE8B-B1C9E1F6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3756550-A026-4AED-9CC5-709F477F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6197863-5226-4A31-B370-A6C7D6F7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86FB282-2E8E-41F1-A59A-1B469C9B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A23C9C1-371D-44DF-A801-0B3EA19F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DC52CAB-650A-4F92-BE4E-FC17EA37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7541B62-0A3D-4524-B83C-8344086D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809349D-76D1-435B-B05A-9440848C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AD57883-AE01-4F89-A89A-10C52F22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1FE2F4C-0F09-4C4E-8CCA-52D3EF95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9DD5348-DE13-49D5-AC47-851573DD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0802C23-C033-4E42-A89E-93D11D8D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44D74E5-0DC0-4142-829F-661BE57D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A1479DE-CC8A-49BB-9713-181E195A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7001F3B-7C24-4A10-96AE-AA525D95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AC42F55-99AC-4C96-A112-4D02E64F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92C41B7-AD89-4E19-A329-0FDEE0A9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F44AF1C-4052-41B1-BC3E-03ACD33D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32D021A-789A-4A05-AFCC-1C6B502C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0885AD5-CE95-40E6-81AD-9C89A5BC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AEC700E-09BE-4CDE-A3D9-2841BF34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9A47023-AE4D-4406-9358-CABAD337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F190F68-51BA-46A7-87A1-E6EBA7DC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54bfee6974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2F64E58-ACEA-4B24-9AEE-991D8659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3273902-1CA3-43E9-8278-11E54325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1A2CB3D-0986-471C-8B66-6B08A9F1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2A1DFB2-CEB7-4179-9005-52416CE9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47DE5C8-AA28-42A6-B776-252B6F64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C60BCC7-17B7-4E99-A107-B480A26D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1F354C4-E187-40B5-99AA-F1B11234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5B10D2C-7726-4E30-BFF4-A9882D6C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35D21F6-02C8-46D2-B9F6-41D21265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C63E2E0-4552-4BA8-AEEB-13598810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8656A95-A913-49CB-9413-20AF8128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575F9A8-942B-42C2-85CF-6132EEEB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527C5AF-1F4E-4EB7-AC50-97914C62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524E630-95E1-4052-989D-279BB2BC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C58171A-8AB2-4B5C-9453-92CA438C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5B2C9F1-D0D2-4F15-B60B-6DCE20B7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16922FA-DB19-4A57-B8B0-E58D5B48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BB7BCAE-90F2-4E72-9B99-AE7B9B16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4810215-CAD5-4862-8D1A-2004BC70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BEF36BF-66FE-4251-905E-D500C281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4282692-2B9E-493C-B7D2-D5130813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1D93160-0951-470D-BD4D-56C49C7C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4FD7259-8688-4D27-BF31-5FE56C40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83C0502-667A-48D1-8CD2-64A90599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69F2B83-089F-4D9D-A511-529303D9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8D7BB3B-F836-4EDB-8491-3E919F3A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436E8FD-2928-42B4-900D-F15D210D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DD94246-C085-4881-9161-5D26C0BB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F47880D-047E-486A-BB08-634B0C5C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841D9B5-E6FB-45DB-BFA9-DF220F51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43DC82F-5BDB-4583-9598-75477C56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6EB3209-3FA4-477A-8460-650685A5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6E29384-0338-4FB4-A9A2-1005DADA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21823FD-9B75-4FD1-8C7D-C13FB900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7763982-2B60-4F8B-9946-2BFFC521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7290B6E-DD25-465E-BB22-A38A3EFE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115325E-4732-4170-852F-83F88D35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10DBE88-E1DC-4F5B-9D66-AD6C72CB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F3F064B-3D9E-489F-AD71-81494777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f32f180cc48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A02CD28-A3DA-47E2-B7E2-E6A3DE20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85CD872-FF1A-4AB1-B680-5F4BEB93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48A8D29-09B7-4EAD-BE54-FC7BEBFB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D212517-C12F-4E00-B38E-41504D11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59F9030-BE37-417E-BC45-50B0E1A6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362BCB6-FD7E-4F88-B6B4-E4FCB63C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6DAB608-BEDF-4642-9E06-AC0ED0C5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5D18465-EB10-4CFC-94B6-7597002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CADCEB5-E44F-489F-BE12-29E829DD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536FAD1-28B5-4E35-8650-FEE21072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749B0A4-91BD-436F-B429-D3D72CBA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4DA2BEC-F7F9-4D5C-830E-98D4781D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25678DE-2D06-4DFE-87A3-E6269927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DA1C0DB-8F0A-4883-AA8A-1040A442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6CE4708-850A-459F-8928-B40041FE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6EFBC2D-7AF7-4AEE-9F79-3354436E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C834D8C-0D83-4B17-AC68-3BAA941E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DB7C17E-C824-43FE-9556-1DBCD64C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27484a9fa43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5CBC03D-EE1B-4FDE-A96A-30E6426B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E716C19-5528-4974-B609-F1F1FD60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D0A431C-F3D4-4005-B106-D750BC09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5D17DA3-AB86-4EDA-94B2-ADA295FA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4156CC8-82C3-4C6D-8F4D-B3E89D8E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DC6D028-E2B6-4D1F-BFF9-F96149BE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B5599C6-62E6-4C73-8EA8-6EB9E698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155DB74-3F98-4760-A0C8-B9102429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A38CC86-8FDC-4368-8FA6-16FA2640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587AA2D-E1D4-477F-8689-692F7625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CE54BB4-6963-475C-8195-2F2CCB61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37B344-13B2-4162-B1DC-1A4B5CF5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508B460-C5EE-41AF-BD86-B7446DE1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8283D19-698D-4130-8CAF-B07A1C89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9AE4236-387E-4594-B694-3A2D7610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37E6336-C88B-49A4-816A-1E884FE1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fe996c80941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1B66BDD-7CE9-41CD-84F3-D5CAF345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CA61C53-5F65-4C79-98C9-932C80A4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C3AF9E6-20D0-450E-AECB-21F64DCC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B8E15ED-D94B-463F-AD95-EF482223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511F636-F099-4F05-B10B-FF584E11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21E98CE-37B1-4FBD-BB8B-D99378CF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E9FB031-7556-4E8B-9C98-550ACA46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BE97DEC-63D3-4E00-AD26-6665647A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F8C6A21-248A-409B-93FF-E583BC8D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8720924-0233-412F-AAC8-76E0C34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1EF1333-4EA7-4106-B147-8BA21628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9BC7EA3-9F5D-4005-95BE-5D4464ED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511A3E9-029E-48B3-848E-987B2C41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32792CE-8558-4B39-8980-305A13EC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704F96A-FA30-47A6-A885-C1C2C80B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D529BAF-01B2-452A-9BA3-99A17BF8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6CA94A8-0061-4E6A-AD49-AD668B3C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64DE40E-6506-45A1-A052-4B7850B9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EEB0537-9D2F-4554-8146-353AF6A0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F80545D-E203-424C-AE7B-DFB57495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70D872D-7EBE-4EFB-B00D-8B9693C0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E158C55-9BE8-4408-B598-E20F5A86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aacca42bc42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DBE8E06-BE1A-412E-82D1-4D6A511C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09F8FBA-5BC3-4085-82EE-F96B5B1F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1412A1E-3D3D-4115-8E0B-04AB69DB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09C721F-A0D1-41A3-B133-07E94B46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DOM文本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EBC45BE-1066-4E8A-85EE-8EFBD18C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753A730-669E-4B60-977B-5C4426C5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URL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5396FBB-607A-404B-8B83-FFDF605C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C3F9542-1965-44CD-945F-723237B3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可访问性树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8A507C6-8BFF-4D66-8401-F335F2C5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CDD7730-F69F-4154-9A2E-5861EE58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HTML快照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6D5CE9B-E511-4FA1-BE47-BE2390CE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5A8816E-5FEF-49D6-9000-CE3F99B3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FC5E35F-8DFD-4BA0-A774-D071A9BB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DBAA627-8D35-42EB-8841-81E2A3C0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初始截图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BE9141D-2A82-474E-83E0-C8855641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349DDFB-0D12-4574-87D7-084BB7A2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最终截图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6A18A65-BD22-4EEF-903C-4609F997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1B7E39E-9C20-4165-9A02-0EB461BB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9C05C93-31BD-49AC-8768-36B0B215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9513238-7A0A-4729-9271-17C19A4A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语义判断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4CE2716-4C85-40EF-9491-87EA4727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C130549-CEFE-47C6-8F00-82C4E661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仲裁规则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26E1DB2-1911-4344-A98F-26255023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00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确定性通过 + 无需视觉 → pass；semantic 必须走视觉；任一通道低置信度 → needs_review；通道冲突 → fail_soft / 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a9f87aeb94e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047BFEC-F6F1-43EA-9C05-89B3F8E1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4BDED59-2D9E-47D8-8EC5-99C16F83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808E710-FA0E-4DC5-900D-3B918976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7796DE3-A8A8-4D58-9324-31460E76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A944296-F97F-4A05-B7F8-953F3317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AB6808D-964A-4FFA-B248-FC18F40F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150DF1B-CB46-4C64-B24A-E648FEB3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agent 自报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AE42E4C-B856-461A-A208-C2B897AB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480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6694851-672E-4BB3-95C8-558D21E0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EE64458-C592-402E-BC8D-C6610084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E1AD116-675D-48A4-B0D7-894A1C2E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errors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2E88A79-EA12-405B-850E-EE4E70C7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8E82D34-8B81-4900-8341-2CF5BFF9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8F4E66F-46A3-4B1E-A37E-B4972F73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F4437F7-207A-422B-BA31-05E4D854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final URL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BF06F31-E244-4733-895E-69BA52AB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DBEC204-8111-412C-8B5B-D3702BE6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4361C2D-589A-43DA-8040-25E3B3D3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8B88E1D-85B0-4ADB-A5B2-9AB9E567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DOM Summary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6FC01CD-6BBA-4EEF-84B0-E5D5F168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105BC70-CD2E-4475-8960-F59A1E23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C71A8CD-E117-47C0-8A97-B6D1C98C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462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D96823A-AB13-4C77-8055-3182D6D0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失败分类器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9F1E7ED-73AB-455A-96B4-C63A6788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1839239-E50A-4F51-BD2A-4B9A0232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89142FC-AE1C-4754-84E1-7BD1DCD9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navigation_failure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674C7EF-A94C-4513-8DD8-B6095B58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CE3076F-72D5-41F3-8421-D414318C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element_not_found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274AE57-205C-484A-A636-4A4B43D3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C9CFA10-5A44-4C35-93A9-A83316BA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interaction_failure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E9A1B0E-BB2A-4700-8FE8-FD253809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018416A-0A10-470F-AF94-9A3008E7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timing_issue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FE5BBD6-E92E-4A4B-A949-E5CB682B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F9C7A9D-3805-4CF4-966A-B86B9959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state_mismatch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BD92D91-12C2-4B4D-845A-28C90215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1433958-8079-44E3-AEDD-352D2121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visual_regression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B9D6AEC-A66C-4D24-B316-4C0FBB88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23A8E06-274A-4F0C-AC51-35AC6D95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agent_planning_error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F7777BD-48CC-4290-A73A-18F5BFAF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C950F0B-F1BD-466E-B080-3341A3FC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unknown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FBB6B2E-21C0-4754-A02E-7048F185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304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1B865A1-2857-4099-9914-29BEB8A3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输出：primary / secondary[] / reason / 判定依据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39b5caae74d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A0E394E-DCE7-43A5-BD59-6C40908C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E38FE3E-30E7-4DE7-976A-50B8A3B3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3D90196-21F2-4B3A-8CE9-12ED66A5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051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一次运行 Run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CE6F34A-D2D9-4F72-BBE8-6A0FD661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19450"/>
            <a:ext cx="1771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run_id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start/end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模型配置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95A5760-1026-432D-9C10-93EA6EA3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AF936CE-4823-4067-AEC2-756F901E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EC55E95-FD62-42F6-8C21-CF8C3D04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7ED459D-B564-4994-8EB3-644A3824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trace.jsonl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3D9427F-BAB1-4EE7-B4F5-15E712A9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report.json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E881018-5638-496C-8D56-9FCA75D9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report.html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B459BA2-0280-4FCD-8622-BE5BCFD8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screenshots/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16AF0EF-CD90-4AAE-82DF-A6E4EBAF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verification/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AC14B55-009F-4A91-B002-7F972DFA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9D5B42D-09CE-41EF-B5F6-7DA9BCA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D97362A-FA23-4C44-9E49-5FC402EC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报告预览 report.html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C6C187F-9D86-48FD-BEF1-51B2ED91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F26A1EB-C88B-48F9-A2CB-A5F2A358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 Summary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BC51E7E-6529-4152-BFB9-3FF754CF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0517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A15D278-CCE9-431F-B714-611D2E43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7185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Verification Results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3C85FA9-D22D-484E-931D-1D248548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8140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EB2DA04-8423-4DEB-AE92-A0650752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4807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Trace Events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5117E01-E6B0-49F5-A1AB-DBCA6CE7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773923B-D832-4A66-AEF7-31E202E0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 Classification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F084864-241D-45E9-830D-27E62781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338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54E686F-A99B-4BCC-A045-45B091B0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Artifact Links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C00DDD7-1FF7-43B1-8BFF-D115CDE0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FD46611-F68D-4B63-9812-F69B4B00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1492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安全处理：报告生成时脱敏 api_key / password / secret / token / credential / authorization。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edd1c858642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B26AC3F-6532-43EC-800E-F6057290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9B53A23-9CD2-4DC4-80B8-9B15F157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A1602A9-D105-416A-8232-882A3B0E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零 locator 场景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9FC100F-3BC3-439E-95FF-C401AF3D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只描述用户意图，提升 UI 改版泛化能力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59BB7CE-AEA6-4C36-ADCE-BF643EDF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405CFCC-E2B3-4442-B83D-A31B80DC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BD705C9-50B0-494D-B031-F1402BB7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零领域专用 action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A06E7E3-5FF2-4171-AA1C-0C1A6D10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保留 Web Agent 实时 DOM 自主决策价值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F3CA8EA-42D7-47F6-A911-4CF333D8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7B11D4D-F187-49E2-9388-E8251CCA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A1A97F2-150E-43D6-A5CB-0E4415DC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职责边界清晰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674B0B7-D3AB-4394-B003-9CB1F5B8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执行，LangGraph 编排验证报告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45C49FA-A6D6-4792-A8D8-3057A41C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AE75C6A-57EA-4811-AA9C-4603675E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27AE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2F05D6E-0E3E-4C63-80DE-19752FCB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双通道验证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EB5AEA6-A0EC-4370-9CF1-324686CD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/ URL / 文本 + GLM-4.6V 视觉语义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EEB8680-0AE8-40BF-B7BC-A147C131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B691FE5-7E4D-4DA9-935B-71808AA7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11EF916-705B-45C9-AE21-7CCD6D73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可观察执行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EBD4CBD-06F8-4F60-8D85-E732EDDD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 事件流、节点状态图、截图时间线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2055A4A-5C79-4BDB-BC8A-811D766B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753C3CC-60A8-40DF-8183-90503E91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B202792-E84F-4BBA-BBB3-C6CB214D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手册证据约束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E56FF08-6512-4C91-B651-F1301678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source URLs + evidence quotes 降低幻觉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309f481a04d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ff126390e4b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3731D2B-4AE0-45E1-B12E-17F553EC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E770375-EEFE-4868-B45B-96E9BD4F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FDA95B4-EF70-4AA2-8C73-86958455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4273E64-EEF2-4184-B0E3-8BFD8E61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B781E31-CD10-4377-B1E3-EECD1C11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C7E3C61-6095-40C4-82A2-4AC97A67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94DCA50-BCFA-4C7F-9304-A83791B1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51ED91C-5E2E-4504-AFBA-AD6D70CE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3C41709-334F-4D9F-9F7B-A56CD6A0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运行记录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5EB2189-1B28-4E59-B3DD-A4407034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BD14FC2-9D25-4DF3-B00D-DC51E32E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6+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C9A2A86-9115-4935-BCD2-F63DD888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覆盖模块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73FE494-3CB7-4850-8DA7-7B7C490C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ED01717-685C-4588-B428-5962D474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功能点实现进度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BD17A6B-BDF8-44A7-B327-F38C0467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2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5467BFF-3452-44FE-A68E-BD5865B1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91025"/>
            <a:ext cx="619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80%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B8AA932-41FD-4F7C-9380-CBC8A6C6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338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已实现 48 / 计划 60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248E62E-409A-43C2-8F16-13C91501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B446473-99A0-40D7-BBEC-D028BC84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测试场景类别分布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2F43397-5015-4CFA-A94C-943CB07E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29050"/>
            <a:ext cx="247650" cy="8382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49ECE0C-6FDB-4D4E-B1D7-BB88C331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40B86F4-169F-462C-9317-2AC78898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57650"/>
            <a:ext cx="247650" cy="6096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2F40ACF-11D6-4945-AB1C-038CC8BA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AF2C0E7-DBCC-4D75-B92F-55AB320B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10050"/>
            <a:ext cx="247650" cy="4572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82D393A-38BD-4BD6-A01B-8363E88C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1309918-2828-4EE9-A10E-2DB5B0EB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400550"/>
            <a:ext cx="247650" cy="2667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448399B-044D-4DFF-9E71-EC52FAD3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8C21654-5714-41B2-AEB3-084E8E90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76750"/>
            <a:ext cx="2476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372AAD1-8D7A-49A0-8533-E28B84EE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F5DC1AA-B102-4237-A9D5-876140DE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FF41926-CA64-4CEF-8863-2771877F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已完成模块清单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E49F689-5D9F-4ACC-B3C0-412E1609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76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手册生成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49E4A54-D0B2-444F-A9D4-7DD4C4C3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76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功能点抽取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F4D2513-7CE6-4EF0-B585-78127CD6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场景生成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4EC82CC-DB4A-4B32-B3FF-90ED708E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43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browser-use执行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80712F7-5CE4-4B44-A5FC-91C814D5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01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验证器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EE0A9F8-6E70-4218-B2D1-DB2F30E4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101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报告导出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754D61F-160A-486B-A7CA-5701172B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768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Doctor检查</a:t>
            </a:r>
          </a:p>
        </p:txBody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ee015516a41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6ECFC9E-581C-4616-A6E8-2D797AFF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F69C91B-F449-4A49-AB6B-78E01B81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0C4BBCB-C657-4DD8-A791-8674AA64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后端测试覆盖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B5F0B9F-A152-40F6-8B7C-CB1AFFA9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schema 零 locator 校验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config 与 provider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artifact path 安全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manual pipeline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 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 generation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6D89BF9-7CC4-497A-A9D9-41651570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F1A1E8F-29E0-487A-A9B1-BD563904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90F920D-A499-494A-9902-438B48E8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前端测试覆盖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1F83978-0A32-414A-9F5D-8103E40F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App Shell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手册生成页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场景表格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设置抽屉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Logo / 背景展示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9E4BC0F-EF48-4DE2-8A54-8FAD8DB4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6043BD1-F107-43A0-AE7E-63E7CCD0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A3988F6-DFCF-498E-9E28-8C34915A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后续优化方向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36C62AF-3B57-45A2-96FD-267C5C16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RepairPlanner 自动修补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 LLM-as-Judge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action 目标高亮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mutation 生成算法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更多真实 E2E 样本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E329C56-0CE9-4B6D-ACDF-44F9C945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10125"/>
            <a:ext cx="904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84491FF-2E12-4778-BD78-5F8A9B61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93395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真实 E2E 验收依赖测试账号、4ga 网络环境、文本模型 API key 和 GLM-4.6V API key。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5ca71839b4a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FFAB678-E5E0-4B28-A8D7-9A344983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C3E65F3-EF96-4AFE-9087-E0B8CAD7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A228D69-1C13-46C4-AF9D-78335D40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李荣康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EC9966E-3808-4C7F-87AB-7AF7825D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手册解析 / 功能点提取 / ChromaDB 索引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5D74C98-EB87-45DA-975E-98E4E58E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1A2BCAB-FEC5-4362-93B1-A76D8CF8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88F27A5-2213-431B-8613-01253736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7CE9079-FD57-42D8-9C76-3CFDDA37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77AEAA6-3AC6-4918-B4BB-5FC34FBD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陈柏睿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6D7A7EC-DD56-4433-B743-66A70E73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测试场景生成 / Prompt / 证据校验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5D2CACB-E84A-4D82-B567-3B161C57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45B6C08-E2C6-4C82-96EB-B0BBE4B7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957352A-6ED1-4C29-BAF7-B08BE76B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77A3F1A-6FB7-4B6C-B666-0CC34AAD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F18DCEB-C98E-4D0B-A574-575259B3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许文硕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82605FA-60DF-4BD7-8E8E-2E3D7DA1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智能体层 / browser-use / LangGraph / 验证分类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113D6DB-E0C6-4856-A986-04A00CD7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636FE79-836D-43AD-8C8C-C268B982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ECCCAE8-1D5F-4AB5-A616-34967D6A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F6A63B3-3EEE-4D86-8D2A-5D361540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E9CB9DF-C626-4998-AE1A-45D2829E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黄良宏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771E9BF-A460-4A3D-A079-BA5B3F0A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评估指标 / 前端可视化 / 报告页面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1A2A0D9-9A43-4E9B-A434-248BFF5D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77D3066-947D-45DE-9AEB-EA2529E6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1F5F5FD-C256-4CB7-8912-00000C50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DAF751F-E16C-449E-A2AE-232AB83E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91F9049-5415-47AC-8DE7-F70AF9BD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Team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1BD39B5-9A65-455D-815C-16BF0A70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需求讨论 / 代码审查 / 测试 / 答辩材料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885B0C2-73F5-4F0E-AA3D-29F341D1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0633BA0-EDC4-4102-B87E-35490190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d3f9633eb45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2026-05-26T13:35:32.6950000Z</dcterms:created>
  <dcterms:modified xsi:type="dcterms:W3CDTF">2026-05-26T13:35:32.6950000Z</dcterms:modified>
</coreProperties>
</file>