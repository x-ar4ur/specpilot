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fa08199ed348b4" /><Relationship Type="http://schemas.openxmlformats.org/officeDocument/2006/relationships/extended-properties" Target="/docProps/app.xml" Id="R77ad90e0bc3848af" /><Relationship Type="http://schemas.openxmlformats.org/officeDocument/2006/relationships/officeDocument" Target="/ppt/presentation.xml" Id="R21b02d32fc7547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8618423f3148e0"/>
  </p:sldMasterIdLst>
  <p:notesMasterIdLst>
    <p:notesMasterId xmlns:r="http://schemas.openxmlformats.org/officeDocument/2006/relationships" r:id="Rb0a7e989dbf04b7d"/>
  </p:notesMasterIdLst>
  <p:sldIdLst>
    <p:sldId xmlns:r="http://schemas.openxmlformats.org/officeDocument/2006/relationships" id="256" r:id="Rc93d4a6e5d194395"/>
    <p:sldId xmlns:r="http://schemas.openxmlformats.org/officeDocument/2006/relationships" id="257" r:id="Ree3fdd7b6cb249c3"/>
    <p:sldId xmlns:r="http://schemas.openxmlformats.org/officeDocument/2006/relationships" id="258" r:id="R8eb3de542bb2458c"/>
    <p:sldId xmlns:r="http://schemas.openxmlformats.org/officeDocument/2006/relationships" id="259" r:id="R2180832b29894e83"/>
    <p:sldId xmlns:r="http://schemas.openxmlformats.org/officeDocument/2006/relationships" id="260" r:id="R726fc7c99b7046b0"/>
    <p:sldId xmlns:r="http://schemas.openxmlformats.org/officeDocument/2006/relationships" id="261" r:id="R2cdb0055f51e43c0"/>
    <p:sldId xmlns:r="http://schemas.openxmlformats.org/officeDocument/2006/relationships" id="262" r:id="Rd865d61c8fa647a6"/>
    <p:sldId xmlns:r="http://schemas.openxmlformats.org/officeDocument/2006/relationships" id="263" r:id="R9a6a1a406b9446a6"/>
    <p:sldId xmlns:r="http://schemas.openxmlformats.org/officeDocument/2006/relationships" id="264" r:id="R77e5eb7183f848bc"/>
    <p:sldId xmlns:r="http://schemas.openxmlformats.org/officeDocument/2006/relationships" id="265" r:id="R4da57f1b70054fe2"/>
    <p:sldId xmlns:r="http://schemas.openxmlformats.org/officeDocument/2006/relationships" id="266" r:id="R5d4327b89ea14b50"/>
    <p:sldId xmlns:r="http://schemas.openxmlformats.org/officeDocument/2006/relationships" id="267" r:id="Rfa2e63014d084071"/>
    <p:sldId xmlns:r="http://schemas.openxmlformats.org/officeDocument/2006/relationships" id="268" r:id="Ref6292b980454234"/>
    <p:sldId xmlns:r="http://schemas.openxmlformats.org/officeDocument/2006/relationships" id="269" r:id="R8965af86e29b43c5"/>
    <p:sldId xmlns:r="http://schemas.openxmlformats.org/officeDocument/2006/relationships" id="270" r:id="Rf99036bf8399439f"/>
    <p:sldId xmlns:r="http://schemas.openxmlformats.org/officeDocument/2006/relationships" id="271" r:id="Rd2841f1eb5f04bab"/>
    <p:sldId xmlns:r="http://schemas.openxmlformats.org/officeDocument/2006/relationships" id="272" r:id="Rb88933589a25472d"/>
    <p:sldId xmlns:r="http://schemas.openxmlformats.org/officeDocument/2006/relationships" id="273" r:id="R1376952b7f0a4eec"/>
    <p:sldId xmlns:r="http://schemas.openxmlformats.org/officeDocument/2006/relationships" id="274" r:id="Rcef7d871a98b45ce"/>
    <p:sldId xmlns:r="http://schemas.openxmlformats.org/officeDocument/2006/relationships" id="275" r:id="R13c6d54c4c674c76"/>
    <p:sldId xmlns:r="http://schemas.openxmlformats.org/officeDocument/2006/relationships" id="276" r:id="Rc98836c5ebf4474d"/>
    <p:sldId xmlns:r="http://schemas.openxmlformats.org/officeDocument/2006/relationships" id="277" r:id="R796a2f356cd94c0c"/>
    <p:sldId xmlns:r="http://schemas.openxmlformats.org/officeDocument/2006/relationships" id="278" r:id="Rb18e1ccd3b94430d"/>
    <p:sldId xmlns:r="http://schemas.openxmlformats.org/officeDocument/2006/relationships" id="279" r:id="Rd14a766858554c1d"/>
    <p:sldId xmlns:r="http://schemas.openxmlformats.org/officeDocument/2006/relationships" id="280" r:id="Red5f6ff2844140c6"/>
    <p:sldId xmlns:r="http://schemas.openxmlformats.org/officeDocument/2006/relationships" id="281" r:id="R9a8481d9ddea467c"/>
    <p:sldId xmlns:r="http://schemas.openxmlformats.org/officeDocument/2006/relationships" id="282" r:id="Rd6526ae5ea56437f"/>
    <p:sldId xmlns:r="http://schemas.openxmlformats.org/officeDocument/2006/relationships" id="283" r:id="R93174c170b09454f"/>
    <p:sldId xmlns:r="http://schemas.openxmlformats.org/officeDocument/2006/relationships" id="284" r:id="Rb7530c61e6c8452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618423f3148e0" /><Relationship Type="http://schemas.openxmlformats.org/officeDocument/2006/relationships/theme" Target="/ppt/theme/theme1.xml" Id="R08492120b477441d" /><Relationship Type="http://schemas.openxmlformats.org/officeDocument/2006/relationships/notesMaster" Target="/ppt/notesMasters/notesMaster1.xml" Id="Rb0a7e989dbf04b7d" /><Relationship Type="http://schemas.openxmlformats.org/officeDocument/2006/relationships/presProps" Target="/ppt/presProps.xml" Id="R33515f89edaa487f" /><Relationship Type="http://schemas.openxmlformats.org/officeDocument/2006/relationships/viewProps" Target="/ppt/viewProps.xml" Id="R3cb798a9276d4ae9" /><Relationship Type="http://schemas.openxmlformats.org/officeDocument/2006/relationships/tableStyles" Target="/ppt/tableStyles.xml" Id="Rc9e250c9c50a4d20" /><Relationship Type="http://schemas.openxmlformats.org/officeDocument/2006/relationships/slide" Target="/ppt/slides/slide1.xml" Id="Rc93d4a6e5d194395" /><Relationship Type="http://schemas.openxmlformats.org/officeDocument/2006/relationships/slide" Target="/ppt/slides/slide2.xml" Id="Ree3fdd7b6cb249c3" /><Relationship Type="http://schemas.openxmlformats.org/officeDocument/2006/relationships/slide" Target="/ppt/slides/slide3.xml" Id="R8eb3de542bb2458c" /><Relationship Type="http://schemas.openxmlformats.org/officeDocument/2006/relationships/slide" Target="/ppt/slides/slide4.xml" Id="R2180832b29894e83" /><Relationship Type="http://schemas.openxmlformats.org/officeDocument/2006/relationships/slide" Target="/ppt/slides/slide5.xml" Id="R726fc7c99b7046b0" /><Relationship Type="http://schemas.openxmlformats.org/officeDocument/2006/relationships/slide" Target="/ppt/slides/slide6.xml" Id="R2cdb0055f51e43c0" /><Relationship Type="http://schemas.openxmlformats.org/officeDocument/2006/relationships/slide" Target="/ppt/slides/slide7.xml" Id="Rd865d61c8fa647a6" /><Relationship Type="http://schemas.openxmlformats.org/officeDocument/2006/relationships/slide" Target="/ppt/slides/slide8.xml" Id="R9a6a1a406b9446a6" /><Relationship Type="http://schemas.openxmlformats.org/officeDocument/2006/relationships/slide" Target="/ppt/slides/slide9.xml" Id="R77e5eb7183f848bc" /><Relationship Type="http://schemas.openxmlformats.org/officeDocument/2006/relationships/slide" Target="/ppt/slides/slide10.xml" Id="R4da57f1b70054fe2" /><Relationship Type="http://schemas.openxmlformats.org/officeDocument/2006/relationships/slide" Target="/ppt/slides/slide11.xml" Id="R5d4327b89ea14b50" /><Relationship Type="http://schemas.openxmlformats.org/officeDocument/2006/relationships/slide" Target="/ppt/slides/slide12.xml" Id="Rfa2e63014d084071" /><Relationship Type="http://schemas.openxmlformats.org/officeDocument/2006/relationships/slide" Target="/ppt/slides/slide13.xml" Id="Ref6292b980454234" /><Relationship Type="http://schemas.openxmlformats.org/officeDocument/2006/relationships/slide" Target="/ppt/slides/slide14.xml" Id="R8965af86e29b43c5" /><Relationship Type="http://schemas.openxmlformats.org/officeDocument/2006/relationships/slide" Target="/ppt/slides/slide15.xml" Id="Rf99036bf8399439f" /><Relationship Type="http://schemas.openxmlformats.org/officeDocument/2006/relationships/slide" Target="/ppt/slides/slide16.xml" Id="Rd2841f1eb5f04bab" /><Relationship Type="http://schemas.openxmlformats.org/officeDocument/2006/relationships/slide" Target="/ppt/slides/slide17.xml" Id="Rb88933589a25472d" /><Relationship Type="http://schemas.openxmlformats.org/officeDocument/2006/relationships/slide" Target="/ppt/slides/slide18.xml" Id="R1376952b7f0a4eec" /><Relationship Type="http://schemas.openxmlformats.org/officeDocument/2006/relationships/slide" Target="/ppt/slides/slide19.xml" Id="Rcef7d871a98b45ce" /><Relationship Type="http://schemas.openxmlformats.org/officeDocument/2006/relationships/slide" Target="/ppt/slides/slide20.xml" Id="R13c6d54c4c674c76" /><Relationship Type="http://schemas.openxmlformats.org/officeDocument/2006/relationships/slide" Target="/ppt/slides/slide21.xml" Id="Rc98836c5ebf4474d" /><Relationship Type="http://schemas.openxmlformats.org/officeDocument/2006/relationships/slide" Target="/ppt/slides/slide22.xml" Id="R796a2f356cd94c0c" /><Relationship Type="http://schemas.openxmlformats.org/officeDocument/2006/relationships/slide" Target="/ppt/slides/slide23.xml" Id="Rb18e1ccd3b94430d" /><Relationship Type="http://schemas.openxmlformats.org/officeDocument/2006/relationships/slide" Target="/ppt/slides/slide24.xml" Id="Rd14a766858554c1d" /><Relationship Type="http://schemas.openxmlformats.org/officeDocument/2006/relationships/slide" Target="/ppt/slides/slide25.xml" Id="Red5f6ff2844140c6" /><Relationship Type="http://schemas.openxmlformats.org/officeDocument/2006/relationships/slide" Target="/ppt/slides/slide26.xml" Id="R9a8481d9ddea467c" /><Relationship Type="http://schemas.openxmlformats.org/officeDocument/2006/relationships/slide" Target="/ppt/slides/slide27.xml" Id="Rd6526ae5ea56437f" /><Relationship Type="http://schemas.openxmlformats.org/officeDocument/2006/relationships/slide" Target="/ppt/slides/slide28.xml" Id="R93174c170b09454f" /><Relationship Type="http://schemas.openxmlformats.org/officeDocument/2006/relationships/slide" Target="/ppt/slides/slide29.xml" Id="Rb7530c61e6c845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d54054b797844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5869b169a54af0" /><Relationship Type="http://schemas.openxmlformats.org/officeDocument/2006/relationships/notesMaster" Target="/ppt/notesMasters/notesMaster1.xml" Id="Rf6121eef917f4a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7bbe9aa74e4f6b" /><Relationship Type="http://schemas.openxmlformats.org/officeDocument/2006/relationships/notesMaster" Target="/ppt/notesMasters/notesMaster1.xml" Id="R3d7d6ee5f9fe43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3bc76e73aa49cc" /><Relationship Type="http://schemas.openxmlformats.org/officeDocument/2006/relationships/notesMaster" Target="/ppt/notesMasters/notesMaster1.xml" Id="Rbe260ab3d5ab40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9ea6cb13fd4f2f" /><Relationship Type="http://schemas.openxmlformats.org/officeDocument/2006/relationships/notesMaster" Target="/ppt/notesMasters/notesMaster1.xml" Id="Rd55751eed4e44b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d549504b1845fe" /><Relationship Type="http://schemas.openxmlformats.org/officeDocument/2006/relationships/notesMaster" Target="/ppt/notesMasters/notesMaster1.xml" Id="Rb1267bb5b9304b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3ff5d8bc83443d" /><Relationship Type="http://schemas.openxmlformats.org/officeDocument/2006/relationships/notesMaster" Target="/ppt/notesMasters/notesMaster1.xml" Id="Rcf3052e0f6934e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3bd320d87f451e" /><Relationship Type="http://schemas.openxmlformats.org/officeDocument/2006/relationships/notesMaster" Target="/ppt/notesMasters/notesMaster1.xml" Id="Rb376b8d712a149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327be38680471d" /><Relationship Type="http://schemas.openxmlformats.org/officeDocument/2006/relationships/notesMaster" Target="/ppt/notesMasters/notesMaster1.xml" Id="Rde2cbd466d7840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de6af31f5643c9" /><Relationship Type="http://schemas.openxmlformats.org/officeDocument/2006/relationships/notesMaster" Target="/ppt/notesMasters/notesMaster1.xml" Id="R266952b01fae49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87178eefdc4607" /><Relationship Type="http://schemas.openxmlformats.org/officeDocument/2006/relationships/notesMaster" Target="/ppt/notesMasters/notesMaster1.xml" Id="Rc41f80a7f47544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e6a4cb8b6545b6" /><Relationship Type="http://schemas.openxmlformats.org/officeDocument/2006/relationships/notesMaster" Target="/ppt/notesMasters/notesMaster1.xml" Id="R185090ecfc0746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022ebdd1eb4195" /><Relationship Type="http://schemas.openxmlformats.org/officeDocument/2006/relationships/notesMaster" Target="/ppt/notesMasters/notesMaster1.xml" Id="R2d012b052e4b4b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4e32fd851747a8" /><Relationship Type="http://schemas.openxmlformats.org/officeDocument/2006/relationships/notesMaster" Target="/ppt/notesMasters/notesMaster1.xml" Id="Rf6dd5d65e7af4a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b32f84699a4171" /><Relationship Type="http://schemas.openxmlformats.org/officeDocument/2006/relationships/notesMaster" Target="/ppt/notesMasters/notesMaster1.xml" Id="Rce1bdd64525d44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a8effb1a314089" /><Relationship Type="http://schemas.openxmlformats.org/officeDocument/2006/relationships/notesMaster" Target="/ppt/notesMasters/notesMaster1.xml" Id="R4630e8a3a3a943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843a3937f94685" /><Relationship Type="http://schemas.openxmlformats.org/officeDocument/2006/relationships/notesMaster" Target="/ppt/notesMasters/notesMaster1.xml" Id="Rdd4bdff1228948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12ca2b31674cd1" /><Relationship Type="http://schemas.openxmlformats.org/officeDocument/2006/relationships/notesMaster" Target="/ppt/notesMasters/notesMaster1.xml" Id="R74bd8f64b3b847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cff9d780284b34" /><Relationship Type="http://schemas.openxmlformats.org/officeDocument/2006/relationships/notesMaster" Target="/ppt/notesMasters/notesMaster1.xml" Id="R386cae9351db4a7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0cf560771124ada" /><Relationship Type="http://schemas.openxmlformats.org/officeDocument/2006/relationships/notesMaster" Target="/ppt/notesMasters/notesMaster1.xml" Id="R89fc51b99a3040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0b09bf216e34e45" /><Relationship Type="http://schemas.openxmlformats.org/officeDocument/2006/relationships/notesMaster" Target="/ppt/notesMasters/notesMaster1.xml" Id="R0eaa3930e742430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dc6143be3474fe2" /><Relationship Type="http://schemas.openxmlformats.org/officeDocument/2006/relationships/notesMaster" Target="/ppt/notesMasters/notesMaster1.xml" Id="Ra39abe0883f54ef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9fbb7f9d98e40b8" /><Relationship Type="http://schemas.openxmlformats.org/officeDocument/2006/relationships/notesMaster" Target="/ppt/notesMasters/notesMaster1.xml" Id="R58305aff2c86479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dd60a3c154d4422" /><Relationship Type="http://schemas.openxmlformats.org/officeDocument/2006/relationships/notesMaster" Target="/ppt/notesMasters/notesMaster1.xml" Id="Rc6bff3160e3d468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a630e3720ad42f5" /><Relationship Type="http://schemas.openxmlformats.org/officeDocument/2006/relationships/notesMaster" Target="/ppt/notesMasters/notesMaster1.xml" Id="R8605a5731b254fe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8ba103bcdeb411d" /><Relationship Type="http://schemas.openxmlformats.org/officeDocument/2006/relationships/notesMaster" Target="/ppt/notesMasters/notesMaster1.xml" Id="Rfb0fe0710988461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10fffa1413c4682" /><Relationship Type="http://schemas.openxmlformats.org/officeDocument/2006/relationships/notesMaster" Target="/ppt/notesMasters/notesMaster1.xml" Id="Rca61808fc27c420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46017d9938e4552" /><Relationship Type="http://schemas.openxmlformats.org/officeDocument/2006/relationships/notesMaster" Target="/ppt/notesMasters/notesMaster1.xml" Id="Rdb267ba7a0ca499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78493883b6e412c" /><Relationship Type="http://schemas.openxmlformats.org/officeDocument/2006/relationships/notesMaster" Target="/ppt/notesMasters/notesMaster1.xml" Id="R21e69a22e55c4cd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ac85c6254af4bec" /><Relationship Type="http://schemas.openxmlformats.org/officeDocument/2006/relationships/notesMaster" Target="/ppt/notesMasters/notesMaster1.xml" Id="R61fabfb499af4a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e7e2942aba4c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df6cf487849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7a6fabcc84a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71991b5f145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966405fc7444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bd33a7791491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6efa46f5d471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60965c9ba7434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cfe0e8c8de44a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76ced9d0a242f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b3a912114749cf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86774dc77d94942" /><Relationship Type="http://schemas.openxmlformats.org/officeDocument/2006/relationships/slideLayout" Target="/ppt/slideLayouts/slideLayout2.xml" Id="R5d42fe0299c44c57" /><Relationship Type="http://schemas.openxmlformats.org/officeDocument/2006/relationships/slideLayout" Target="/ppt/slideLayouts/slideLayout3.xml" Id="Rb840749bedb44940" /><Relationship Type="http://schemas.openxmlformats.org/officeDocument/2006/relationships/slideLayout" Target="/ppt/slideLayouts/slideLayout4.xml" Id="R353b4fff0c944d69" /><Relationship Type="http://schemas.openxmlformats.org/officeDocument/2006/relationships/slideLayout" Target="/ppt/slideLayouts/slideLayout5.xml" Id="Rf992c2cd7c034393" /><Relationship Type="http://schemas.openxmlformats.org/officeDocument/2006/relationships/slideLayout" Target="/ppt/slideLayouts/slideLayout6.xml" Id="Rd1df7878c0764029" /><Relationship Type="http://schemas.openxmlformats.org/officeDocument/2006/relationships/slideLayout" Target="/ppt/slideLayouts/slideLayout7.xml" Id="Ra9c163533fa9452f" /><Relationship Type="http://schemas.openxmlformats.org/officeDocument/2006/relationships/slideLayout" Target="/ppt/slideLayouts/slideLayout8.xml" Id="Rb7cadeaaf1e644d2" /><Relationship Type="http://schemas.openxmlformats.org/officeDocument/2006/relationships/slideLayout" Target="/ppt/slideLayouts/slideLayout9.xml" Id="Rf9e243bf635047cd" /><Relationship Type="http://schemas.openxmlformats.org/officeDocument/2006/relationships/slideLayout" Target="/ppt/slideLayouts/slideLayout10.xml" Id="R1531a074fc1f4202" /><Relationship Type="http://schemas.openxmlformats.org/officeDocument/2006/relationships/slideLayout" Target="/ppt/slideLayouts/slideLayout11.xml" Id="R90170aee22924ac2" /><Relationship Type="http://schemas.openxmlformats.org/officeDocument/2006/relationships/slideLayout" Target="/ppt/slideLayouts/slideLayout12.xml" Id="Rdf7a692f989d496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42fe0299c44c57"/>
    <p:sldLayoutId xmlns:r="http://schemas.openxmlformats.org/officeDocument/2006/relationships" id="2147483650" r:id="Rb840749bedb44940"/>
    <p:sldLayoutId xmlns:r="http://schemas.openxmlformats.org/officeDocument/2006/relationships" id="2147483651" r:id="R353b4fff0c944d69"/>
    <p:sldLayoutId xmlns:r="http://schemas.openxmlformats.org/officeDocument/2006/relationships" id="2147483652" r:id="Rf992c2cd7c034393"/>
    <p:sldLayoutId xmlns:r="http://schemas.openxmlformats.org/officeDocument/2006/relationships" id="2147483653" r:id="Rd1df7878c0764029"/>
    <p:sldLayoutId xmlns:r="http://schemas.openxmlformats.org/officeDocument/2006/relationships" id="2147483654" r:id="Ra9c163533fa9452f"/>
    <p:sldLayoutId xmlns:r="http://schemas.openxmlformats.org/officeDocument/2006/relationships" id="2147483655" r:id="Rb7cadeaaf1e644d2"/>
    <p:sldLayoutId xmlns:r="http://schemas.openxmlformats.org/officeDocument/2006/relationships" id="2147483656" r:id="Rf9e243bf635047cd"/>
    <p:sldLayoutId xmlns:r="http://schemas.openxmlformats.org/officeDocument/2006/relationships" id="2147483657" r:id="R1531a074fc1f4202"/>
    <p:sldLayoutId xmlns:r="http://schemas.openxmlformats.org/officeDocument/2006/relationships" id="2147483658" r:id="R90170aee22924ac2"/>
    <p:sldLayoutId xmlns:r="http://schemas.openxmlformats.org/officeDocument/2006/relationships" id="2147483659" r:id="Rdf7a692f989d49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e5ad100afe24691" /><Relationship Type="http://schemas.openxmlformats.org/officeDocument/2006/relationships/image" Target="/ppt/media/image.png" Id="Rd736a15a6f44401c" /><Relationship Type="http://schemas.openxmlformats.org/officeDocument/2006/relationships/image" Target="/ppt/media/image2.png" Id="R97e510cf32a84668" /><Relationship Type="http://schemas.openxmlformats.org/officeDocument/2006/relationships/notesSlide" Target="/ppt/notesSlides/notesSlide1.xml" Id="R30d491fd38b743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2a7344f1894645" /><Relationship Type="http://schemas.openxmlformats.org/officeDocument/2006/relationships/image" Target="/ppt/media/image2.png" Id="Rae1ee54e21a04f35" /><Relationship Type="http://schemas.openxmlformats.org/officeDocument/2006/relationships/notesSlide" Target="/ppt/notesSlides/notesSlide2.xml" Id="Rf6c7f670f8d542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1f9b47b39eb49c3" /><Relationship Type="http://schemas.openxmlformats.org/officeDocument/2006/relationships/image" Target="/ppt/media/image2.png" Id="R83ebdc95f2c848e0" /><Relationship Type="http://schemas.openxmlformats.org/officeDocument/2006/relationships/notesSlide" Target="/ppt/notesSlides/notesSlide3.xml" Id="R82682e2aefdc4d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d1285a082254c7e" /><Relationship Type="http://schemas.openxmlformats.org/officeDocument/2006/relationships/image" Target="/ppt/media/image3.png" Id="Ra6dd86d9f5b44ec3" /><Relationship Type="http://schemas.openxmlformats.org/officeDocument/2006/relationships/notesSlide" Target="/ppt/notesSlides/notesSlide4.xml" Id="R4254c5db585241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19cf83f325b44d2" /><Relationship Type="http://schemas.openxmlformats.org/officeDocument/2006/relationships/image" Target="/ppt/media/image3.png" Id="Rc7c38628665943c2" /><Relationship Type="http://schemas.openxmlformats.org/officeDocument/2006/relationships/notesSlide" Target="/ppt/notesSlides/notesSlide5.xml" Id="Racf0611552db43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817f1169aee4673" /><Relationship Type="http://schemas.openxmlformats.org/officeDocument/2006/relationships/image" Target="/ppt/media/image2.png" Id="R0e9dd0743d8640b2" /><Relationship Type="http://schemas.openxmlformats.org/officeDocument/2006/relationships/notesSlide" Target="/ppt/notesSlides/notesSlide6.xml" Id="R4fb2dc2af7d844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9883688a5c04a76" /><Relationship Type="http://schemas.openxmlformats.org/officeDocument/2006/relationships/image" Target="/ppt/media/image3.png" Id="R0428178b91f24f39" /><Relationship Type="http://schemas.openxmlformats.org/officeDocument/2006/relationships/notesSlide" Target="/ppt/notesSlides/notesSlide7.xml" Id="R3a8086a9d2dd49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16f55daea2f4b72" /><Relationship Type="http://schemas.openxmlformats.org/officeDocument/2006/relationships/image" Target="/ppt/media/image3.png" Id="R4c9719caa7114625" /><Relationship Type="http://schemas.openxmlformats.org/officeDocument/2006/relationships/notesSlide" Target="/ppt/notesSlides/notesSlide8.xml" Id="Race222a8a57449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fb6cf3c0995494f" /><Relationship Type="http://schemas.openxmlformats.org/officeDocument/2006/relationships/image" Target="/ppt/media/image3.png" Id="R909aa8bc08bc4805" /><Relationship Type="http://schemas.openxmlformats.org/officeDocument/2006/relationships/notesSlide" Target="/ppt/notesSlides/notesSlide9.xml" Id="R83b8a5733e1e4c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eb87598e8094dea" /><Relationship Type="http://schemas.openxmlformats.org/officeDocument/2006/relationships/image" Target="/ppt/media/image2.png" Id="Ra0be601014ac49b0" /><Relationship Type="http://schemas.openxmlformats.org/officeDocument/2006/relationships/notesSlide" Target="/ppt/notesSlides/notesSlide10.xml" Id="R7318269e6ce344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7623b69f6ad4e7b" /><Relationship Type="http://schemas.openxmlformats.org/officeDocument/2006/relationships/image" Target="/ppt/media/image3.png" Id="R271b8d40688345a8" /><Relationship Type="http://schemas.openxmlformats.org/officeDocument/2006/relationships/notesSlide" Target="/ppt/notesSlides/notesSlide11.xml" Id="Rfa6c072a3b1645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98d88ed9a4a46c9" /><Relationship Type="http://schemas.openxmlformats.org/officeDocument/2006/relationships/image" Target="/ppt/media/image3.png" Id="R819548fc2eaf43fa" /><Relationship Type="http://schemas.openxmlformats.org/officeDocument/2006/relationships/notesSlide" Target="/ppt/notesSlides/notesSlide12.xml" Id="R44b29066cd184e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626e495d28a4a14" /><Relationship Type="http://schemas.openxmlformats.org/officeDocument/2006/relationships/image" Target="/ppt/media/image3.png" Id="R5624b9a3262c422e" /><Relationship Type="http://schemas.openxmlformats.org/officeDocument/2006/relationships/notesSlide" Target="/ppt/notesSlides/notesSlide13.xml" Id="Rb1df16f1ed0348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b2e41674245421e" /><Relationship Type="http://schemas.openxmlformats.org/officeDocument/2006/relationships/image" Target="/ppt/media/image3.png" Id="Rb04de8f569be41f0" /><Relationship Type="http://schemas.openxmlformats.org/officeDocument/2006/relationships/notesSlide" Target="/ppt/notesSlides/notesSlide14.xml" Id="R4f7df007852541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3ab4d376db94a63" /><Relationship Type="http://schemas.openxmlformats.org/officeDocument/2006/relationships/image" Target="/ppt/media/image3.png" Id="Rc0470e9894504eb0" /><Relationship Type="http://schemas.openxmlformats.org/officeDocument/2006/relationships/notesSlide" Target="/ppt/notesSlides/notesSlide15.xml" Id="Rbd31b16f9c1f4f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8cd4dca6856430f" /><Relationship Type="http://schemas.openxmlformats.org/officeDocument/2006/relationships/image" Target="/ppt/media/image3.png" Id="R1f96997ec5c4460c" /><Relationship Type="http://schemas.openxmlformats.org/officeDocument/2006/relationships/notesSlide" Target="/ppt/notesSlides/notesSlide16.xml" Id="Re97b07ba7d884d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334b84826b9430a" /><Relationship Type="http://schemas.openxmlformats.org/officeDocument/2006/relationships/image" Target="/ppt/media/image3.png" Id="R6a4d93346858442c" /><Relationship Type="http://schemas.openxmlformats.org/officeDocument/2006/relationships/notesSlide" Target="/ppt/notesSlides/notesSlide17.xml" Id="R30df6a34fd004a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c0f275a1c9c44da" /><Relationship Type="http://schemas.openxmlformats.org/officeDocument/2006/relationships/image" Target="/ppt/media/image3.png" Id="Re570fa078c0c46d1" /><Relationship Type="http://schemas.openxmlformats.org/officeDocument/2006/relationships/notesSlide" Target="/ppt/notesSlides/notesSlide18.xml" Id="R4c232ad1c3fe401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0a5f8dc8f1f43be" /><Relationship Type="http://schemas.openxmlformats.org/officeDocument/2006/relationships/image" Target="/ppt/media/image3.png" Id="R3bb6f32d3414423b" /><Relationship Type="http://schemas.openxmlformats.org/officeDocument/2006/relationships/notesSlide" Target="/ppt/notesSlides/notesSlide19.xml" Id="R23f814851c1c483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d25b3baa27b417c" /><Relationship Type="http://schemas.openxmlformats.org/officeDocument/2006/relationships/image" Target="/ppt/media/image3.png" Id="Rbab37a176cca4a78" /><Relationship Type="http://schemas.openxmlformats.org/officeDocument/2006/relationships/notesSlide" Target="/ppt/notesSlides/notesSlide20.xml" Id="R0790bb307bc844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c3efc88795f4e04" /><Relationship Type="http://schemas.openxmlformats.org/officeDocument/2006/relationships/image" Target="/ppt/media/image3.png" Id="Re2f7865e8ca1466d" /><Relationship Type="http://schemas.openxmlformats.org/officeDocument/2006/relationships/notesSlide" Target="/ppt/notesSlides/notesSlide21.xml" Id="Rbdaebd5e3c76434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7f0755b1c6d40f5" /><Relationship Type="http://schemas.openxmlformats.org/officeDocument/2006/relationships/image" Target="/ppt/media/image3.png" Id="Rd84fe73d38244482" /><Relationship Type="http://schemas.openxmlformats.org/officeDocument/2006/relationships/notesSlide" Target="/ppt/notesSlides/notesSlide22.xml" Id="Rc27b049bf98e45a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9c5d867f9494694" /><Relationship Type="http://schemas.openxmlformats.org/officeDocument/2006/relationships/image" Target="/ppt/media/image3.png" Id="R2f4e0a985e974b49" /><Relationship Type="http://schemas.openxmlformats.org/officeDocument/2006/relationships/notesSlide" Target="/ppt/notesSlides/notesSlide23.xml" Id="R305156657e59442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621c664bc484231" /><Relationship Type="http://schemas.openxmlformats.org/officeDocument/2006/relationships/image" Target="/ppt/media/image3.png" Id="R99cde6b37066474c" /><Relationship Type="http://schemas.openxmlformats.org/officeDocument/2006/relationships/notesSlide" Target="/ppt/notesSlides/notesSlide24.xml" Id="R9a2c8b5c873a49c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39fbb81bf7f4ac8" /><Relationship Type="http://schemas.openxmlformats.org/officeDocument/2006/relationships/image" Target="/ppt/media/image2.png" Id="R5eec7af9080742e2" /><Relationship Type="http://schemas.openxmlformats.org/officeDocument/2006/relationships/notesSlide" Target="/ppt/notesSlides/notesSlide25.xml" Id="Ra96d3849191e4df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9749696428d4203" /><Relationship Type="http://schemas.openxmlformats.org/officeDocument/2006/relationships/image" Target="/ppt/media/image3.png" Id="R448f6c1fc3044237" /><Relationship Type="http://schemas.openxmlformats.org/officeDocument/2006/relationships/notesSlide" Target="/ppt/notesSlides/notesSlide26.xml" Id="R07ffda1246b2428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ac4b48fe99942ae" /><Relationship Type="http://schemas.openxmlformats.org/officeDocument/2006/relationships/image" Target="/ppt/media/image3.png" Id="R7fc50e43823c4771" /><Relationship Type="http://schemas.openxmlformats.org/officeDocument/2006/relationships/notesSlide" Target="/ppt/notesSlides/notesSlide27.xml" Id="R402377217736443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1888b8e6a4a4404" /><Relationship Type="http://schemas.openxmlformats.org/officeDocument/2006/relationships/image" Target="/ppt/media/image3.png" Id="R8d51a8cd83024f57" /><Relationship Type="http://schemas.openxmlformats.org/officeDocument/2006/relationships/notesSlide" Target="/ppt/notesSlides/notesSlide28.xml" Id="Rc6befc3a5f4d426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ad036786f384349" /><Relationship Type="http://schemas.openxmlformats.org/officeDocument/2006/relationships/image" Target="/ppt/media/image2.png" Id="Rdb4bc0477c154e0c" /><Relationship Type="http://schemas.openxmlformats.org/officeDocument/2006/relationships/notesSlide" Target="/ppt/notesSlides/notesSlide29.xml" Id="Re5a9c4917fc640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6a15a6f44401c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510cf32a846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ee54e21a04f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bdc95f2c8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d86d9f5b44e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C0D2F4-9868-4421-AB90-A395100B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B29EA6-D88D-4362-A4DE-5D455C92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FC8357-FA4D-4C41-B6BF-85B260D4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C26C92-B6AA-4C61-A59A-08C6977D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8D4D75-3A37-4D94-910E-A4040A8A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E50502-AC8A-4969-99AA-4EB60BC6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A1584C-0EA7-443D-9C91-00CB81FB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8178E1-D684-410D-BFF6-77E4AC5B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6F3532-3940-44EC-BE8B-FBCC7047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1FF1A5-0843-460C-BC29-EA7CC11D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1F351B4-BC49-4105-9E63-B987BAA8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92DA2B-DB81-495E-A156-F7143CCD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40775F-121E-4EC8-8B5B-38DC5FF8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5DFDDD-9B63-47D2-AF32-23B23C44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0F45951-85FA-4847-AD83-A096CBF4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FC7934B-2DCF-4DB5-8A1E-B7CC32ED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38628665943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6CE068-9722-40AA-B85F-9C7192D5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C41244-4B1E-4773-B73E-BC8454CA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039D57-595E-47C9-81E4-67ADFA1C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51A592-A638-4E56-BCFB-30E10F60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7FF09F-3318-4440-A921-AFFAFEF5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9FAE19-1FB5-4432-A85F-7284B0CA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4F9211-41FC-49E8-90B1-F0341754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B32D39-CD1A-4AAF-AC64-FFD3CAB3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939D34-F962-46F4-A706-75A7C1BE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BFDA51-B7BF-4609-8788-9E9CB20A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CDC70B-1B11-48AB-A7F6-DBD47380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4D570C-0C28-491D-9AAA-66ED20D9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8372DA-0826-4A05-B473-25535845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97F3F0-E14A-47DA-98C8-24D7A5E3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9D2379C-4765-422D-83F5-FDE9D7AD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5C171C2-F441-48E6-8CF8-72A03492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6F9EB81-38BC-4A8C-8717-01865213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D1F7886-A815-46CA-9817-1ADF77C8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3D2162-9E83-4055-AC37-15EB4688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955686-F366-4B3D-A287-4495B5C3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3E5872D-0E3A-4D88-87B3-2E8F4107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F284D5-434F-4CC3-B050-2C12F1D3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F4C589-7AA5-4462-80D6-AB780E7C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741D3AF-1BDE-4998-92BA-F9A83434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7D2C0A8-F382-43D2-B2B6-5D52DFF3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9CAD1F-3DDF-4DB6-879B-9D5CCF9D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dd0743d8640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8178b91f24f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C11DA1-F4F0-460D-ADF6-A8FF852B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278951-A4E4-4DEC-B8A2-CBEC55D1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24922A-A6D1-43BF-A004-E7B3DA42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71A9EE-D2C7-48A8-8687-42100F87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79C437-EB32-4C65-80FB-BDAB6322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23FB9D-5E7C-4777-8F84-8C4FF00F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56BE54-6CA3-4630-9F1E-E8702CD6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FAC23B-D93F-40F5-A976-A66BBEB5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F0C246-F6CB-43F1-B0D0-E0FE211B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C44DE4F-AA4E-4FC1-A527-3D2642AE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F7B8D0-DB59-4458-B65D-51E38403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1AEAB1-0FE7-4D9A-92C9-9B869E9B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CFEAC0-E62B-4E47-9398-0F3EC2CF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9D8D2C1-5E06-46DA-8B1C-A4780274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4D00E4-C3E1-4898-9230-22C69134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18FBBB-F595-4B62-BC0B-EF9FCF11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0E51AA3-AC21-4327-AD10-79F37F5F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A8CA1C-25F1-437E-863E-41D555A3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34A3779-B417-4C28-84AA-55457CD6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39E465B-76A6-405D-91EB-E6DA4906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7B28B14-2FAB-4319-BD02-2C6D759C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4A6CD54-CA3D-4ECC-B35B-D3A91FE3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97FD1F7-9158-4F9E-81BA-6ED5358D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AA78757-A0A8-454B-9653-1A9A90D6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72B004C-255E-4C55-86F6-4C2CE124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D3DD524-1F16-4DD4-BE2A-549F38E9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367AD0-3258-44BD-BA30-6F7C45FF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FE29F8B-F9BA-4540-A187-50E0E80B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AD126E1-CAE8-41A4-8EB5-FB96D3F9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A008735-E7E2-4480-85A6-F301339B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14D21CB-7D4E-4D1C-BFD0-859FDFBD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6294940-789E-4A64-803E-6F75FC6C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CDC33F7-BF13-4897-B458-E30199B3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6252661-03F2-4F5C-8A1A-C69FE9C6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1AFE54B-532A-4295-AD89-A88763C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4E8838A-A27D-4F17-9275-349F3A35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D21DA32-DBAE-4116-9679-E4742065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C4CFF13-E290-4004-8369-9B06ABA4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86F28C5-DE17-4E9F-A818-7E0B1903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CF34317-1D81-4BB7-ADC4-C2877CBB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EC4C7F8-2ACB-4CE5-AEC5-E4A2E6CC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4F81088-3937-41F3-959A-A915DBBF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F17428E-35DA-4EA5-8D63-61DC5DB3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679509C-EE3B-4E43-9524-23B1F99D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ECD009D-F88D-4BF0-9143-904A15CD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7D9E644-F0BF-415E-BF14-226C88D6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2F8BA65-F27B-4D8A-A1D9-184E8B07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719caa7114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8F34DAE-1711-4B42-BC83-9EC30D75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AA5C602-02B4-4732-9B6C-F255F45F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D1E48BC-A7A7-444A-8EAF-E996C7F5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39ED6B7-7174-4658-897B-13744876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E31CE3C-D6C0-47A8-9890-2EF0816D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35E442B-208E-4D11-9E86-29B093B7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B55F859-135C-4CC3-BA8F-593545B7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039C4FD-BC6E-4C3C-97C1-DF9CF796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ED48E4D-4350-492C-A7FE-7EFB1EBD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2D5D6B0-87B3-4F17-8563-179F657D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F3CE17C-9B7F-4747-9B8C-CE4DBFC9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EDFD3C0-B642-4CC1-904E-2B5A2B2D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BB0035E-AE98-47FA-A208-C9BBA516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718CF9D-B004-4665-AF7C-6A5D1F47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4237214-B016-4E2A-9983-0AD54D8E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B866966-11A1-4E2E-BABE-1BE6D923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22A1985-6804-406C-97D3-49874EBE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FC7E4FF-5A42-4E98-95DA-63DF94C4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ADCBF68-6568-42DE-9152-055ACCA0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70DAA95-4715-4FFD-8612-F2D656B4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B3768A2-CEF0-4956-A585-488BA8B2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460AFBA-9848-49AF-8B0F-BF2A4CE1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C90C3EE-F85F-408D-823B-48EA7D10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689C5B1-570E-477B-9C18-51AC074B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aa8bc08bc48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0407B61-417C-41CD-9041-4F90EF3E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2128C98-ADC6-4A35-8158-AB8EB51A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FA4A2FC-88CF-4B1C-83C5-D7400919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202F21B-D879-42AB-B325-632C8878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4AC6CB3-AC77-4B49-84E5-D602F8D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BD37B2F-5FC9-4DB6-AB2C-D3C7D3E8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C32933B-773E-4B06-A18B-5DA904CE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359AA39-BB23-4A68-880F-2F78605F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3199EFB-2F89-4534-AA66-62701970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167EDC0-8521-4C1F-9A91-C20EF5DC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C8CAB90-11DD-4560-A9D7-D0D105F7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DD68355-CB1D-4F00-B1E1-8E83AB37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85C3EA4-5E50-446B-985C-3ADC090E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21B904B-3639-4299-B779-141FFF10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5D3BE29-A7D6-4EB7-A7AF-0EF4B140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A2F6F9E-10B0-401F-B901-5330F315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DDB23A2-C271-418D-8719-1A50E51F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BAD525A-5AAA-4EFB-B5CC-25E9D5A9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e601014ac49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b8d40688345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8AAB7CB-2FE9-4FF4-B7E8-DDF4BA0A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054F5FE-A5E7-405E-9464-9284B648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B723A68-A8F0-4C04-AB3D-A0626DD4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4033243-3ACA-4CF4-A898-9D25D3FA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07B90A4-4761-4613-8A0C-80C5FB9F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21A4510-F5D5-49CA-A24B-55A94637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6DA15AC-7814-43DD-A1CF-69E69D52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2FC94CC-8A80-41F0-89CA-D17ED02D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9485FF4-0D19-461A-BA7F-69417ED2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D43E04F-89E7-4BF7-BF73-40836751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BA10C75-86E2-4C5D-9945-EACC1180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D9EBBD6-71D5-403B-A36A-C7774FBA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CB6F032-7DFE-48F6-B885-92E4E655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EE12ED5-5320-4120-83C8-B4D55DEB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E6BFAAB-D068-4274-84F7-6A9DE346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57BFEAA-95ED-4214-9E72-D7151700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548fc2eaf43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E8820D4-848D-4E6A-81B3-576B4EA1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72DE274-6C58-4495-B073-7C9B2886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33EC8BB-E3FD-4696-8107-C97847B3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80E5B70-8D4A-47B5-9EB8-9581BE72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C886334-906F-49C2-B188-E48534DA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6C27544-1E81-416B-8116-D6458CA8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6564673-EA33-4451-AA7C-0C4A81E3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4AB9F5D-E2D5-4DF3-8155-D281DDF9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FD79F6F-9D65-4459-89A6-F59280E6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11AC030-5FAB-4ED0-8B32-19401B67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1D32AB7-D9D9-4F43-B739-A85559F5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4B63065-BEF9-4E72-AF49-A7D97CE1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BDCA729-7CB4-451F-9851-8A21CA2D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562DBFA-6C16-4944-844A-831B3CBA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80E1955-3807-431D-B7E1-B7C371EE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3150255-ED81-4C4B-9E97-09552DC3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7B80791-F42A-4F17-A29F-8FAE2704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1BC1671-5384-40D4-9F49-646D9077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4A591F5-F277-4465-9CC7-105F3E88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F13643C-ABB0-42A5-893A-8A47D06C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F231644-1BB7-4494-938A-7BD69D67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0BE64E6-354A-4604-9209-75480623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ABE3C9C-4EA5-4673-B84F-30F86641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49CA308-DB9F-4E5D-93AB-61947463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08EA60A-BA40-4432-ADF4-63091648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FAB4200-FD0E-4E57-92BF-E907891A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1538F20-9CB5-47C5-9F47-320CE28A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B248CF9-7D7B-4C32-9E2B-D216B361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F23DB33-3CB9-473F-9A63-E0FEDF7D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E854A7-1A41-4FA5-81D8-1EE2E4EF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94B35AD-2B28-4221-846A-D675C699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5626923-1D70-4F44-9922-7B1A3D18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1B860C5-63A7-49D0-B0B1-D0846C09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A35BE5F-7547-4EC9-B787-DD54F288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8F433C4-FCEE-47D5-8443-CDF7659E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4b9a3262c42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de8f569be41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70e9894504e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6997ec5c446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d9334685844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0fa078c0c46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6f32d341442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37a176cca4a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7865e8ca146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fe73d382444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e0a985e974b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de6b3706647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c7af9080742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f6c1fc304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50e43823c47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1a8cd83024f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bc0477c154e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2026-05-26T13:26:21.1100000Z</dcterms:created>
  <dcterms:modified xsi:type="dcterms:W3CDTF">2026-05-26T13:26:21.1100000Z</dcterms:modified>
</coreProperties>
</file>