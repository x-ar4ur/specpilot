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e744cd900c4ef2" /><Relationship Type="http://schemas.openxmlformats.org/officeDocument/2006/relationships/extended-properties" Target="/docProps/app.xml" Id="R5bef1e4a02b44e53" /><Relationship Type="http://schemas.openxmlformats.org/officeDocument/2006/relationships/officeDocument" Target="/ppt/presentation.xml" Id="R144fca72eed944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d42051d3d74d47"/>
  </p:sldMasterIdLst>
  <p:notesMasterIdLst>
    <p:notesMasterId xmlns:r="http://schemas.openxmlformats.org/officeDocument/2006/relationships" r:id="R7f1ce52c9b334099"/>
  </p:notesMasterIdLst>
  <p:sldIdLst>
    <p:sldId xmlns:r="http://schemas.openxmlformats.org/officeDocument/2006/relationships" id="256" r:id="R98f5aafb022d47cd"/>
    <p:sldId xmlns:r="http://schemas.openxmlformats.org/officeDocument/2006/relationships" id="257" r:id="R460702aaab514078"/>
    <p:sldId xmlns:r="http://schemas.openxmlformats.org/officeDocument/2006/relationships" id="258" r:id="R0ec28475b7e64fb4"/>
    <p:sldId xmlns:r="http://schemas.openxmlformats.org/officeDocument/2006/relationships" id="259" r:id="R0d735aee4cc44283"/>
    <p:sldId xmlns:r="http://schemas.openxmlformats.org/officeDocument/2006/relationships" id="260" r:id="Re3a6ddf9c5de47e0"/>
    <p:sldId xmlns:r="http://schemas.openxmlformats.org/officeDocument/2006/relationships" id="261" r:id="R718e9f28691f4272"/>
    <p:sldId xmlns:r="http://schemas.openxmlformats.org/officeDocument/2006/relationships" id="262" r:id="R0f6416fd8ba54db9"/>
    <p:sldId xmlns:r="http://schemas.openxmlformats.org/officeDocument/2006/relationships" id="263" r:id="R4a200048edfc474d"/>
    <p:sldId xmlns:r="http://schemas.openxmlformats.org/officeDocument/2006/relationships" id="264" r:id="R7db6c72fdf834635"/>
    <p:sldId xmlns:r="http://schemas.openxmlformats.org/officeDocument/2006/relationships" id="265" r:id="R4005edaa28104ea9"/>
    <p:sldId xmlns:r="http://schemas.openxmlformats.org/officeDocument/2006/relationships" id="266" r:id="R3a334b63c2844226"/>
    <p:sldId xmlns:r="http://schemas.openxmlformats.org/officeDocument/2006/relationships" id="267" r:id="R79d6df8dd5e84414"/>
    <p:sldId xmlns:r="http://schemas.openxmlformats.org/officeDocument/2006/relationships" id="268" r:id="R396b3d6536f14a05"/>
    <p:sldId xmlns:r="http://schemas.openxmlformats.org/officeDocument/2006/relationships" id="269" r:id="R6af58462203442d7"/>
    <p:sldId xmlns:r="http://schemas.openxmlformats.org/officeDocument/2006/relationships" id="270" r:id="R94dee119871646ca"/>
    <p:sldId xmlns:r="http://schemas.openxmlformats.org/officeDocument/2006/relationships" id="271" r:id="Rdd5b2b75eb4144ba"/>
    <p:sldId xmlns:r="http://schemas.openxmlformats.org/officeDocument/2006/relationships" id="272" r:id="Re18da8a964ec491a"/>
    <p:sldId xmlns:r="http://schemas.openxmlformats.org/officeDocument/2006/relationships" id="273" r:id="R018bede71aa64f41"/>
    <p:sldId xmlns:r="http://schemas.openxmlformats.org/officeDocument/2006/relationships" id="274" r:id="R1601b839859e4ffa"/>
    <p:sldId xmlns:r="http://schemas.openxmlformats.org/officeDocument/2006/relationships" id="275" r:id="Rab80f708620b4fd4"/>
    <p:sldId xmlns:r="http://schemas.openxmlformats.org/officeDocument/2006/relationships" id="276" r:id="R3b3f6e2dbab94b2d"/>
    <p:sldId xmlns:r="http://schemas.openxmlformats.org/officeDocument/2006/relationships" id="277" r:id="R3b1faad442b84b27"/>
    <p:sldId xmlns:r="http://schemas.openxmlformats.org/officeDocument/2006/relationships" id="278" r:id="R7995736829e7494a"/>
    <p:sldId xmlns:r="http://schemas.openxmlformats.org/officeDocument/2006/relationships" id="279" r:id="R4e830b5ce48f4db4"/>
    <p:sldId xmlns:r="http://schemas.openxmlformats.org/officeDocument/2006/relationships" id="280" r:id="Rea86f307000c43da"/>
    <p:sldId xmlns:r="http://schemas.openxmlformats.org/officeDocument/2006/relationships" id="281" r:id="R15b95759cbc144de"/>
    <p:sldId xmlns:r="http://schemas.openxmlformats.org/officeDocument/2006/relationships" id="282" r:id="R3d23449cf2e044fe"/>
    <p:sldId xmlns:r="http://schemas.openxmlformats.org/officeDocument/2006/relationships" id="283" r:id="Raa448a8729d24818"/>
    <p:sldId xmlns:r="http://schemas.openxmlformats.org/officeDocument/2006/relationships" id="284" r:id="R52566ccdf4f443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d42051d3d74d47" /><Relationship Type="http://schemas.openxmlformats.org/officeDocument/2006/relationships/theme" Target="/ppt/theme/theme1.xml" Id="R4986d25446434d40" /><Relationship Type="http://schemas.openxmlformats.org/officeDocument/2006/relationships/notesMaster" Target="/ppt/notesMasters/notesMaster1.xml" Id="R7f1ce52c9b334099" /><Relationship Type="http://schemas.openxmlformats.org/officeDocument/2006/relationships/presProps" Target="/ppt/presProps.xml" Id="Rb3750bd57fad4374" /><Relationship Type="http://schemas.openxmlformats.org/officeDocument/2006/relationships/viewProps" Target="/ppt/viewProps.xml" Id="R61155c18854643eb" /><Relationship Type="http://schemas.openxmlformats.org/officeDocument/2006/relationships/tableStyles" Target="/ppt/tableStyles.xml" Id="R10980c303c5444d3" /><Relationship Type="http://schemas.openxmlformats.org/officeDocument/2006/relationships/slide" Target="/ppt/slides/slide1.xml" Id="R98f5aafb022d47cd" /><Relationship Type="http://schemas.openxmlformats.org/officeDocument/2006/relationships/slide" Target="/ppt/slides/slide2.xml" Id="R460702aaab514078" /><Relationship Type="http://schemas.openxmlformats.org/officeDocument/2006/relationships/slide" Target="/ppt/slides/slide3.xml" Id="R0ec28475b7e64fb4" /><Relationship Type="http://schemas.openxmlformats.org/officeDocument/2006/relationships/slide" Target="/ppt/slides/slide4.xml" Id="R0d735aee4cc44283" /><Relationship Type="http://schemas.openxmlformats.org/officeDocument/2006/relationships/slide" Target="/ppt/slides/slide5.xml" Id="Re3a6ddf9c5de47e0" /><Relationship Type="http://schemas.openxmlformats.org/officeDocument/2006/relationships/slide" Target="/ppt/slides/slide6.xml" Id="R718e9f28691f4272" /><Relationship Type="http://schemas.openxmlformats.org/officeDocument/2006/relationships/slide" Target="/ppt/slides/slide7.xml" Id="R0f6416fd8ba54db9" /><Relationship Type="http://schemas.openxmlformats.org/officeDocument/2006/relationships/slide" Target="/ppt/slides/slide8.xml" Id="R4a200048edfc474d" /><Relationship Type="http://schemas.openxmlformats.org/officeDocument/2006/relationships/slide" Target="/ppt/slides/slide9.xml" Id="R7db6c72fdf834635" /><Relationship Type="http://schemas.openxmlformats.org/officeDocument/2006/relationships/slide" Target="/ppt/slides/slide10.xml" Id="R4005edaa28104ea9" /><Relationship Type="http://schemas.openxmlformats.org/officeDocument/2006/relationships/slide" Target="/ppt/slides/slide11.xml" Id="R3a334b63c2844226" /><Relationship Type="http://schemas.openxmlformats.org/officeDocument/2006/relationships/slide" Target="/ppt/slides/slide12.xml" Id="R79d6df8dd5e84414" /><Relationship Type="http://schemas.openxmlformats.org/officeDocument/2006/relationships/slide" Target="/ppt/slides/slide13.xml" Id="R396b3d6536f14a05" /><Relationship Type="http://schemas.openxmlformats.org/officeDocument/2006/relationships/slide" Target="/ppt/slides/slide14.xml" Id="R6af58462203442d7" /><Relationship Type="http://schemas.openxmlformats.org/officeDocument/2006/relationships/slide" Target="/ppt/slides/slide15.xml" Id="R94dee119871646ca" /><Relationship Type="http://schemas.openxmlformats.org/officeDocument/2006/relationships/slide" Target="/ppt/slides/slide16.xml" Id="Rdd5b2b75eb4144ba" /><Relationship Type="http://schemas.openxmlformats.org/officeDocument/2006/relationships/slide" Target="/ppt/slides/slide17.xml" Id="Re18da8a964ec491a" /><Relationship Type="http://schemas.openxmlformats.org/officeDocument/2006/relationships/slide" Target="/ppt/slides/slide18.xml" Id="R018bede71aa64f41" /><Relationship Type="http://schemas.openxmlformats.org/officeDocument/2006/relationships/slide" Target="/ppt/slides/slide19.xml" Id="R1601b839859e4ffa" /><Relationship Type="http://schemas.openxmlformats.org/officeDocument/2006/relationships/slide" Target="/ppt/slides/slide20.xml" Id="Rab80f708620b4fd4" /><Relationship Type="http://schemas.openxmlformats.org/officeDocument/2006/relationships/slide" Target="/ppt/slides/slide21.xml" Id="R3b3f6e2dbab94b2d" /><Relationship Type="http://schemas.openxmlformats.org/officeDocument/2006/relationships/slide" Target="/ppt/slides/slide22.xml" Id="R3b1faad442b84b27" /><Relationship Type="http://schemas.openxmlformats.org/officeDocument/2006/relationships/slide" Target="/ppt/slides/slide23.xml" Id="R7995736829e7494a" /><Relationship Type="http://schemas.openxmlformats.org/officeDocument/2006/relationships/slide" Target="/ppt/slides/slide24.xml" Id="R4e830b5ce48f4db4" /><Relationship Type="http://schemas.openxmlformats.org/officeDocument/2006/relationships/slide" Target="/ppt/slides/slide25.xml" Id="Rea86f307000c43da" /><Relationship Type="http://schemas.openxmlformats.org/officeDocument/2006/relationships/slide" Target="/ppt/slides/slide26.xml" Id="R15b95759cbc144de" /><Relationship Type="http://schemas.openxmlformats.org/officeDocument/2006/relationships/slide" Target="/ppt/slides/slide27.xml" Id="R3d23449cf2e044fe" /><Relationship Type="http://schemas.openxmlformats.org/officeDocument/2006/relationships/slide" Target="/ppt/slides/slide28.xml" Id="Raa448a8729d24818" /><Relationship Type="http://schemas.openxmlformats.org/officeDocument/2006/relationships/slide" Target="/ppt/slides/slide29.xml" Id="R52566ccdf4f443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4d272cfa63b4c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0974e306e04fa9" /><Relationship Type="http://schemas.openxmlformats.org/officeDocument/2006/relationships/notesMaster" Target="/ppt/notesMasters/notesMaster1.xml" Id="R04bcc0661c5f46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d25ff5d1bf4b6e" /><Relationship Type="http://schemas.openxmlformats.org/officeDocument/2006/relationships/notesMaster" Target="/ppt/notesMasters/notesMaster1.xml" Id="R23df6ad93e554d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8711bf4b884847" /><Relationship Type="http://schemas.openxmlformats.org/officeDocument/2006/relationships/notesMaster" Target="/ppt/notesMasters/notesMaster1.xml" Id="Rfb20a6036bc142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5896c0ca444240" /><Relationship Type="http://schemas.openxmlformats.org/officeDocument/2006/relationships/notesMaster" Target="/ppt/notesMasters/notesMaster1.xml" Id="R76114744aef443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c9e89c76234577" /><Relationship Type="http://schemas.openxmlformats.org/officeDocument/2006/relationships/notesMaster" Target="/ppt/notesMasters/notesMaster1.xml" Id="R6f7e4c224c3a41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530a91ba2242b2" /><Relationship Type="http://schemas.openxmlformats.org/officeDocument/2006/relationships/notesMaster" Target="/ppt/notesMasters/notesMaster1.xml" Id="Re0d5c936528348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cfe015990a4f33" /><Relationship Type="http://schemas.openxmlformats.org/officeDocument/2006/relationships/notesMaster" Target="/ppt/notesMasters/notesMaster1.xml" Id="R0d216de8bdad45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817693d7d544cb" /><Relationship Type="http://schemas.openxmlformats.org/officeDocument/2006/relationships/notesMaster" Target="/ppt/notesMasters/notesMaster1.xml" Id="R58f3ce6cf0ba4c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5c8c96fe2b4c17" /><Relationship Type="http://schemas.openxmlformats.org/officeDocument/2006/relationships/notesMaster" Target="/ppt/notesMasters/notesMaster1.xml" Id="Rb9b76f96967347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8f8343192244b2" /><Relationship Type="http://schemas.openxmlformats.org/officeDocument/2006/relationships/notesMaster" Target="/ppt/notesMasters/notesMaster1.xml" Id="R76949e78d44040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4f418eb99b4862" /><Relationship Type="http://schemas.openxmlformats.org/officeDocument/2006/relationships/notesMaster" Target="/ppt/notesMasters/notesMaster1.xml" Id="R0b425c6c0ec943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6389ffdf7c492c" /><Relationship Type="http://schemas.openxmlformats.org/officeDocument/2006/relationships/notesMaster" Target="/ppt/notesMasters/notesMaster1.xml" Id="Raba28aac328646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aa45bb885349fa" /><Relationship Type="http://schemas.openxmlformats.org/officeDocument/2006/relationships/notesMaster" Target="/ppt/notesMasters/notesMaster1.xml" Id="Ra4fe1b4533ea46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ecea4393e994221" /><Relationship Type="http://schemas.openxmlformats.org/officeDocument/2006/relationships/notesMaster" Target="/ppt/notesMasters/notesMaster1.xml" Id="R030e6f6fda334a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61478d6cb74869" /><Relationship Type="http://schemas.openxmlformats.org/officeDocument/2006/relationships/notesMaster" Target="/ppt/notesMasters/notesMaster1.xml" Id="Rb5245dfdca104d0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71f0f46da624422" /><Relationship Type="http://schemas.openxmlformats.org/officeDocument/2006/relationships/notesMaster" Target="/ppt/notesMasters/notesMaster1.xml" Id="Rd52c1da2dbc94af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c764902587b4f84" /><Relationship Type="http://schemas.openxmlformats.org/officeDocument/2006/relationships/notesMaster" Target="/ppt/notesMasters/notesMaster1.xml" Id="Rad1343934d704e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f80cb59068f4a97" /><Relationship Type="http://schemas.openxmlformats.org/officeDocument/2006/relationships/notesMaster" Target="/ppt/notesMasters/notesMaster1.xml" Id="R75a87a5ee9b747d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5e9799b3bd44a8c" /><Relationship Type="http://schemas.openxmlformats.org/officeDocument/2006/relationships/notesMaster" Target="/ppt/notesMasters/notesMaster1.xml" Id="Rb0f928c2e32d47e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f1bc5ce853c4a94" /><Relationship Type="http://schemas.openxmlformats.org/officeDocument/2006/relationships/notesMaster" Target="/ppt/notesMasters/notesMaster1.xml" Id="R08a1d5ba70ab45d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a81428155614e95" /><Relationship Type="http://schemas.openxmlformats.org/officeDocument/2006/relationships/notesMaster" Target="/ppt/notesMasters/notesMaster1.xml" Id="R0ff57826d05d4bc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cdcb69badc6497c" /><Relationship Type="http://schemas.openxmlformats.org/officeDocument/2006/relationships/notesMaster" Target="/ppt/notesMasters/notesMaster1.xml" Id="R28cd37e0016e498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6934add826a4c05" /><Relationship Type="http://schemas.openxmlformats.org/officeDocument/2006/relationships/notesMaster" Target="/ppt/notesMasters/notesMaster1.xml" Id="Ra0b4ea637d1d443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326380d95a74a69" /><Relationship Type="http://schemas.openxmlformats.org/officeDocument/2006/relationships/notesMaster" Target="/ppt/notesMasters/notesMaster1.xml" Id="R4a0beb5aa3ce489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3d5adbefa2f44c7" /><Relationship Type="http://schemas.openxmlformats.org/officeDocument/2006/relationships/notesMaster" Target="/ppt/notesMasters/notesMaster1.xml" Id="Re82423a21bbb4e8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b9846b191024d2d" /><Relationship Type="http://schemas.openxmlformats.org/officeDocument/2006/relationships/notesMaster" Target="/ppt/notesMasters/notesMaster1.xml" Id="Rfcb84e16888f4c5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41e758f089448b6" /><Relationship Type="http://schemas.openxmlformats.org/officeDocument/2006/relationships/notesMaster" Target="/ppt/notesMasters/notesMaster1.xml" Id="Rc59ebd120aca49c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2e691842eab4a96" /><Relationship Type="http://schemas.openxmlformats.org/officeDocument/2006/relationships/notesMaster" Target="/ppt/notesMasters/notesMaster1.xml" Id="Rdeb3852295c74ec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35e6f0286694f1f" /><Relationship Type="http://schemas.openxmlformats.org/officeDocument/2006/relationships/notesMaster" Target="/ppt/notesMasters/notesMaster1.xml" Id="Rddd57fa7dea64d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6b357d4984f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df4f73e76b417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e4fb5295a744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a084da9a241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17c200592a4c4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901107c23492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46d89763b34c3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80486ecaff4e4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cf6334a0a145d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4ff191582e458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3c6b65157a45b1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4ee9d56b72c4277" /><Relationship Type="http://schemas.openxmlformats.org/officeDocument/2006/relationships/slideLayout" Target="/ppt/slideLayouts/slideLayout2.xml" Id="R72a361e7402f4ffe" /><Relationship Type="http://schemas.openxmlformats.org/officeDocument/2006/relationships/slideLayout" Target="/ppt/slideLayouts/slideLayout3.xml" Id="R2f9ea56dad8e48f8" /><Relationship Type="http://schemas.openxmlformats.org/officeDocument/2006/relationships/slideLayout" Target="/ppt/slideLayouts/slideLayout4.xml" Id="R91a737a6a40f4d22" /><Relationship Type="http://schemas.openxmlformats.org/officeDocument/2006/relationships/slideLayout" Target="/ppt/slideLayouts/slideLayout5.xml" Id="Ra17c5c5e12744206" /><Relationship Type="http://schemas.openxmlformats.org/officeDocument/2006/relationships/slideLayout" Target="/ppt/slideLayouts/slideLayout6.xml" Id="R5740898ba78f4fc0" /><Relationship Type="http://schemas.openxmlformats.org/officeDocument/2006/relationships/slideLayout" Target="/ppt/slideLayouts/slideLayout7.xml" Id="R14eea415d74a438d" /><Relationship Type="http://schemas.openxmlformats.org/officeDocument/2006/relationships/slideLayout" Target="/ppt/slideLayouts/slideLayout8.xml" Id="R9d6f0566134a45be" /><Relationship Type="http://schemas.openxmlformats.org/officeDocument/2006/relationships/slideLayout" Target="/ppt/slideLayouts/slideLayout9.xml" Id="Rcab77ecb286242ed" /><Relationship Type="http://schemas.openxmlformats.org/officeDocument/2006/relationships/slideLayout" Target="/ppt/slideLayouts/slideLayout10.xml" Id="Rff8b6ab6ada64e7a" /><Relationship Type="http://schemas.openxmlformats.org/officeDocument/2006/relationships/slideLayout" Target="/ppt/slideLayouts/slideLayout11.xml" Id="R1abfd16b09764102" /><Relationship Type="http://schemas.openxmlformats.org/officeDocument/2006/relationships/slideLayout" Target="/ppt/slideLayouts/slideLayout12.xml" Id="R5961cdba2b5f4b9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a361e7402f4ffe"/>
    <p:sldLayoutId xmlns:r="http://schemas.openxmlformats.org/officeDocument/2006/relationships" id="2147483650" r:id="R2f9ea56dad8e48f8"/>
    <p:sldLayoutId xmlns:r="http://schemas.openxmlformats.org/officeDocument/2006/relationships" id="2147483651" r:id="R91a737a6a40f4d22"/>
    <p:sldLayoutId xmlns:r="http://schemas.openxmlformats.org/officeDocument/2006/relationships" id="2147483652" r:id="Ra17c5c5e12744206"/>
    <p:sldLayoutId xmlns:r="http://schemas.openxmlformats.org/officeDocument/2006/relationships" id="2147483653" r:id="R5740898ba78f4fc0"/>
    <p:sldLayoutId xmlns:r="http://schemas.openxmlformats.org/officeDocument/2006/relationships" id="2147483654" r:id="R14eea415d74a438d"/>
    <p:sldLayoutId xmlns:r="http://schemas.openxmlformats.org/officeDocument/2006/relationships" id="2147483655" r:id="R9d6f0566134a45be"/>
    <p:sldLayoutId xmlns:r="http://schemas.openxmlformats.org/officeDocument/2006/relationships" id="2147483656" r:id="Rcab77ecb286242ed"/>
    <p:sldLayoutId xmlns:r="http://schemas.openxmlformats.org/officeDocument/2006/relationships" id="2147483657" r:id="Rff8b6ab6ada64e7a"/>
    <p:sldLayoutId xmlns:r="http://schemas.openxmlformats.org/officeDocument/2006/relationships" id="2147483658" r:id="R1abfd16b09764102"/>
    <p:sldLayoutId xmlns:r="http://schemas.openxmlformats.org/officeDocument/2006/relationships" id="2147483659" r:id="R5961cdba2b5f4b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28a03231dda45cf" /><Relationship Type="http://schemas.openxmlformats.org/officeDocument/2006/relationships/image" Target="/ppt/media/image.png" Id="Rd0cb55899b134492" /><Relationship Type="http://schemas.openxmlformats.org/officeDocument/2006/relationships/image" Target="/ppt/media/image2.png" Id="Rc8fcc655946f437c" /><Relationship Type="http://schemas.openxmlformats.org/officeDocument/2006/relationships/notesSlide" Target="/ppt/notesSlides/notesSlide1.xml" Id="R437bd7afb9fc4e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15ad36fd194df7" /><Relationship Type="http://schemas.openxmlformats.org/officeDocument/2006/relationships/image" Target="/ppt/media/image2.png" Id="R90a791cf69da432a" /><Relationship Type="http://schemas.openxmlformats.org/officeDocument/2006/relationships/notesSlide" Target="/ppt/notesSlides/notesSlide2.xml" Id="Rd61bcd7784f748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2dca62e5fa8407d" /><Relationship Type="http://schemas.openxmlformats.org/officeDocument/2006/relationships/image" Target="/ppt/media/image2.png" Id="R62a7fe24e1784eb4" /><Relationship Type="http://schemas.openxmlformats.org/officeDocument/2006/relationships/notesSlide" Target="/ppt/notesSlides/notesSlide3.xml" Id="R331d8a8ea00f4c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1ec2ddee1c54988" /><Relationship Type="http://schemas.openxmlformats.org/officeDocument/2006/relationships/image" Target="/ppt/media/image3.png" Id="R6c6ad25ec1f943d6" /><Relationship Type="http://schemas.openxmlformats.org/officeDocument/2006/relationships/notesSlide" Target="/ppt/notesSlides/notesSlide4.xml" Id="Re5ab520078b04d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78eb75569c4485b" /><Relationship Type="http://schemas.openxmlformats.org/officeDocument/2006/relationships/image" Target="/ppt/media/image3.png" Id="R28dc4817b04e4bd2" /><Relationship Type="http://schemas.openxmlformats.org/officeDocument/2006/relationships/notesSlide" Target="/ppt/notesSlides/notesSlide5.xml" Id="R770f155d333f45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55077e410c14ec5" /><Relationship Type="http://schemas.openxmlformats.org/officeDocument/2006/relationships/image" Target="/ppt/media/image2.png" Id="R883a4c99c6eb49b5" /><Relationship Type="http://schemas.openxmlformats.org/officeDocument/2006/relationships/notesSlide" Target="/ppt/notesSlides/notesSlide6.xml" Id="Rfdeade8d78634f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e130136d7074b1b" /><Relationship Type="http://schemas.openxmlformats.org/officeDocument/2006/relationships/image" Target="/ppt/media/image3.png" Id="Rb37e297038714035" /><Relationship Type="http://schemas.openxmlformats.org/officeDocument/2006/relationships/notesSlide" Target="/ppt/notesSlides/notesSlide7.xml" Id="Re4c65815901646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38ff2bd6a394d8a" /><Relationship Type="http://schemas.openxmlformats.org/officeDocument/2006/relationships/image" Target="/ppt/media/image3.png" Id="Rc2bc2efb5bfa43d2" /><Relationship Type="http://schemas.openxmlformats.org/officeDocument/2006/relationships/notesSlide" Target="/ppt/notesSlides/notesSlide8.xml" Id="R7596ddd26c0f48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bbb61807efd4465" /><Relationship Type="http://schemas.openxmlformats.org/officeDocument/2006/relationships/image" Target="/ppt/media/image3.png" Id="R26152e4654144e32" /><Relationship Type="http://schemas.openxmlformats.org/officeDocument/2006/relationships/notesSlide" Target="/ppt/notesSlides/notesSlide9.xml" Id="R7b2fa4a422a04c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5843c8148db46ab" /><Relationship Type="http://schemas.openxmlformats.org/officeDocument/2006/relationships/image" Target="/ppt/media/image2.png" Id="R1bc660eaf5a34504" /><Relationship Type="http://schemas.openxmlformats.org/officeDocument/2006/relationships/notesSlide" Target="/ppt/notesSlides/notesSlide10.xml" Id="Rc8a7ddf0987143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a8bced3a5fe4543" /><Relationship Type="http://schemas.openxmlformats.org/officeDocument/2006/relationships/image" Target="/ppt/media/image3.png" Id="R1b55c661df13426a" /><Relationship Type="http://schemas.openxmlformats.org/officeDocument/2006/relationships/notesSlide" Target="/ppt/notesSlides/notesSlide11.xml" Id="Re4fba1fb01e949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78998cfdb7c464a" /><Relationship Type="http://schemas.openxmlformats.org/officeDocument/2006/relationships/image" Target="/ppt/media/image3.png" Id="R565e5752dfe044ed" /><Relationship Type="http://schemas.openxmlformats.org/officeDocument/2006/relationships/notesSlide" Target="/ppt/notesSlides/notesSlide12.xml" Id="R8e9ece13d6ab44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da3500b0d0c48a9" /><Relationship Type="http://schemas.openxmlformats.org/officeDocument/2006/relationships/image" Target="/ppt/media/image3.png" Id="R9db59036e7244532" /><Relationship Type="http://schemas.openxmlformats.org/officeDocument/2006/relationships/notesSlide" Target="/ppt/notesSlides/notesSlide13.xml" Id="Raa9382523b094a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7e2e33aa95547a9" /><Relationship Type="http://schemas.openxmlformats.org/officeDocument/2006/relationships/image" Target="/ppt/media/image3.png" Id="Rf5e8b93d45e648a4" /><Relationship Type="http://schemas.openxmlformats.org/officeDocument/2006/relationships/notesSlide" Target="/ppt/notesSlides/notesSlide14.xml" Id="R978ec217c44f45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32f60b03e5e47e7" /><Relationship Type="http://schemas.openxmlformats.org/officeDocument/2006/relationships/image" Target="/ppt/media/image3.png" Id="Rca9eb25f6ae7434d" /><Relationship Type="http://schemas.openxmlformats.org/officeDocument/2006/relationships/notesSlide" Target="/ppt/notesSlides/notesSlide15.xml" Id="R6620572883cd435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290ba19710f44e2" /><Relationship Type="http://schemas.openxmlformats.org/officeDocument/2006/relationships/image" Target="/ppt/media/image3.png" Id="R399b4724a0b64a97" /><Relationship Type="http://schemas.openxmlformats.org/officeDocument/2006/relationships/notesSlide" Target="/ppt/notesSlides/notesSlide16.xml" Id="Rc4677102239141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6befc1f55cf40a1" /><Relationship Type="http://schemas.openxmlformats.org/officeDocument/2006/relationships/image" Target="/ppt/media/image3.png" Id="R8f109c2b240b4cf1" /><Relationship Type="http://schemas.openxmlformats.org/officeDocument/2006/relationships/notesSlide" Target="/ppt/notesSlides/notesSlide17.xml" Id="Rb3e5033f1a4a4c8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6467d75ca184d4a" /><Relationship Type="http://schemas.openxmlformats.org/officeDocument/2006/relationships/image" Target="/ppt/media/image3.png" Id="R581aa4c76ad04680" /><Relationship Type="http://schemas.openxmlformats.org/officeDocument/2006/relationships/notesSlide" Target="/ppt/notesSlides/notesSlide18.xml" Id="R6b5a037b01ae495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a19c82c9c6c46e5" /><Relationship Type="http://schemas.openxmlformats.org/officeDocument/2006/relationships/image" Target="/ppt/media/image3.png" Id="Rad1b1e69e2a341b3" /><Relationship Type="http://schemas.openxmlformats.org/officeDocument/2006/relationships/notesSlide" Target="/ppt/notesSlides/notesSlide19.xml" Id="R0b64a865120f446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b15af885a414d65" /><Relationship Type="http://schemas.openxmlformats.org/officeDocument/2006/relationships/image" Target="/ppt/media/image3.png" Id="Rb78d93721f3c4f88" /><Relationship Type="http://schemas.openxmlformats.org/officeDocument/2006/relationships/notesSlide" Target="/ppt/notesSlides/notesSlide20.xml" Id="R971ecb0d41ad49c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0507badacfa4f51" /><Relationship Type="http://schemas.openxmlformats.org/officeDocument/2006/relationships/image" Target="/ppt/media/image3.png" Id="R80c9671961c9499d" /><Relationship Type="http://schemas.openxmlformats.org/officeDocument/2006/relationships/notesSlide" Target="/ppt/notesSlides/notesSlide21.xml" Id="Rcb66eb388f7c4fe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3b669cb967f4489" /><Relationship Type="http://schemas.openxmlformats.org/officeDocument/2006/relationships/image" Target="/ppt/media/image3.png" Id="Re1daa8e043f74e8f" /><Relationship Type="http://schemas.openxmlformats.org/officeDocument/2006/relationships/notesSlide" Target="/ppt/notesSlides/notesSlide22.xml" Id="R8452b0fad1ad437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2fa4350f150471d" /><Relationship Type="http://schemas.openxmlformats.org/officeDocument/2006/relationships/image" Target="/ppt/media/image3.png" Id="R30e1d1804f9b49fa" /><Relationship Type="http://schemas.openxmlformats.org/officeDocument/2006/relationships/notesSlide" Target="/ppt/notesSlides/notesSlide23.xml" Id="R880d9c027d2140c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e74fc118f954c01" /><Relationship Type="http://schemas.openxmlformats.org/officeDocument/2006/relationships/image" Target="/ppt/media/image3.png" Id="R156aeb15c6474f45" /><Relationship Type="http://schemas.openxmlformats.org/officeDocument/2006/relationships/notesSlide" Target="/ppt/notesSlides/notesSlide24.xml" Id="Rb6184bbb317c4a3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c407751d46b4986" /><Relationship Type="http://schemas.openxmlformats.org/officeDocument/2006/relationships/image" Target="/ppt/media/image2.png" Id="R82b1eb4f9544484e" /><Relationship Type="http://schemas.openxmlformats.org/officeDocument/2006/relationships/notesSlide" Target="/ppt/notesSlides/notesSlide25.xml" Id="R7ee00dae468a4e9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399e65b0ac847b5" /><Relationship Type="http://schemas.openxmlformats.org/officeDocument/2006/relationships/image" Target="/ppt/media/image3.png" Id="R1745837326d54d41" /><Relationship Type="http://schemas.openxmlformats.org/officeDocument/2006/relationships/notesSlide" Target="/ppt/notesSlides/notesSlide26.xml" Id="R18767bee8a46426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e2e4add42cc4bda" /><Relationship Type="http://schemas.openxmlformats.org/officeDocument/2006/relationships/image" Target="/ppt/media/image3.png" Id="R72a508450178415a" /><Relationship Type="http://schemas.openxmlformats.org/officeDocument/2006/relationships/notesSlide" Target="/ppt/notesSlides/notesSlide27.xml" Id="R0af8f35880c3498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e1b028caaf84614" /><Relationship Type="http://schemas.openxmlformats.org/officeDocument/2006/relationships/image" Target="/ppt/media/image3.png" Id="R15c0769922a3467e" /><Relationship Type="http://schemas.openxmlformats.org/officeDocument/2006/relationships/notesSlide" Target="/ppt/notesSlides/notesSlide28.xml" Id="R0021a20e8b77405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a3de6a10b7b40cc" /><Relationship Type="http://schemas.openxmlformats.org/officeDocument/2006/relationships/image" Target="/ppt/media/image2.png" Id="Rb8e0f63860404b16" /><Relationship Type="http://schemas.openxmlformats.org/officeDocument/2006/relationships/notesSlide" Target="/ppt/notesSlides/notesSlide29.xml" Id="Rb491208b675d458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b55899b134492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cc655946f43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791cf69da43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7fe24e1784e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ad25ec1f943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583A72-23B3-4D6D-AEEC-42159BCD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AD0879-CAA9-4743-9456-A6FF2F3C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C1D2DE-0AC7-4295-B987-CBC38D1F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B4289DD-577B-4F48-A928-AC400FD1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A96C84-D4C2-449B-8AFB-66D2CF37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8CAC79-2E1C-40C9-9A3B-31AA4043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1C80A4A-4488-479C-859B-AFDD40AB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1DBFFA2-E5D3-478F-91EB-1942B6EE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B59621-8E6F-4909-81DE-A71B9F5D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EE65465-8A95-4D3C-8E3C-E76CDB9B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F42E1B3-54B2-4D9C-8885-8359373C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0013932-4E86-4D45-BBAD-36A2A337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05C252B-8BBA-4000-82F3-EBD6A904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D0626B6-D0E9-4481-AE40-2F91BBCE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446402-746A-4278-8679-3FE20143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E45B6C1-B2A6-48BB-AA45-3E668866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c4817b04e4b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1BF29FD-0107-413F-BD2C-F8094EFD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B8B0E6-02B4-46C2-B092-6D6EF207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6D39D8-7381-492A-B861-963A4706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238701-C10E-4799-958E-4DE1BD72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AF543B2-9649-46F1-BB2B-7EC411B6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CCBC0A-830A-452A-AF99-AD07A813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4C8D3FD-8697-4D90-B32C-1EE87207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D7B2D24-7DDE-45CC-85E1-59A2448B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1784094-165F-43A3-9B40-62896C0B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E518AA9-180E-4315-BF9F-0FDE7CEB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4A5E8C9-254C-41A3-9803-5B099F6A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E538CC1-9A8E-448A-8A91-1D21A77A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3602BC0-0A69-42C0-AD3D-60F9F7F5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7181D3B-1313-4918-B7BF-0D27B2BF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DD5EA42-8835-42A4-8BBC-FF1E081B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4DCB147-4576-4E5D-8137-971A5826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21D366C-C169-4D8F-BC66-FAAF3BB7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CAB2ECC-FA09-4F7B-8C2A-A09DFA6B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CCE5609-744B-458F-8A8F-3EEC02A8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DBE866F-E998-4387-B03E-167C44A8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4CFD8EC-37A0-4E7F-833C-31B76F9B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67EBF63-8F95-4BE8-986A-894F7514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224D103-A13A-4227-8011-71819DD1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E41F591-47F2-4CE2-877F-AA8E957B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AA0B56B-B4FC-429A-B4AF-4C00CF0A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3DB1556-7102-4CC0-9127-D4CE3994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a4c99c6eb49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e2970387140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90FD8B-E892-4D4F-B35C-ADF1A585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027FCE-A36C-4537-8EB9-841CFBC6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F9529A-72C5-4212-A937-9D4A05EB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D5BC64C-3707-407F-A54D-5F8CDC19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4F9F266-DDA6-43C4-BCD3-7217CAE2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452FF94-246A-462E-9299-93458F8A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55F4895-19C7-4766-971F-7CA553CE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0CD1130-13C1-4CC3-AB92-DB61CFF1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C8C84A-3DC4-4C91-A77F-87E5C6AF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319752-B486-40E4-895D-0AF16C36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C5D681-8210-4689-BE21-BDAFF0EC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8227B4-2EA1-4173-AA6C-149585D6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F1EE552-19F8-4529-ACD4-26434282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4868D45-E5DA-4678-8529-40DB09D8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52F1D3D-FFE0-466B-B5DF-6F7544E7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9917B21-AA5B-4237-969F-28F5577F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E3A90E6-FA98-4517-BB15-2F61722D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DB2C8CD-C8C6-4ED0-B2F5-76691300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BB0BD13-A58F-4101-A494-B36F8B21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1F79DB3-F869-44F4-979B-81346ED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BBBC203-4E94-41BA-AA66-D70178CE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D3F43D6-F4AD-45D8-9119-79C0AFE2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08177DC-0357-4C23-BA1A-45B1B740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9B4471D-22A0-48D1-907C-332011C2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B1571AB-A73E-48A6-9A50-8FB4B30B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4C8EE7E-B722-47BB-84EA-8DF9782F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2B3104D-42BD-4508-BDCE-C59EE610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06AF212-D568-4BCC-8022-4FC74238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5AD0C62-0A26-489B-A9C7-4329E58D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4B4A178-DDBB-4776-A991-C1B015C4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AA054C6-2FE4-48FF-98EA-01C46300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C594455-F0AA-43A6-90A6-DEAFD9CD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162A254-86FF-43C0-B078-89F70898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8BE2F5F-D43B-481B-99FB-29F45A70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1CD156D-D88B-40EC-A65B-A7001265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0D14ECE-659E-4529-8C34-ADCC059B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09E4A18-E8AF-4261-B81F-58CF7807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0A9F342-5796-4E08-ADAB-FC7F7B94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B3912E9-D8B4-439C-A81C-1949010D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A8B7765-D134-43F5-AF3C-0ED9522A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D1D8B90-FFB2-439C-9349-DCB3BDC9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1C54361-5AA0-4D48-AA63-B9DDB153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807EFBE-1327-4089-9DA9-F6AED785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82A8D09-D3B6-4B4A-8A55-5E333561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E5C261B-55F7-40C2-A08C-531DEE69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96868E3-40FE-470D-B077-FAF64124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AF260DD-D2E0-4491-9960-028800F9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c2efb5bfa43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74DB76D-916D-4931-8D1C-0C034A7A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8F50912-8CB9-4EF4-8A82-DFE9197C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9B034D6-13DA-4747-AC77-7CFD17CC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B45DDE7-2C4A-4C3A-A7C2-02436730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0990159-CDA4-4435-AF58-11ABC6AB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63C003C-A58E-4C7F-BF35-77842839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C5F781B-9617-494D-AF8F-2355D0BC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F7873BC-E108-4AC5-932D-22FA4F98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CCC197C-6300-420B-94AB-6FCC2081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721EDCA-5501-45CA-BEC7-2C82D1BC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4A9CCF8-964D-4B9A-B0E2-A802B8AE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D5A26E1-3549-431C-ACC8-8CCB8E9B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DE54C9B-ECAF-429E-8A9C-F121DCEC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F4F4D91-4733-4BD3-A5D9-25AE9491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EC473CF-1B9B-49ED-B8A1-6001585B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0A4E3F1-78E2-413E-8A08-4B73AC97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87164634-35AE-4B38-ABB7-488D5DD3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2CD1F54-DE14-4D12-AFF7-90141BC8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8A8D2938-2CE7-44B2-A893-A4F4C609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9D93321-E477-4CF9-89D7-B165892C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7B6CAF7A-AF87-4570-A59A-4C5F49F1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50DCB7E-8F9B-479D-820A-CB2741E5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D820279-6484-4CA7-A685-BFA92B53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D400E44-DC7A-4D01-819E-6FD2B16A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52e4654144e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15242D1-8ACB-4128-BE71-63200AA2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A585AEB-02B9-4253-B674-8E5AE58A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EA2D4C8-DB55-490E-8853-69B4B14A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58C72C6-61B3-4799-9DC3-B51E6368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3D7933A-4722-44CC-AAC5-868ED571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3903BB3-1E61-4076-9997-7601719A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7E69B37-BAEB-49A1-B1A6-69B9C084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A48BA7E-EC43-4082-AF06-18F2B72C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8EC1464-48C4-476A-B836-2C2C7C04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F9126F6-D0EB-4C74-8919-C82A45A1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662A3B3-74D6-4EBE-AE72-901DC577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6617281-685A-4CB0-ACA4-E8022DBA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4C90009-7969-4DAC-99FB-F4D3CB4C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6B8AEF8-6AAB-47C5-AD70-C3D1110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7FC62F8-754F-498F-AE3F-FDF3C507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DA0DE51-F3CD-4428-80E9-29469A80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14D648C-7240-4B2A-9CC0-A312FB65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0BE1503-2833-4BCC-A9EC-D697012E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660eaf5a345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5c661df1342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AB2462D-6E22-4240-AEE9-0A79A7EF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D7DEBA3-4B89-4778-97B1-C43ACEBA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66504CD-5053-485C-BD62-C78DC98A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00A10B1-96D6-4AFE-904D-416B6990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2FB7044-173E-4045-8F80-5DA578F8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977F14F-19A8-4039-9F2C-6B227EDB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8F4A8E6-E1DF-487E-9107-BC4DA5D4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CFEE64E-FF2E-4577-BF64-C02593A1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2730F50-3B86-4EEE-969D-9B816655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F64C9F8-725A-4C8C-BD0E-22976698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4D2FF0E-B881-4CF0-B02D-D4FCCC82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EB6EFE3-0F20-4F40-B82E-AD1504BA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5C7313A-2C6F-4B3B-8BFD-C4143C1D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DA2F219-771C-4F1F-92F4-49450171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43DD0CE-7B95-4973-8F64-D10017D0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2C139A2-8AC2-4DCE-8464-59CF39D3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e5752dfe044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5AE2411-D9CF-4F0F-87B2-D777A0F9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65C8D8A-58E4-4760-B57B-9A09167E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9FD5C75-28B4-45E7-A2F6-08E6F9D1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E7C1D3B-5975-42DD-99DB-D9EF950B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D162753-67BF-4FFB-A6BC-406B2D76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6EA3CED-5600-4E55-A529-3B5533C3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D211F30-6CAC-4232-99CA-CDDE4748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7A446F3-A467-4148-97E2-D76F937F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1A57121-76B7-4D88-9528-E70D623B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3FCA9AA-4C03-486A-B4F9-4CAEA0B5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F8CE603-5950-471C-BB4F-21D3BE37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8568410-0351-4251-B53A-3F83F72D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8A9F187-97EA-4CB8-8F36-C535267C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53922C9-F3CF-48B8-8416-840FD70D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509D22F-0728-4F0B-8352-8AFCE38E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7689912-CEFB-4579-AF11-23709F13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714934A-75E0-4F27-9DDA-3C78BE75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72B89A0-ABD6-4DE8-A690-867A6565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D55D132-26EE-45E4-AC5C-0E0812DA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2D08ADD-3A83-42F0-9646-12C2C8CD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1060E47-2158-460A-9ECD-BF244276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72FB884-D33B-4BE5-8CA0-94B21BD0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EB18B51-A351-4800-9C2E-949423F4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0E6EFF3-21EB-4BA1-BE47-98C13D2A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6CD1060-E86C-435F-B6E6-FE51F0E8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12CCCD1-604A-4E68-926C-2406E95E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85195B7-FADB-4562-9C85-7A827FC5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57AFD01-7F9B-4FA3-BBFE-ADE3CA71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972C1FD-B825-47B7-83BF-3A399060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CCB702E-0391-4958-80F3-9FDEA2F5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7EBCC58-6F87-4374-AC4E-F3EACE6F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CCE1E03-D348-45FC-B557-49C37EA0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CCC268A-0ACA-4326-9F08-3E7205DA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63C4265-08D0-4E65-AF7F-4CC53327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A7D2E04-0F3C-4301-AE6D-723D0C24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59036e72445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E64E1D4-5DE2-4514-ADF3-0FF3749D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A5133EC-EE2C-4CB6-99C0-1F98082F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5AA1A33-86FC-4CAC-9B7F-8928F527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515B4AF-411B-49FA-8D28-4E7E7F6F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C198F0A-EE73-4B0F-9222-5FB4C7DC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98FB422-67F9-419E-B9EC-0B7D9D23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FDD352D-8859-45C0-A260-248DA4D7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55161F1-D133-42A8-B390-5CB4B1E9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AEB3E43-C843-4BCF-89C5-AC65B3B1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EAF3F35-FE6D-45F7-BB50-3038F502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F1DA636-F53F-4B72-8F22-BAF4BD65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E8C598D-D3D5-45F3-8DFC-54AD32DC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4B960C6-EFAA-45A3-9FEF-979B1FCA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EFF825B-DE03-488E-B06A-B6053792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C5ABB6F-4C90-46DC-8890-3F545A7B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B334DD0-F547-4A96-A911-A125B147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BC89F9A-ED08-4614-9DD2-F108D8AD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6A92D37-D197-486A-A921-2247A660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EFFAEBF-C031-48D3-A4B2-09E38D37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CACCB52-40A4-48CA-8F30-90BEC60A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4BF25F2-6EDA-451C-8660-0FCD7254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4B14CEA-28ED-4D3C-9449-3498395D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9AC1299-5C31-44CA-8E28-100F64AE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0593B1D-856E-457C-A1D5-65FE2442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FBA4104-45C0-411B-B3FD-CCD77555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053DE4E-6417-4381-822A-76BFC698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3466DF1-D655-4352-81D9-F52EC6D6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D9C34D6-F7E2-4CA7-9A8A-CC7DEE8F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D40A779-064A-49F1-930A-906B2E8E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9A1F987-80F9-4631-A335-71A1ADBE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3A0C793-9476-49EE-9B32-A6C0F278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39F78C4-2746-441A-80EF-0D25D0BF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496499C-E27A-43CE-BD3F-DEE3F207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735DDCE-221E-435A-87D0-2904CD5C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C13BF89-B581-4962-B644-39148FB8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47BF98D-1536-4311-B0EF-7B42BAA9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DBC6AA8-FF10-43AF-B078-CD548748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E65A603-C349-4F73-8E0F-2C4578FE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8C3DF25-7748-41A7-B41D-DB23EB4A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A5E32EB-B6C1-4299-A864-7001DB19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3C65AED-7306-4C9F-BDCF-3B119DF7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76037BC-3AF8-4438-9697-B592750A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CB27577-C075-48B1-8DF5-0D783962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B6FBA5A-1C70-4955-9C89-3189EDBB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2D70840-ED43-4142-B85C-BF440995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8b93d45e648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BF157AC-949E-4A36-A1A8-CB3C473D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12E70B0-E7D5-4021-B484-C3EC6F7E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D45B3C0-6F79-4476-89F1-D0E083E9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87B052D-4C01-4302-BBF3-907C27D3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4BB7FD3-3D0F-4435-9006-4ADF8730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57112FC-E2E9-4611-B26F-200B68A5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C98AB12-7ED0-4D2A-9AF6-BB8E5733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0D4366E-8D3B-47C7-9A3A-D4591AA0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D0A1B75-F180-4A4D-84F2-9E576218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B75442F-6089-4496-9EAB-FEB52191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8B5D56F-3DB1-428B-B5F8-BC2FD774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7AE1FCE-B9D3-4126-9E56-83F5BBD3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7FEA987-313F-4A63-8086-910A795E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01F34C3-F1C1-496E-98C6-878EE879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2D6BCDD-36C3-4B33-92DF-AE03D7EC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5124E1C-C079-46E6-B7F1-DA4F9517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D281295-9D4D-4BFF-9358-44A0EA8E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1963AAA-654C-497D-ACA6-B5E48ABC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0A9D080-85CC-49FD-9823-6D93183A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81CA82E-348C-4FCC-9367-88DEE9CF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054398A-E42D-4918-8D33-3EB98CA6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94E9D63-8598-4046-B1AF-EA85186D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4187230-0C95-4F34-8CBD-2352F0A2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A3A36C6-9AB1-4880-A8F5-B4772618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695325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3250952-C8A9-4568-9596-7E25FB04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D6BECD8-14EA-4404-AC53-E6589A81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DD7D44C-C362-4C07-98E4-A86AB5B4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A008147-B0F0-4111-924C-B25816AF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A384486-D7B9-41C9-8469-DACBFFCE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10AD311-16A0-4328-89A8-848A8A94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BFAC53A-D507-4FDF-8779-57FFB053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F5206EA-A240-48B6-9688-E3D192B5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C62D4CE-229D-42E1-8BE4-4A7E1B97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F92F590-EB70-4E43-BCE6-4B759F1C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754B6CB-F393-4059-AE76-2D29B205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BD4380D-25AE-41D5-A6CF-E0982396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DD8FE9E-1F27-4A79-87B3-46A9FFAB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6AC0098-1D3C-4E5B-9EB2-07D00286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342EE83-FA00-4674-A54E-751B4DA7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D83B2DE-21FB-4BF7-BBC9-65D81E60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F9B3C9B-3255-47E5-A391-42CCFD53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eb25f6ae743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EFE12EB-46CE-45F9-A943-15DFBA0B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C762A88-97BC-4336-886D-CB950900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750DDAB-95DD-42C7-B4D1-FD43E701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DE07F37-1779-45F5-8F8A-9805F68D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580A02A-0A31-47B2-803F-407FCEE9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27D9820-96F5-4D82-B23B-C9DCC238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C4F5738-E831-4EF0-8DF2-D2CD18A3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FB8891C-B514-472A-B662-D277D13A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A31B403-DC55-45C9-B8D4-5531C5E9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1917FF1-65FD-40EB-9D2E-6CFAB246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0413EDD-3B8E-4124-B5B7-5FB2870D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ACE6C8D-5C82-41D3-BF0D-E21E77CD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96DD7EF-8EC0-4E32-9252-1D6AFFD1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24EDE5A-E36F-4FC3-BA63-ED1B0D59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A13C1E7-CA9C-4A27-917E-B0AAC2C3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FA0BDA3-D23A-45A9-B04B-B2BEDAA9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29372E5-85E2-42C3-AE64-6FE56E38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9913D34-B8C3-4DEA-9B94-3F11056D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21B88A5-F708-49AE-9284-DC39EA39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BB702E2-1BF5-4A4B-9DB2-CFAA1809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28FB1AA-7521-4399-922F-4CF40B74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3C20E1F-4692-4763-A6A8-4D1B81EC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41DFBB6-55B5-4F74-A9CF-672C9933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459CA00-129F-447D-83B6-270FEE38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5A4CAA4-D941-474F-AEFC-D4ED5269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4FCE4DE-B3B8-468E-938F-7904E63E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78E48E2-C3A0-446B-A249-95B46F3D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4FC6F86-9A70-4F2F-857B-2F015202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5409AF8-DC15-41B8-850A-3DD84CEF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58833EF-F3DF-4795-A9AE-C3A3C329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b4724a0b64a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D8652B7-F3E1-4A25-B466-E8DA69DB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AAD3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6E93ECC-3AE0-4130-B35A-759D195A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12F865D-9379-4E9F-8E6A-97F22183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内部 Agent loop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A173985-9BCE-490D-8C4C-DD9F604F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FC51298-C4A0-4FEE-82A3-950EF24A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9D454D9-7F9B-4A45-B59B-C6ACCEB2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B758850-B86C-44EC-BB71-18C474B7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观察页面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0F85524-782E-43AA-AEA3-B6C8C39F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+ screenshot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26C10D5-657A-4C5B-89C1-784C2B3B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63CB46C-0D04-4A2E-8AE7-FD3FAF87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2F87521-DBC7-41AC-BA26-FC84C381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3DDE427-82C9-4B3E-8D56-902F07D1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规划动作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7A13A69-0495-439F-BE91-B43DE333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click/input/drag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6F4C897-2E8A-4EEB-9985-F6DC52ED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81C42CA-9789-49C5-923F-68DB4801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E01AFD6-D74C-436F-911C-7D60D640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8526B4D-EA24-43E0-9149-CB254D3A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执行动作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7B2717E-AABF-4E9F-A03B-2D2948C0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本地浏览器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758A243-9859-4AF3-BF81-DB60638B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14F7B46-F51D-49E1-B732-B60B3306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CBA87BB-B1DE-46DF-AAA2-50D97D8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092F164-4C75-4AAE-80BF-DF6E8BC5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返回轨迹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711D77A-89BB-4CA9-8812-8074CCCE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history + errors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20169E7-1AF8-4F3C-8E35-B3B8E45A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8679828-7345-4C55-81EB-BBE0B388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LangGraph 外部工作流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AF1116D-E3A0-4319-937C-F187450E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C25EBD5-211E-4D56-AC1C-9E315FA6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DF22C8E-CC09-4CB2-8854-1262681B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030E1EE-C47D-4D84-B209-E92545F6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983E233-B82B-4504-9B35-EF505CE9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9921A41-9FC9-4B0A-8997-FD93305B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A5861FA-C4DA-44B5-8B78-29905287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672A52A-8951-40A6-AE42-AC6FA9E6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Verifier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0B851F1-5D27-4D82-9057-283803F7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CAA5336-8F65-4C60-981A-7089F985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3D6E4EE-FF99-4BC7-99EA-84D1A489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DEE5B2A-C4B9-40D0-B4AA-544B03D9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0DDDF4B-54D4-4107-A15D-5167E8A4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职责边界：browser-use 负责单场景内部执行 loop；LangGraph 负责执行前后编排、记录、验证、分类和报告。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09c2b240b4c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9B50876-52B9-4708-8901-50BB9022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EC1185C-1F0D-4951-89EC-D337386B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2640E8B-1570-42DE-A4B6-42E403DE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12FB263-9097-478E-8EF1-F6296CD4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3A12BB6-0CA4-4DDF-B181-67A2EBFA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7BABB40-E533-456B-9765-D0CDD177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5094D15-8C34-485B-A1B3-D1647168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06DEE68-CF06-4E93-9FEE-B934A2CF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DB8242A-A165-45DC-BA58-0CB54F44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7F85BE8-665B-483A-82A9-0B0AEC16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0E01B7E-D50B-410D-8779-3AF6F3D5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6657656-EFCA-4D08-A131-F1C9C613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E9748AB-DF36-4634-9CF0-931B599D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1B59082-3CC8-4A30-A976-A9E523D2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3FB0897-43A5-49AF-B2D5-9048C1E8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F97EDF0-E82D-4D78-9BA6-2413FBD2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D2141BA-04F2-4A19-87DE-0B86D1AF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A37205C-6B5C-4BAB-99D1-BA69D62A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1767B79-E7EB-4A2E-A60D-5407C2A1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1EDA01D-CD24-4B32-88F9-99BFF929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RepairPlanner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48D4076-22CB-4E51-AAB9-A9D176F1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27959C4-5BBE-45D2-8B2E-415DB8BE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DE56048-3087-4C20-8399-B891A698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3D3AD2E-AB8E-49D8-B49A-051971DC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7BDFBF6-265D-44C4-B487-B29A3D56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3E838B1-BD11-48FD-B4EF-4F781800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固定运行阶段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A27050D-266F-4C49-A5E5-23858214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把一次 Agent 测试运行拆成可观测节点。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310E161-E77A-4D6C-AACD-24B37561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06C5B5F-5836-4531-83D4-BCBE5220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098E93F-44F8-4416-B748-4842ABA9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支撑实时可视化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DA9948A-ACEB-4EEC-8E9A-67571082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根据 TraceEvent 展示节点流转。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6BD355D-33B9-4E1E-A1FB-E55DA105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14EA383-BC83-4C56-AC5C-30177F36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43348E8-B680-4FD3-9208-DF75FC05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便于后续扩展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37BCF33-68C5-496B-95FC-2B93D13D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可插入二次验证、修补策略或人工审核节点。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17802C0-A935-4E96-8946-5F269233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F2E3D86-DD86-4621-8C40-09322BB7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56BD6AC-F387-41D0-BE45-9AC4E6CB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不替代 browser-use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FC3BF98-3F83-4664-AB73-68A37821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不重新规划每一次 click，避免职责重叠。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aa4c76ad046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F2C9FFC-8752-48BE-A08F-67D5C9BD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2EED221-898D-487F-9E0A-A6C9F881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B004EA8-F1DC-4757-A296-C963BB02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TestScenario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44C5688-B272-4CF8-AFE7-E697183F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057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title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preconditions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test_data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steps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expectations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368E8F2-D003-4E5C-AF00-39F1DAD9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EB06D30-0E70-459F-85A4-30FC89C0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98F8D76-8C1C-4A67-89B5-67E2C9D2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E0D88BD-C3B0-4B5C-B490-0A700DF1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TaskBuilder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7F43C23-E240-43C3-BC22-FFE99BD2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字段筛选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敏感信息过滤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内容转换与规范化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补充执行规则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4F2F8E4-EDDB-49AA-AF28-2AFDDECF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01AC6F4-8187-4A3D-9E77-AC6617BC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EBCBCD3-010F-41B5-926A-63A24618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F5DA76E-BFA4-4A5B-A3B5-7A570241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browser-use 任务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AA28F5F-1774-4C28-B47A-1C870584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场景标题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前置条件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非敏感测试数据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执行规则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97096FB-DF06-4667-94BA-8F932848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C1F6B74-298F-4272-81DF-9AA37F6A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3000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password / token / api_key 不进入任务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60E94C4-E175-47AF-8356-45868FF0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3619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FF7"/>
          </a:solidFill>
          <a:ln xmlns:a="http://schemas.openxmlformats.org/drawingml/2006/main" w="12383">
            <a:solidFill>
              <a:srgbClr val="B9EBC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2721C5E-E095-47FD-BB27-DF4D47EE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expectations 只交给后置验证器，避免 Agent 迎合答案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b1e69e2a341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0BF68F3-D80B-42E5-BF63-6A90C8E9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5189DD5-8514-4728-9143-374FE013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E289F47-5263-456C-B93A-819B6A62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Playwright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3F7CFC5-1687-4800-A5CA-D1CC9517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脚本驱动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2A8A9F2-BB22-4FBA-9219-BD1E03E1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依赖 locator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9D3215B-8FE7-4828-8F04-9E2D33BA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确定性 E2E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FD09A49-B14D-4D32-9461-9E37B915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适合已知流程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DEADCBB-D2C3-45AD-8479-5E27D04A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8CB4CEE-A28E-49D6-B35A-F272109B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6568C32-EF19-43F1-A316-F49B2F1A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browser-use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99C4728-3B5B-43CA-A8C7-0C922617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自然语言任务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BCA764E-0F22-4CDE-92C6-32C34554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运行时观察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B611376-AD65-4923-8DE4-D90B8230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自主规划动作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72E1D72-0B2E-4AD3-961D-58AC1577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返回执行轨迹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1CB4D18-2D0A-429E-8740-61F47263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383">
            <a:solidFill>
              <a:srgbClr val="F1CE7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8AB41B7-39CA-4993-8243-96F22642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1970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rPr>
              <a:t>手册场景需要 Agent 自主执行：没有 selector，只有自然语言意图。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d93721f3c4f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135BC22-8EDC-4B16-B791-2E9D44A3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EE79C51-FF86-4FD1-8DDD-A9879A6D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 Run Executor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4CF607C-9DDD-468E-98CB-8817BDC8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7BD43B3-4EBD-418A-A824-B175413D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创建 run_id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F95DF47-0E4A-4222-AF8A-83588564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BD0143F-FE67-450D-9E16-7928BB1A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 Use 执行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907810C-4E87-4873-A8B8-3C9318A1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6A6F87E-C89F-474F-9D05-A2F62892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校验与分类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CC0B43E-C01B-46C6-BF90-CD2A2D08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68D961D-7F7E-4F15-A200-16C4B274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写入 trace.jsonl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34DD275-175B-4EB2-9C06-266E9CE9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CCE62D0-B98B-450B-B943-0B207C8B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E86F114-B460-4A54-BD72-A8179067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8206C95-DB71-4346-B2E4-45DF45C9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TraceEvent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9B8B219-8592-4252-BDE0-DFFCDB24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2057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node_status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browser_step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browser_frame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classification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99115A8-E136-4E32-AD0F-7170CAF7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6088137-D731-4843-934B-C29EDE5F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C357FA1-F91B-4F09-AFEE-F5A8D0AD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前端实时页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4C2615B-3F82-4CDF-AE16-81743371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Agent 节点图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77FBBB9-6521-453F-BE56-4DE350E0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动作日志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F8CEB44-4F73-4509-A0E3-DCA5B656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浏览器截图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F952A01-8013-459B-A145-3B6A6072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767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截图时间线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9671961c949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165CB17-FEAD-4EEF-8E61-7C049EDB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AD5C6CA-B874-4DB4-BAF0-88B8EB2D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76CAC5D-3E53-4072-AA58-06AF1E71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502A2CA-A244-45A7-835B-030F4C2A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DOM文本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6303AEB-F3C4-4321-948C-D1BCCB49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AB0E36E-490A-44EC-AAD9-E3030616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URL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8B59F0C-1BD2-490D-93C1-D81F3E76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4614B66-D2C3-425F-92DE-2E66A89A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可访问性树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920DC71-DF3A-4179-BAB2-1B79A56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759FD59-8B84-4E1E-9042-6DDF8D01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HTML快照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8319447-5D98-435A-AA11-8E761228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99F8547-5F7B-4216-82AF-80F2711E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E4F702F-7A2E-404E-A3FC-D0683FF5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A501F3D-70D2-47E4-A94E-AFA73ABC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初始截图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AC24449-5237-4A14-9106-6016EB5F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47D6D1B-40BE-41B8-A525-09D7F708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最终截图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7B55B49-539C-4586-9719-4C990CBE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5918F4C-931A-4BFF-BF33-BBDBEA21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GLM-4.6V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AE83782-0012-48AA-8791-17EC9C2E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E946BB3-0091-4E73-8F1C-8862EC81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语义判断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9F4A0D4-FFE5-4FB7-A3F5-5E1C0448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914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7DDAF43-6CB4-44BA-B2D2-83C7633F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仲裁规则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1A9FA37-8C59-4D0D-BA44-1F2B8A9F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7000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确定性通过 + 无需视觉 → pass；semantic 必须走视觉；任一通道低置信度 → needs_review；通道冲突 → fail_soft / 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aa8e043f74e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14B3279-B1A1-4B71-8686-D51D9C7F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42648FE-E6D0-4A6D-B3B3-5BD8B05D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C368AFA-08DA-4D55-B1FD-FB1765FC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87657F1-95CD-45D5-96AD-17224313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955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60C6308-48DE-4D8B-86A5-371ADD44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C559085-F54A-434B-A4A1-C74F19C5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25106BB-8641-4783-82EE-E35FAC83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agent 自报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5D4D914-3DF7-42B5-855C-4413F363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4802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53F6119-213A-434F-B35B-B8D43214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FB73E4C-798D-4012-83FD-18E9179E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54C89B0-BC7D-474E-8094-93B448B5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errors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02968D8-A68E-4A4B-A7F9-E8CAA374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9351327-EF04-4630-BA35-0043FAC7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1BD1E8E-915D-4218-B82B-868B7907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CD0966C-F33A-4675-B3A5-165FFA40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final URL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B4D2128-02AB-4ADB-83D2-876CE7FD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0BA77D8-F05C-4714-B45F-2C44DE8A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7BEBEC1-1BDF-4895-9BC2-83A255BA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36E0A72-AD32-427F-BEBB-CBA3FE5E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DOM Summary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FD9E855-28AD-48BC-A6EE-76C17C8A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053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926EEEB-3A4B-482A-AF6D-3F316F68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4AFD4EC-D0E9-4D2D-8EAA-98248958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14625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AAEDA0C-1A82-4172-A686-11F8FAA7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失败分类器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FBFB47D-C936-4292-95C8-6D9A897A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CC8913D-7BFE-4E1F-8ABB-8B2ED6D5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15094AB-EA30-4DC9-A496-DCBC54A8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050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navigation_failure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ED27551-63A5-47AA-A770-54C6D842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46C1B6C-AB0B-46BD-83D6-89F8F91F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050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element_not_found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4788BEF-3C9C-4707-8520-178C5A9A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BAFC243-0FEF-432B-A956-E045E0F3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9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interaction_failure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6058ED7-7B8D-404F-9ABD-F79711CB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A1E9EB6-4C55-4055-9F2C-A58038CE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timing_issue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A953BD5-D20B-46DA-B31C-5007073E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480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A8E6258-2148-4CCA-AD0C-E021FA45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147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state_mismatch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D27258E-6D3B-4DFA-882C-BEA64986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480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542CA48-D106-469A-AB71-F029F43E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visual_regression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4BB32AB-715A-4C44-A23E-ABF8A62F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528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9B655D4-69B9-4408-9106-7137D36D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95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agent_planning_error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AF13BA1-77BC-4B64-BD53-8E6F3275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528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80AA4BF-3DE1-4688-ACEF-1F12B97B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unknown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12EE706-27A6-48D6-A864-8D293FF8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29125"/>
            <a:ext cx="3048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9865E24-A693-4F56-BE2D-58EC0830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482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输出：primary / secondary[] / reason / 判定依据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1d1804f9b49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aeb15c6474f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1eb4f954448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5837326d54d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50845017841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0769922a346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0f63860404b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2026-05-26T13:34:12.9260000Z</dcterms:created>
  <dcterms:modified xsi:type="dcterms:W3CDTF">2026-05-26T13:34:12.9260000Z</dcterms:modified>
</coreProperties>
</file>