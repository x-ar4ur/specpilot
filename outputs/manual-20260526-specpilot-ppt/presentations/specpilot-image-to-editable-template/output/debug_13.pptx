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926e3828224775" /><Relationship Type="http://schemas.openxmlformats.org/officeDocument/2006/relationships/extended-properties" Target="/docProps/app.xml" Id="R13971c236fb64be0" /><Relationship Type="http://schemas.openxmlformats.org/officeDocument/2006/relationships/officeDocument" Target="/ppt/presentation.xml" Id="R219adf55daaa48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8492856a64f9f"/>
  </p:sldMasterIdLst>
  <p:notesMasterIdLst>
    <p:notesMasterId xmlns:r="http://schemas.openxmlformats.org/officeDocument/2006/relationships" r:id="Rff7e911863224dc5"/>
  </p:notesMasterIdLst>
  <p:sldIdLst>
    <p:sldId xmlns:r="http://schemas.openxmlformats.org/officeDocument/2006/relationships" id="256" r:id="R0cfe7ee74fa04929"/>
    <p:sldId xmlns:r="http://schemas.openxmlformats.org/officeDocument/2006/relationships" id="257" r:id="Rd5efafb077614b0f"/>
    <p:sldId xmlns:r="http://schemas.openxmlformats.org/officeDocument/2006/relationships" id="258" r:id="Ra8dee2cf231b442a"/>
    <p:sldId xmlns:r="http://schemas.openxmlformats.org/officeDocument/2006/relationships" id="259" r:id="R4625c4bcc2aa4c75"/>
    <p:sldId xmlns:r="http://schemas.openxmlformats.org/officeDocument/2006/relationships" id="260" r:id="R172cf23233444d6e"/>
    <p:sldId xmlns:r="http://schemas.openxmlformats.org/officeDocument/2006/relationships" id="261" r:id="Re1c6f03ec77d43da"/>
    <p:sldId xmlns:r="http://schemas.openxmlformats.org/officeDocument/2006/relationships" id="262" r:id="R5ab3e96cc6c74d9c"/>
    <p:sldId xmlns:r="http://schemas.openxmlformats.org/officeDocument/2006/relationships" id="263" r:id="R1660123a6c14485e"/>
    <p:sldId xmlns:r="http://schemas.openxmlformats.org/officeDocument/2006/relationships" id="264" r:id="R5faa63dd446a45d4"/>
    <p:sldId xmlns:r="http://schemas.openxmlformats.org/officeDocument/2006/relationships" id="265" r:id="R307185dac51e4f27"/>
    <p:sldId xmlns:r="http://schemas.openxmlformats.org/officeDocument/2006/relationships" id="266" r:id="Re2359bfa0442439a"/>
    <p:sldId xmlns:r="http://schemas.openxmlformats.org/officeDocument/2006/relationships" id="267" r:id="Ra1c6c67162234600"/>
    <p:sldId xmlns:r="http://schemas.openxmlformats.org/officeDocument/2006/relationships" id="268" r:id="Ra617aa22970c4ca7"/>
    <p:sldId xmlns:r="http://schemas.openxmlformats.org/officeDocument/2006/relationships" id="269" r:id="R0a2bcf4d239c4f49"/>
    <p:sldId xmlns:r="http://schemas.openxmlformats.org/officeDocument/2006/relationships" id="270" r:id="R6f9dda2a2381471c"/>
    <p:sldId xmlns:r="http://schemas.openxmlformats.org/officeDocument/2006/relationships" id="271" r:id="Rc91eb359b4b54435"/>
    <p:sldId xmlns:r="http://schemas.openxmlformats.org/officeDocument/2006/relationships" id="272" r:id="R470b5a656793419a"/>
    <p:sldId xmlns:r="http://schemas.openxmlformats.org/officeDocument/2006/relationships" id="273" r:id="Rbcc13197b09245a1"/>
    <p:sldId xmlns:r="http://schemas.openxmlformats.org/officeDocument/2006/relationships" id="274" r:id="R5075f75ed57f4ae5"/>
    <p:sldId xmlns:r="http://schemas.openxmlformats.org/officeDocument/2006/relationships" id="275" r:id="Re4021ef45b454110"/>
    <p:sldId xmlns:r="http://schemas.openxmlformats.org/officeDocument/2006/relationships" id="276" r:id="R66f7a189111e4a03"/>
    <p:sldId xmlns:r="http://schemas.openxmlformats.org/officeDocument/2006/relationships" id="277" r:id="Rc5bf860f850e4b51"/>
    <p:sldId xmlns:r="http://schemas.openxmlformats.org/officeDocument/2006/relationships" id="278" r:id="R5c0027d62e0b4d6a"/>
    <p:sldId xmlns:r="http://schemas.openxmlformats.org/officeDocument/2006/relationships" id="279" r:id="Rd0517b19a6464527"/>
    <p:sldId xmlns:r="http://schemas.openxmlformats.org/officeDocument/2006/relationships" id="280" r:id="R82ff4d4d3a4542a6"/>
    <p:sldId xmlns:r="http://schemas.openxmlformats.org/officeDocument/2006/relationships" id="281" r:id="R4797252c5c0e44fd"/>
    <p:sldId xmlns:r="http://schemas.openxmlformats.org/officeDocument/2006/relationships" id="282" r:id="R1862ebc67a584e96"/>
    <p:sldId xmlns:r="http://schemas.openxmlformats.org/officeDocument/2006/relationships" id="283" r:id="Rcfb0a1f71e444342"/>
    <p:sldId xmlns:r="http://schemas.openxmlformats.org/officeDocument/2006/relationships" id="284" r:id="R69905ed5d51148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8492856a64f9f" /><Relationship Type="http://schemas.openxmlformats.org/officeDocument/2006/relationships/theme" Target="/ppt/theme/theme1.xml" Id="Ra4a569c8a37e4171" /><Relationship Type="http://schemas.openxmlformats.org/officeDocument/2006/relationships/notesMaster" Target="/ppt/notesMasters/notesMaster1.xml" Id="Rff7e911863224dc5" /><Relationship Type="http://schemas.openxmlformats.org/officeDocument/2006/relationships/presProps" Target="/ppt/presProps.xml" Id="R130f579ed5fa4a40" /><Relationship Type="http://schemas.openxmlformats.org/officeDocument/2006/relationships/viewProps" Target="/ppt/viewProps.xml" Id="R5c868fb17a884752" /><Relationship Type="http://schemas.openxmlformats.org/officeDocument/2006/relationships/tableStyles" Target="/ppt/tableStyles.xml" Id="R631911ac294747f8" /><Relationship Type="http://schemas.openxmlformats.org/officeDocument/2006/relationships/slide" Target="/ppt/slides/slide1.xml" Id="R0cfe7ee74fa04929" /><Relationship Type="http://schemas.openxmlformats.org/officeDocument/2006/relationships/slide" Target="/ppt/slides/slide2.xml" Id="Rd5efafb077614b0f" /><Relationship Type="http://schemas.openxmlformats.org/officeDocument/2006/relationships/slide" Target="/ppt/slides/slide3.xml" Id="Ra8dee2cf231b442a" /><Relationship Type="http://schemas.openxmlformats.org/officeDocument/2006/relationships/slide" Target="/ppt/slides/slide4.xml" Id="R4625c4bcc2aa4c75" /><Relationship Type="http://schemas.openxmlformats.org/officeDocument/2006/relationships/slide" Target="/ppt/slides/slide5.xml" Id="R172cf23233444d6e" /><Relationship Type="http://schemas.openxmlformats.org/officeDocument/2006/relationships/slide" Target="/ppt/slides/slide6.xml" Id="Re1c6f03ec77d43da" /><Relationship Type="http://schemas.openxmlformats.org/officeDocument/2006/relationships/slide" Target="/ppt/slides/slide7.xml" Id="R5ab3e96cc6c74d9c" /><Relationship Type="http://schemas.openxmlformats.org/officeDocument/2006/relationships/slide" Target="/ppt/slides/slide8.xml" Id="R1660123a6c14485e" /><Relationship Type="http://schemas.openxmlformats.org/officeDocument/2006/relationships/slide" Target="/ppt/slides/slide9.xml" Id="R5faa63dd446a45d4" /><Relationship Type="http://schemas.openxmlformats.org/officeDocument/2006/relationships/slide" Target="/ppt/slides/slide10.xml" Id="R307185dac51e4f27" /><Relationship Type="http://schemas.openxmlformats.org/officeDocument/2006/relationships/slide" Target="/ppt/slides/slide11.xml" Id="Re2359bfa0442439a" /><Relationship Type="http://schemas.openxmlformats.org/officeDocument/2006/relationships/slide" Target="/ppt/slides/slide12.xml" Id="Ra1c6c67162234600" /><Relationship Type="http://schemas.openxmlformats.org/officeDocument/2006/relationships/slide" Target="/ppt/slides/slide13.xml" Id="Ra617aa22970c4ca7" /><Relationship Type="http://schemas.openxmlformats.org/officeDocument/2006/relationships/slide" Target="/ppt/slides/slide14.xml" Id="R0a2bcf4d239c4f49" /><Relationship Type="http://schemas.openxmlformats.org/officeDocument/2006/relationships/slide" Target="/ppt/slides/slide15.xml" Id="R6f9dda2a2381471c" /><Relationship Type="http://schemas.openxmlformats.org/officeDocument/2006/relationships/slide" Target="/ppt/slides/slide16.xml" Id="Rc91eb359b4b54435" /><Relationship Type="http://schemas.openxmlformats.org/officeDocument/2006/relationships/slide" Target="/ppt/slides/slide17.xml" Id="R470b5a656793419a" /><Relationship Type="http://schemas.openxmlformats.org/officeDocument/2006/relationships/slide" Target="/ppt/slides/slide18.xml" Id="Rbcc13197b09245a1" /><Relationship Type="http://schemas.openxmlformats.org/officeDocument/2006/relationships/slide" Target="/ppt/slides/slide19.xml" Id="R5075f75ed57f4ae5" /><Relationship Type="http://schemas.openxmlformats.org/officeDocument/2006/relationships/slide" Target="/ppt/slides/slide20.xml" Id="Re4021ef45b454110" /><Relationship Type="http://schemas.openxmlformats.org/officeDocument/2006/relationships/slide" Target="/ppt/slides/slide21.xml" Id="R66f7a189111e4a03" /><Relationship Type="http://schemas.openxmlformats.org/officeDocument/2006/relationships/slide" Target="/ppt/slides/slide22.xml" Id="Rc5bf860f850e4b51" /><Relationship Type="http://schemas.openxmlformats.org/officeDocument/2006/relationships/slide" Target="/ppt/slides/slide23.xml" Id="R5c0027d62e0b4d6a" /><Relationship Type="http://schemas.openxmlformats.org/officeDocument/2006/relationships/slide" Target="/ppt/slides/slide24.xml" Id="Rd0517b19a6464527" /><Relationship Type="http://schemas.openxmlformats.org/officeDocument/2006/relationships/slide" Target="/ppt/slides/slide25.xml" Id="R82ff4d4d3a4542a6" /><Relationship Type="http://schemas.openxmlformats.org/officeDocument/2006/relationships/slide" Target="/ppt/slides/slide26.xml" Id="R4797252c5c0e44fd" /><Relationship Type="http://schemas.openxmlformats.org/officeDocument/2006/relationships/slide" Target="/ppt/slides/slide27.xml" Id="R1862ebc67a584e96" /><Relationship Type="http://schemas.openxmlformats.org/officeDocument/2006/relationships/slide" Target="/ppt/slides/slide28.xml" Id="Rcfb0a1f71e444342" /><Relationship Type="http://schemas.openxmlformats.org/officeDocument/2006/relationships/slide" Target="/ppt/slides/slide29.xml" Id="R69905ed5d511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15923be2aa24e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caec167c8f4ce1" /><Relationship Type="http://schemas.openxmlformats.org/officeDocument/2006/relationships/notesMaster" Target="/ppt/notesMasters/notesMaster1.xml" Id="R9510b6c18dad46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eaf0ce6f6417f" /><Relationship Type="http://schemas.openxmlformats.org/officeDocument/2006/relationships/notesMaster" Target="/ppt/notesMasters/notesMaster1.xml" Id="Rf4a54ada6c564b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4f7c968b844ad4" /><Relationship Type="http://schemas.openxmlformats.org/officeDocument/2006/relationships/notesMaster" Target="/ppt/notesMasters/notesMaster1.xml" Id="R3420f8d48d3c4a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b4895e5b5b43da" /><Relationship Type="http://schemas.openxmlformats.org/officeDocument/2006/relationships/notesMaster" Target="/ppt/notesMasters/notesMaster1.xml" Id="Re6298dffb42e41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7357fdb67d4455" /><Relationship Type="http://schemas.openxmlformats.org/officeDocument/2006/relationships/notesMaster" Target="/ppt/notesMasters/notesMaster1.xml" Id="R1065c3fe079b48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20a443750e4c83" /><Relationship Type="http://schemas.openxmlformats.org/officeDocument/2006/relationships/notesMaster" Target="/ppt/notesMasters/notesMaster1.xml" Id="R8dea9f06c52b4f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963efd9af84c51" /><Relationship Type="http://schemas.openxmlformats.org/officeDocument/2006/relationships/notesMaster" Target="/ppt/notesMasters/notesMaster1.xml" Id="R4c100ec0004e48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d31f2886e04ddb" /><Relationship Type="http://schemas.openxmlformats.org/officeDocument/2006/relationships/notesMaster" Target="/ppt/notesMasters/notesMaster1.xml" Id="R06b0929a917c4a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30020a92ad4432" /><Relationship Type="http://schemas.openxmlformats.org/officeDocument/2006/relationships/notesMaster" Target="/ppt/notesMasters/notesMaster1.xml" Id="R575ad1e75bdb40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7483b2b8264709" /><Relationship Type="http://schemas.openxmlformats.org/officeDocument/2006/relationships/notesMaster" Target="/ppt/notesMasters/notesMaster1.xml" Id="R921187540ef74f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b89b7dfb2d4e93" /><Relationship Type="http://schemas.openxmlformats.org/officeDocument/2006/relationships/notesMaster" Target="/ppt/notesMasters/notesMaster1.xml" Id="R4246b3d7b97849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6d077df16b4775" /><Relationship Type="http://schemas.openxmlformats.org/officeDocument/2006/relationships/notesMaster" Target="/ppt/notesMasters/notesMaster1.xml" Id="R1c81008aac6e4f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058181af624016" /><Relationship Type="http://schemas.openxmlformats.org/officeDocument/2006/relationships/notesMaster" Target="/ppt/notesMasters/notesMaster1.xml" Id="R539437de63bc47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d473ec60c74464" /><Relationship Type="http://schemas.openxmlformats.org/officeDocument/2006/relationships/notesMaster" Target="/ppt/notesMasters/notesMaster1.xml" Id="Ra30524e299634f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21e89f57b142b7" /><Relationship Type="http://schemas.openxmlformats.org/officeDocument/2006/relationships/notesMaster" Target="/ppt/notesMasters/notesMaster1.xml" Id="R34cbe5e45ef440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7870279ac34455" /><Relationship Type="http://schemas.openxmlformats.org/officeDocument/2006/relationships/notesMaster" Target="/ppt/notesMasters/notesMaster1.xml" Id="R1f4b7f09eea54e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2aedc689f14131" /><Relationship Type="http://schemas.openxmlformats.org/officeDocument/2006/relationships/notesMaster" Target="/ppt/notesMasters/notesMaster1.xml" Id="R61570e271bbd44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061c762b8f4940" /><Relationship Type="http://schemas.openxmlformats.org/officeDocument/2006/relationships/notesMaster" Target="/ppt/notesMasters/notesMaster1.xml" Id="Ra42104659fff48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008c93dfd947c6" /><Relationship Type="http://schemas.openxmlformats.org/officeDocument/2006/relationships/notesMaster" Target="/ppt/notesMasters/notesMaster1.xml" Id="R8252ca55da4142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b22f7c723648eb" /><Relationship Type="http://schemas.openxmlformats.org/officeDocument/2006/relationships/notesMaster" Target="/ppt/notesMasters/notesMaster1.xml" Id="R3b259d4033974b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4278808d5247e2" /><Relationship Type="http://schemas.openxmlformats.org/officeDocument/2006/relationships/notesMaster" Target="/ppt/notesMasters/notesMaster1.xml" Id="Rfd7f0e5613ad42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428fcc3ccf43ef" /><Relationship Type="http://schemas.openxmlformats.org/officeDocument/2006/relationships/notesMaster" Target="/ppt/notesMasters/notesMaster1.xml" Id="R94c994e7c7a44a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e9d0181f9cb440f" /><Relationship Type="http://schemas.openxmlformats.org/officeDocument/2006/relationships/notesMaster" Target="/ppt/notesMasters/notesMaster1.xml" Id="Rb5255ce9940e45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547752bf8a489a" /><Relationship Type="http://schemas.openxmlformats.org/officeDocument/2006/relationships/notesMaster" Target="/ppt/notesMasters/notesMaster1.xml" Id="R5529993ca43f46a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5cdf89116c54627" /><Relationship Type="http://schemas.openxmlformats.org/officeDocument/2006/relationships/notesMaster" Target="/ppt/notesMasters/notesMaster1.xml" Id="R21f109a82b08489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02092c654774d19" /><Relationship Type="http://schemas.openxmlformats.org/officeDocument/2006/relationships/notesMaster" Target="/ppt/notesMasters/notesMaster1.xml" Id="Rba877c03dfe24ae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8353b84de94328" /><Relationship Type="http://schemas.openxmlformats.org/officeDocument/2006/relationships/notesMaster" Target="/ppt/notesMasters/notesMaster1.xml" Id="Rdc3b281bf13647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4b09e5f982d4dc5" /><Relationship Type="http://schemas.openxmlformats.org/officeDocument/2006/relationships/notesMaster" Target="/ppt/notesMasters/notesMaster1.xml" Id="Ra9c22c6ab26c4de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80226e6de0b4407" /><Relationship Type="http://schemas.openxmlformats.org/officeDocument/2006/relationships/notesMaster" Target="/ppt/notesMasters/notesMaster1.xml" Id="Rb548ad7a62a640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3fc591e3f47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676c73f9444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2324a5e1949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c1b5e0e8041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c5a6427fa49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11e0feac846c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eeb2511c7d415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c7b7d5c1543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37734b26b4cd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d571a1fa0400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413226dbd41ae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e7efb043d94e38" /><Relationship Type="http://schemas.openxmlformats.org/officeDocument/2006/relationships/slideLayout" Target="/ppt/slideLayouts/slideLayout2.xml" Id="R49a97a04207a4af8" /><Relationship Type="http://schemas.openxmlformats.org/officeDocument/2006/relationships/slideLayout" Target="/ppt/slideLayouts/slideLayout3.xml" Id="R6422cced1e4f4324" /><Relationship Type="http://schemas.openxmlformats.org/officeDocument/2006/relationships/slideLayout" Target="/ppt/slideLayouts/slideLayout4.xml" Id="R6eb86a23dfd94b13" /><Relationship Type="http://schemas.openxmlformats.org/officeDocument/2006/relationships/slideLayout" Target="/ppt/slideLayouts/slideLayout5.xml" Id="R73e0cab543fe4dc1" /><Relationship Type="http://schemas.openxmlformats.org/officeDocument/2006/relationships/slideLayout" Target="/ppt/slideLayouts/slideLayout6.xml" Id="Rfb532610ad814325" /><Relationship Type="http://schemas.openxmlformats.org/officeDocument/2006/relationships/slideLayout" Target="/ppt/slideLayouts/slideLayout7.xml" Id="Rc19339350df9497b" /><Relationship Type="http://schemas.openxmlformats.org/officeDocument/2006/relationships/slideLayout" Target="/ppt/slideLayouts/slideLayout8.xml" Id="R6e11de23009c4957" /><Relationship Type="http://schemas.openxmlformats.org/officeDocument/2006/relationships/slideLayout" Target="/ppt/slideLayouts/slideLayout9.xml" Id="R03d9445597b640f9" /><Relationship Type="http://schemas.openxmlformats.org/officeDocument/2006/relationships/slideLayout" Target="/ppt/slideLayouts/slideLayout10.xml" Id="Rfc56a41abe61490f" /><Relationship Type="http://schemas.openxmlformats.org/officeDocument/2006/relationships/slideLayout" Target="/ppt/slideLayouts/slideLayout11.xml" Id="R124e79ce53af405b" /><Relationship Type="http://schemas.openxmlformats.org/officeDocument/2006/relationships/slideLayout" Target="/ppt/slideLayouts/slideLayout12.xml" Id="R6b1bfb2ddd664b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a97a04207a4af8"/>
    <p:sldLayoutId xmlns:r="http://schemas.openxmlformats.org/officeDocument/2006/relationships" id="2147483650" r:id="R6422cced1e4f4324"/>
    <p:sldLayoutId xmlns:r="http://schemas.openxmlformats.org/officeDocument/2006/relationships" id="2147483651" r:id="R6eb86a23dfd94b13"/>
    <p:sldLayoutId xmlns:r="http://schemas.openxmlformats.org/officeDocument/2006/relationships" id="2147483652" r:id="R73e0cab543fe4dc1"/>
    <p:sldLayoutId xmlns:r="http://schemas.openxmlformats.org/officeDocument/2006/relationships" id="2147483653" r:id="Rfb532610ad814325"/>
    <p:sldLayoutId xmlns:r="http://schemas.openxmlformats.org/officeDocument/2006/relationships" id="2147483654" r:id="Rc19339350df9497b"/>
    <p:sldLayoutId xmlns:r="http://schemas.openxmlformats.org/officeDocument/2006/relationships" id="2147483655" r:id="R6e11de23009c4957"/>
    <p:sldLayoutId xmlns:r="http://schemas.openxmlformats.org/officeDocument/2006/relationships" id="2147483656" r:id="R03d9445597b640f9"/>
    <p:sldLayoutId xmlns:r="http://schemas.openxmlformats.org/officeDocument/2006/relationships" id="2147483657" r:id="Rfc56a41abe61490f"/>
    <p:sldLayoutId xmlns:r="http://schemas.openxmlformats.org/officeDocument/2006/relationships" id="2147483658" r:id="R124e79ce53af405b"/>
    <p:sldLayoutId xmlns:r="http://schemas.openxmlformats.org/officeDocument/2006/relationships" id="2147483659" r:id="R6b1bfb2ddd664b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78295e80d24138" /><Relationship Type="http://schemas.openxmlformats.org/officeDocument/2006/relationships/image" Target="/ppt/media/image.png" Id="R06227f615e174810" /><Relationship Type="http://schemas.openxmlformats.org/officeDocument/2006/relationships/image" Target="/ppt/media/image2.png" Id="Rcf7a6a491c024b1c" /><Relationship Type="http://schemas.openxmlformats.org/officeDocument/2006/relationships/notesSlide" Target="/ppt/notesSlides/notesSlide1.xml" Id="R5d461139b929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2c96567494029" /><Relationship Type="http://schemas.openxmlformats.org/officeDocument/2006/relationships/image" Target="/ppt/media/image2.png" Id="Rf4882d8c27f742a0" /><Relationship Type="http://schemas.openxmlformats.org/officeDocument/2006/relationships/notesSlide" Target="/ppt/notesSlides/notesSlide2.xml" Id="Re1c595d28ebd4a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360879cb0534096" /><Relationship Type="http://schemas.openxmlformats.org/officeDocument/2006/relationships/image" Target="/ppt/media/image2.png" Id="R4d1df874d6f54912" /><Relationship Type="http://schemas.openxmlformats.org/officeDocument/2006/relationships/notesSlide" Target="/ppt/notesSlides/notesSlide3.xml" Id="R2c06f6fc9d8446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f2e4f86c8b42a7" /><Relationship Type="http://schemas.openxmlformats.org/officeDocument/2006/relationships/image" Target="/ppt/media/image3.png" Id="R729ec948ab0040a5" /><Relationship Type="http://schemas.openxmlformats.org/officeDocument/2006/relationships/notesSlide" Target="/ppt/notesSlides/notesSlide4.xml" Id="R01eda0f2b16f43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e86d55566b4238" /><Relationship Type="http://schemas.openxmlformats.org/officeDocument/2006/relationships/image" Target="/ppt/media/image3.png" Id="R48938176391640b9" /><Relationship Type="http://schemas.openxmlformats.org/officeDocument/2006/relationships/notesSlide" Target="/ppt/notesSlides/notesSlide5.xml" Id="Rc683713c3c4f4e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22550c9aafa410b" /><Relationship Type="http://schemas.openxmlformats.org/officeDocument/2006/relationships/image" Target="/ppt/media/image2.png" Id="R8cdacd5e1fc541b8" /><Relationship Type="http://schemas.openxmlformats.org/officeDocument/2006/relationships/notesSlide" Target="/ppt/notesSlides/notesSlide6.xml" Id="Rbd55f8840b6d40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090d47160044d65" /><Relationship Type="http://schemas.openxmlformats.org/officeDocument/2006/relationships/image" Target="/ppt/media/image3.png" Id="R99903069cb4f4cf4" /><Relationship Type="http://schemas.openxmlformats.org/officeDocument/2006/relationships/notesSlide" Target="/ppt/notesSlides/notesSlide7.xml" Id="Ra34d5d265b874f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c2c8f8ec6294f94" /><Relationship Type="http://schemas.openxmlformats.org/officeDocument/2006/relationships/image" Target="/ppt/media/image3.png" Id="R5cd51620c16a4bab" /><Relationship Type="http://schemas.openxmlformats.org/officeDocument/2006/relationships/notesSlide" Target="/ppt/notesSlides/notesSlide8.xml" Id="R21d32b593e0043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5fa4b0672a4382" /><Relationship Type="http://schemas.openxmlformats.org/officeDocument/2006/relationships/image" Target="/ppt/media/image3.png" Id="R18ed18ac98604381" /><Relationship Type="http://schemas.openxmlformats.org/officeDocument/2006/relationships/notesSlide" Target="/ppt/notesSlides/notesSlide9.xml" Id="R952656dc200240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1e84394f47c442a" /><Relationship Type="http://schemas.openxmlformats.org/officeDocument/2006/relationships/image" Target="/ppt/media/image2.png" Id="R75a9eaa11972457a" /><Relationship Type="http://schemas.openxmlformats.org/officeDocument/2006/relationships/notesSlide" Target="/ppt/notesSlides/notesSlide10.xml" Id="R2f555a52021f4b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5e84b5d22846c8" /><Relationship Type="http://schemas.openxmlformats.org/officeDocument/2006/relationships/image" Target="/ppt/media/image3.png" Id="Re28d6783e9264e57" /><Relationship Type="http://schemas.openxmlformats.org/officeDocument/2006/relationships/notesSlide" Target="/ppt/notesSlides/notesSlide11.xml" Id="R7db57dc788aa40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d1899abf59d47a8" /><Relationship Type="http://schemas.openxmlformats.org/officeDocument/2006/relationships/image" Target="/ppt/media/image3.png" Id="Rd5bd87e2027849ef" /><Relationship Type="http://schemas.openxmlformats.org/officeDocument/2006/relationships/notesSlide" Target="/ppt/notesSlides/notesSlide12.xml" Id="Rb523dee69b564b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6ed88e648434305" /><Relationship Type="http://schemas.openxmlformats.org/officeDocument/2006/relationships/image" Target="/ppt/media/image3.png" Id="Rc708f6f25bce40c2" /><Relationship Type="http://schemas.openxmlformats.org/officeDocument/2006/relationships/notesSlide" Target="/ppt/notesSlides/notesSlide13.xml" Id="R5497fa4b8c5743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edef51070e24302" /><Relationship Type="http://schemas.openxmlformats.org/officeDocument/2006/relationships/image" Target="/ppt/media/image3.png" Id="R6891c65481a94e0d" /><Relationship Type="http://schemas.openxmlformats.org/officeDocument/2006/relationships/notesSlide" Target="/ppt/notesSlides/notesSlide14.xml" Id="R7ac568c4193346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8882c125e244432" /><Relationship Type="http://schemas.openxmlformats.org/officeDocument/2006/relationships/image" Target="/ppt/media/image3.png" Id="R801acec53f484a58" /><Relationship Type="http://schemas.openxmlformats.org/officeDocument/2006/relationships/notesSlide" Target="/ppt/notesSlides/notesSlide15.xml" Id="R02ff098a56c24c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3698d79f45d445b" /><Relationship Type="http://schemas.openxmlformats.org/officeDocument/2006/relationships/image" Target="/ppt/media/image3.png" Id="R25546dc3c5284829" /><Relationship Type="http://schemas.openxmlformats.org/officeDocument/2006/relationships/notesSlide" Target="/ppt/notesSlides/notesSlide16.xml" Id="R4f9d90da120d4e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5a836f922f43af" /><Relationship Type="http://schemas.openxmlformats.org/officeDocument/2006/relationships/image" Target="/ppt/media/image3.png" Id="R5904c46b349f46b4" /><Relationship Type="http://schemas.openxmlformats.org/officeDocument/2006/relationships/notesSlide" Target="/ppt/notesSlides/notesSlide17.xml" Id="R44c08d9375ad45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77ec43cfdac46cd" /><Relationship Type="http://schemas.openxmlformats.org/officeDocument/2006/relationships/image" Target="/ppt/media/image3.png" Id="R4f526c0be7dc44cc" /><Relationship Type="http://schemas.openxmlformats.org/officeDocument/2006/relationships/notesSlide" Target="/ppt/notesSlides/notesSlide18.xml" Id="Re38afb0146e143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ddd20d5406419e" /><Relationship Type="http://schemas.openxmlformats.org/officeDocument/2006/relationships/image" Target="/ppt/media/image3.png" Id="Rb56242bbbf544436" /><Relationship Type="http://schemas.openxmlformats.org/officeDocument/2006/relationships/notesSlide" Target="/ppt/notesSlides/notesSlide19.xml" Id="R8a1b26add1c940f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e3c77469e3a464e" /><Relationship Type="http://schemas.openxmlformats.org/officeDocument/2006/relationships/image" Target="/ppt/media/image3.png" Id="R13568eb0946641a7" /><Relationship Type="http://schemas.openxmlformats.org/officeDocument/2006/relationships/notesSlide" Target="/ppt/notesSlides/notesSlide20.xml" Id="Rde20f1659ae346d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de502e6f8f94dd8" /><Relationship Type="http://schemas.openxmlformats.org/officeDocument/2006/relationships/image" Target="/ppt/media/image3.png" Id="R137489a6a7af4084" /><Relationship Type="http://schemas.openxmlformats.org/officeDocument/2006/relationships/notesSlide" Target="/ppt/notesSlides/notesSlide21.xml" Id="Rf8b9f0fb39e54d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57300a01ff2465d" /><Relationship Type="http://schemas.openxmlformats.org/officeDocument/2006/relationships/image" Target="/ppt/media/image3.png" Id="R25dc5857a8434617" /><Relationship Type="http://schemas.openxmlformats.org/officeDocument/2006/relationships/notesSlide" Target="/ppt/notesSlides/notesSlide22.xml" Id="R4637e1e5789a42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e4c7f8e06f945a8" /><Relationship Type="http://schemas.openxmlformats.org/officeDocument/2006/relationships/image" Target="/ppt/media/image3.png" Id="R500f3e6211f34689" /><Relationship Type="http://schemas.openxmlformats.org/officeDocument/2006/relationships/notesSlide" Target="/ppt/notesSlides/notesSlide23.xml" Id="Ra1c0699da4dd44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3796c4e559499c" /><Relationship Type="http://schemas.openxmlformats.org/officeDocument/2006/relationships/image" Target="/ppt/media/image3.png" Id="R98589d33f9244190" /><Relationship Type="http://schemas.openxmlformats.org/officeDocument/2006/relationships/notesSlide" Target="/ppt/notesSlides/notesSlide24.xml" Id="Rcfe80e93410442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ee760d402a9435c" /><Relationship Type="http://schemas.openxmlformats.org/officeDocument/2006/relationships/image" Target="/ppt/media/image2.png" Id="R4f2c382683514d9d" /><Relationship Type="http://schemas.openxmlformats.org/officeDocument/2006/relationships/notesSlide" Target="/ppt/notesSlides/notesSlide25.xml" Id="Rd6bed954c31e4a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affdf13858b4417" /><Relationship Type="http://schemas.openxmlformats.org/officeDocument/2006/relationships/image" Target="/ppt/media/image3.png" Id="Rb992c45a0fde4a2a" /><Relationship Type="http://schemas.openxmlformats.org/officeDocument/2006/relationships/notesSlide" Target="/ppt/notesSlides/notesSlide26.xml" Id="R2345d9c8a06544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3ee8eb8e34642f5" /><Relationship Type="http://schemas.openxmlformats.org/officeDocument/2006/relationships/image" Target="/ppt/media/image3.png" Id="R6521f25185644f8a" /><Relationship Type="http://schemas.openxmlformats.org/officeDocument/2006/relationships/notesSlide" Target="/ppt/notesSlides/notesSlide27.xml" Id="R3b45245da73c41b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499d428cf84c81" /><Relationship Type="http://schemas.openxmlformats.org/officeDocument/2006/relationships/image" Target="/ppt/media/image3.png" Id="Re7a062c5b3834338" /><Relationship Type="http://schemas.openxmlformats.org/officeDocument/2006/relationships/notesSlide" Target="/ppt/notesSlides/notesSlide28.xml" Id="R2b8f365f6a8041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eac2ba620004186" /><Relationship Type="http://schemas.openxmlformats.org/officeDocument/2006/relationships/image" Target="/ppt/media/image2.png" Id="R82fd6930cdf34f87" /><Relationship Type="http://schemas.openxmlformats.org/officeDocument/2006/relationships/notesSlide" Target="/ppt/notesSlides/notesSlide29.xml" Id="Rec2412a683054a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27f615e174810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a6a491c024b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82d8c27f7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df874d6f549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ec948ab00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34A050-09B7-4F6F-B2BF-1F932003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2FED72-FCD8-411F-BEAB-15122BC1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C24B55-CC2A-45F8-A603-1A0708BA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834768-EC1C-4A73-AB09-324C9DA7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10C261-35E7-40C2-8AF0-16887D5C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C9772D-C3C7-44D3-8435-E39D41EC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B01827-37D2-493F-82F1-6020FD64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96C966-591E-40FC-9992-66921161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AA2C55-DA48-4E40-A274-6D137324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F57E7F-0ED9-4B39-8B7C-79C07CBF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3B4B1D-712A-4653-888D-9BE17ED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375199-C0F5-4528-927D-6B966F07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BF7072-EC20-4597-A26D-D3A4849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D53E49-A819-41C8-8C34-9D9ABF9F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8EEBF7-EA1A-47E5-A471-1471548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AADDB2-BB66-4004-BEB9-91B0E327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38176391640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73A051-8455-4007-92E3-B7936E9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C03A26-D8E6-4CD8-BDBE-9ED1B94D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2131E4-74C0-431C-9AA7-C593953C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98BE0F-B4AE-4638-95E7-0CD6B7AE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B16ED0-472E-41F6-AB9E-37B35E49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E5B45D-A7D3-4205-82F9-84397C38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7DEF05-1C53-4972-90D6-B81B438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0F05A4-46A7-4873-AEAF-C0F0BC36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0D9D4F-EED3-4006-845C-A4EF0D46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3135A4-AA72-48EB-8FAA-9981656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A251A2-023D-42C0-97E0-09885536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1B3D76-4EF1-4DDF-8DEA-F57097DA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4F4550-EA0E-4D56-BD63-096A5EFB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C8639F-E9BC-4151-86D6-E232EC6B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D74DA9-04E4-450D-A91D-6B77C36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92A32B-8C3A-48F0-892E-EB8241BC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6D9E90-C717-4425-B98A-CA7CC841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5036EB-F62E-42A1-9E14-468EDBCF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0F15A7-B83F-4726-ACE2-A32D410D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C75E018-5C9B-464D-9E65-FEF3A89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6185E37-B7ED-4645-9DB9-C908B345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58BDB1F-6634-4403-897B-EA446F27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BED2739-0673-4241-807B-1FDBEA92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3E26570-18DC-4A59-8938-F4092C44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6932EC-9174-463F-B0B2-364CEEC3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9754194-4042-40B5-AD72-638152EB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acd5e1fc541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03069cb4f4c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F88AB0-9531-4E1C-A4E3-0858D136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F9F87B-325F-4598-A9A9-3102C6BD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927C78-D825-4C30-A901-B72287C5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ECF190-2629-4941-AA31-98F9EDCA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5AA8AB-FAFB-48C9-8957-260BC969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9960A8-1AF1-45BD-A949-7227B82A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EF79FA-AA71-4079-9897-F0CB882D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1BCBBF-8BFA-4C83-8F5B-DFBFE23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AFB80D-5A35-4746-96C6-E8D83452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0D5469-7FBF-4936-A4BF-F5A750E3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347306-7EB7-49B1-ADBA-89E0F11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1E964F-D3C2-416A-BCE2-9653D566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668DA8-775D-433D-9D2D-72F059DF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8AE0F2-45B6-4E1B-8F12-65672E37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63C766-3114-434B-B1F9-693B3BED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6C0C0A-EC4D-4B37-A8EF-051E840D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81C6C1-2151-47B5-BC8B-119A5A63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677813-BF3A-4EFD-94EE-BACD47BC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679781-C169-4F08-8849-B6C931C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F9E706-D214-4CA8-BF02-C3E9753C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CD062D1-06C8-4352-95B0-32355D73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10B31C0-4208-4E50-9AB3-ECDB1BC0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6375F4-BF7B-4BF9-99CD-8A4D353B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C88CD06-9FDF-4A9C-A6AD-28A63213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77B9B62-8396-4015-941B-DD645FE9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989E72-8525-4163-87F3-AF80AB36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C0A860-4DC2-4681-99EC-45DEB409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DFC0C81-D102-45C7-8E13-82BC85B0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423EB26-274D-4B55-9C02-3E80441D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B5B2BF-A904-43C1-AA12-DE43C69F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8BF489D-B95D-4340-BEE6-21E990C1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1A3A3B3-64C8-4CF9-9A3C-C2EABCCB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904A360-5914-4F5F-BF06-DDEE5E51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892846-EE9B-4668-8A39-64702112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1B82CF3-22F3-4B61-B960-C4A1CB6C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1B25AC-0E7D-4C05-AD5C-9DD00616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652190E-51E2-4E30-A606-D16130D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E8580A7-8DDD-4F6E-A52F-D5F67ED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3609F6B-7817-4D4F-973A-C9834854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B90FA51-3E82-4752-9427-8B830E9D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23DA38-96FA-413C-A4C8-7C55734A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D6FA379-A6BB-4F28-8F38-42FE8126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070C09-CCCF-48EB-8EE2-94D6C96C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87639D8-4322-408C-AE9B-7A4F9288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FA7A1BB-1998-4DC9-8C51-EDF4C66F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AFC177F-52C2-4783-90F3-4E25AAFA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0E3DC8F-F9B1-4B74-B080-E4152B00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51620c16a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0ECA309-5D18-4256-BF9C-B3F2BEAC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ECB21C0-5D6A-4713-B740-F6F0B277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D1A99BA-79FE-4E46-9761-14D8EC98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A0D9BC9-270B-419B-9B7D-236F38FA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2A4F491-A81B-4C16-AC57-913D5ADD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3921D48-C0A2-4068-B600-03AB1DB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8856CE3-0BE4-4680-8501-FE48F7F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41E0E44-5C0F-4EE7-A022-CA3180CB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E3AB983-E874-465C-B527-13EF8B7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34C0817-A885-4CC0-B800-6752A4D8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B665025-6CB5-44CF-8788-59CC4CBE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A10A274-BEC5-4677-97F0-3D1B0795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7F388D2-8E95-4AF0-A219-67C87701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80046F7-334C-4222-B884-4B88D188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D34C91A-1AF6-43DE-9E91-F5D130D1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F597230-7535-4498-BE2F-6EEC8294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B821141-584E-4F67-BD64-E996ED0D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44B6664-A61E-4A46-88A0-F788980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CFA809A-1D3D-44F4-8113-1A82980B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21E7796-B011-40DF-83BB-94248A9A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9F214AB-6E54-4726-9C5C-FAB21790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766E9B6-84A9-4490-A90B-3A6E220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6964A7D-F03B-42EA-A8DA-768AB2DF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4028F1E-0829-4632-BB2E-8C32DD62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d18ac986043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F94F998-8A82-4E48-98E9-83EFB3DF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5391443-FFF1-4BF3-965D-8CF8AF9D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CCE9B37-28A9-4BE2-BFC6-D9BE1ED8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A1358E-CBCC-4E82-8C7C-5E5F3562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10B4B8D-5CE8-4F20-BBC1-701A6FC2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C11BC65-5BA3-4A9D-95B2-7E5E3DEA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6E21EF-66B8-4507-A24F-9BD794CD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9672300-3D8C-407F-8552-25BAF3EE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5A74CEA-6BCF-4D58-BEED-04CA9DCD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270D2F1-EB76-4E4C-8EBC-E60FB90E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13A21DD-3B3A-40DC-9C52-71E5BA4F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5528F42-31F5-4B62-8768-DA614D2F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7827D84-9ABF-4320-9F63-3B72AF6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8E0F08C-33C1-41FC-A10C-8AA597D5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2809885-7235-426E-B115-06ECBDA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939AFA3-ECCD-4FA8-BF1C-FBA23AC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56D2B5E-5AED-480B-8AC6-8F8C63C1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B1551E6-9825-4B04-8D59-ABC8FEE2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9eaa1197245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d6783e9264e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3F14D70-DFA2-4DE7-BABB-23330939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A77E16-49AB-4CAE-B047-D89FC7D9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0C4E3BE-B770-4370-8762-D62F7E79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1DE375-8DDB-4777-90CC-0882CA02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0EB9005-4475-45A7-8FBF-D8B5BF5A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87F82BB-3715-47E2-A19D-E3A13D1B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C08DA6-D1B0-4077-B69B-DB756F7E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36AB419-0505-46F0-9B58-B3A39A70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93488DF-AAAE-46C6-81DC-2405EF41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196B680-B95F-4798-B845-5DD8E8C2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4398A6-3F86-45D6-A1D7-BE291B60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8DA7303-5E0F-45AA-B11A-2C062664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9D19D7-AE54-4C72-9CA1-4819A94F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2F1BEBA-579D-4727-9B02-C6206E51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06AD8E8-B171-46EF-AFCD-FF1AC621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5E3468-E718-4B82-B6DF-F08BE373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d87e2027849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A03A49C-0EB6-40AB-B1B2-977E74A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D7D22E8-A136-41D6-B89A-3ECC2DE7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3D98E33-EB1F-4A91-9C85-BB0D8F4F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A91CF9A-05E8-44E6-8E2C-A859DCC1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F894A7-1D57-41B3-ABE6-3B5162A4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FBF0FC6-41A0-45B4-847E-C072A503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AA947C3-8DCB-4A6A-8C6A-6F808D35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24E819-C682-4D84-8402-6B613EBD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01427D8-2D04-4A4B-9CC0-4A89D811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EF4AEFC-8688-49DC-B9D4-DBA64FDD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DB27063-DB8B-4C91-B01E-42C5AEC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8F6948B-EC56-4561-B3F6-5DEBC62D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785AAC3-872B-4DB9-86A3-C3DEC6F1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78D6B83-4866-46BA-A4FB-8B657FEF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B6950E2-AEEA-450B-88C5-A6FDEE33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A4EC4A8-5B3A-4779-930F-F12D4389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6B255B7-13A4-47D2-9062-A059E9B6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703362A-DDEB-410E-A0D8-EC36E18C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AFDBC27-E4D9-46EC-BC47-38F1BA7E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4D9302B-CE90-4255-9996-5BF96992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2974DD5-C253-4B8D-98B1-DA1D4E06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936E36E-5527-4C61-B0CF-76DED802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58DEEFE-7BA0-48FE-AE86-F5A09336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07F93F-F5B3-46DA-B4F7-C521B7EB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AB0C720-1DCC-443A-AC42-916E9A6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CA4C57D-1165-4891-B227-FFAC6686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4EA4C8-96BB-4806-A4F4-CCDB36F7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38B9374-DD8C-49C4-AC16-80A6CED3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AC06615-D499-4101-A2EE-C1A19526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B3436DF-567C-4E5F-B5CC-A2F28158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266DBF9-770E-496E-BCF7-0C4A1FFE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8D05A6E-222B-440E-91AA-772FEF1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DB5FA4B-A4C6-489A-8BDB-E6E0D6F5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3A5A285-2523-45AB-86F0-8E4D144C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925D631-C18F-40E0-9B75-5AA12692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8f6f25bce40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89CABD-3F5A-4963-8B21-A52E48A1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941FDC-29EB-4FA3-A268-C6515BEE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9EB4ADE-EF04-4233-A052-0783BEE4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87A9095-1F6C-41B9-8FC0-4C0685B9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84310FB-03DC-4837-A2A5-7F527697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44B14A-D667-4264-8E84-61751314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42AE3A-87E7-4F69-A2CC-EE833296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3094B2-EEC4-412A-B634-DBF799A2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6DFCD0-D39D-4DAE-9A97-BB3A5CC5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CC039B-7667-46EA-8348-59B7972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675732A-D582-4599-985A-FBC9D1FD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5F4E69E-2B8D-4418-8B76-895F6979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0C4AAE9-1D21-4D7B-A65C-B23A3E93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5A5F974-56E8-445B-9D80-17DACF0F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D48322-89EE-4FC6-8D5A-F76DC07F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3CBAA57-228D-487B-882C-CED7806C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8A5F265-8A5D-43A1-89DA-8719ED44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151E77D-1ECE-4CB2-9175-1D50D8D8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72E439F-C0C9-49A9-82E3-56B75036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A97BA30-B35C-4BEE-A9A0-5CDB36B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E53E15E-DE9C-49ED-8A86-4C8797F9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EF6C1E5-26C1-4F46-8CF0-B9267E59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B6B2E09-8DBD-41D0-BFD7-F0F77F95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6E224C1-C084-4D05-98FF-ACE27A1E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95DEFBA-4052-4A9D-BF38-E48F829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87FF9FE-1F60-4E66-8971-F7A37822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CAD8D8F-6116-495F-8952-C69F605F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6C7D159-455B-4FCC-8E63-37E12695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C21260F-590A-4980-AB29-60C4A956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A97148F-F8D3-417B-815A-F699A7F4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8E5E64C-7F04-4849-8A67-2901E43D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AC5B62E-6B3B-4643-BC3E-58218B05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BCC4BC7-7B52-4BA3-AA0D-ED30E3CE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1806B2E-B984-49C2-A34D-49B7A7C2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3C408C0-7E85-49F0-8AD9-C3B874B4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5F87AA4-FED0-483E-95B7-3F3B1192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25984E5-8F77-4DD2-B5B9-D15D5A6F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C0207CC-CE3C-49FA-B3CF-E1CFC94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3026FD9-16E9-4A8B-A2BC-7FD7456F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8971039-C23E-4D4D-A717-D2DE893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F889EE4-B6CD-4F08-9FAB-D8D39FF5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8D50FF1-FF1D-485B-A0B1-D2297C7B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7A4E92A-469B-4022-B956-F1016241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DC95E269-C231-4898-854D-68C59E9E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3DA4B66-1224-478E-A255-08FCF046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1c65481a94e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acec53f48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46dc3c52848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4c46b349f46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26c0be7dc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242bbbf544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68eb0946641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489a6a7af4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c5857a8434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f3e6211f3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89d33f92441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c382683514d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2c45a0fde4a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1f2518564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062c5b38343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d6930cdf3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2026-05-26T13:26:31.7690000Z</dcterms:created>
  <dcterms:modified xsi:type="dcterms:W3CDTF">2026-05-26T13:26:31.7690000Z</dcterms:modified>
</coreProperties>
</file>