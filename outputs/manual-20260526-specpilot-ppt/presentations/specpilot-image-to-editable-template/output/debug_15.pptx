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8189c3797942d8" /><Relationship Type="http://schemas.openxmlformats.org/officeDocument/2006/relationships/extended-properties" Target="/docProps/app.xml" Id="Ra20fca214a504c9f" /><Relationship Type="http://schemas.openxmlformats.org/officeDocument/2006/relationships/officeDocument" Target="/ppt/presentation.xml" Id="R8e60ac48c22d41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05cdc3a96f4e20"/>
  </p:sldMasterIdLst>
  <p:notesMasterIdLst>
    <p:notesMasterId xmlns:r="http://schemas.openxmlformats.org/officeDocument/2006/relationships" r:id="R24d4fe33006844c3"/>
  </p:notesMasterIdLst>
  <p:sldIdLst>
    <p:sldId xmlns:r="http://schemas.openxmlformats.org/officeDocument/2006/relationships" id="256" r:id="R76de22fcecdf4a32"/>
    <p:sldId xmlns:r="http://schemas.openxmlformats.org/officeDocument/2006/relationships" id="257" r:id="R6e7b4cf662084f8f"/>
    <p:sldId xmlns:r="http://schemas.openxmlformats.org/officeDocument/2006/relationships" id="258" r:id="R43181b7012104113"/>
    <p:sldId xmlns:r="http://schemas.openxmlformats.org/officeDocument/2006/relationships" id="259" r:id="R982a762d6e7342a4"/>
    <p:sldId xmlns:r="http://schemas.openxmlformats.org/officeDocument/2006/relationships" id="260" r:id="Rd1eb83f569f9431d"/>
    <p:sldId xmlns:r="http://schemas.openxmlformats.org/officeDocument/2006/relationships" id="261" r:id="Rd2e91e3e5ee147ef"/>
    <p:sldId xmlns:r="http://schemas.openxmlformats.org/officeDocument/2006/relationships" id="262" r:id="R735c1a7a70ac4f5f"/>
    <p:sldId xmlns:r="http://schemas.openxmlformats.org/officeDocument/2006/relationships" id="263" r:id="R1cef31cfd8fa4794"/>
    <p:sldId xmlns:r="http://schemas.openxmlformats.org/officeDocument/2006/relationships" id="264" r:id="R6db9afb869ee46f7"/>
    <p:sldId xmlns:r="http://schemas.openxmlformats.org/officeDocument/2006/relationships" id="265" r:id="Rb3c9fd16a37a4e4f"/>
    <p:sldId xmlns:r="http://schemas.openxmlformats.org/officeDocument/2006/relationships" id="266" r:id="R681a522c36594a06"/>
    <p:sldId xmlns:r="http://schemas.openxmlformats.org/officeDocument/2006/relationships" id="267" r:id="R47eb9c92d0494069"/>
    <p:sldId xmlns:r="http://schemas.openxmlformats.org/officeDocument/2006/relationships" id="268" r:id="R37cf3907f28d436f"/>
    <p:sldId xmlns:r="http://schemas.openxmlformats.org/officeDocument/2006/relationships" id="269" r:id="R1da9fb7dbc244968"/>
    <p:sldId xmlns:r="http://schemas.openxmlformats.org/officeDocument/2006/relationships" id="270" r:id="Re299a47d8b1c443d"/>
    <p:sldId xmlns:r="http://schemas.openxmlformats.org/officeDocument/2006/relationships" id="271" r:id="R1a357be306fc43d2"/>
    <p:sldId xmlns:r="http://schemas.openxmlformats.org/officeDocument/2006/relationships" id="272" r:id="Ref440b825d5943a8"/>
    <p:sldId xmlns:r="http://schemas.openxmlformats.org/officeDocument/2006/relationships" id="273" r:id="R7a7a7488206d4637"/>
    <p:sldId xmlns:r="http://schemas.openxmlformats.org/officeDocument/2006/relationships" id="274" r:id="R8bd9ccec5d584c07"/>
    <p:sldId xmlns:r="http://schemas.openxmlformats.org/officeDocument/2006/relationships" id="275" r:id="Ra800101748a941d7"/>
    <p:sldId xmlns:r="http://schemas.openxmlformats.org/officeDocument/2006/relationships" id="276" r:id="R5c8425c152af4d8a"/>
    <p:sldId xmlns:r="http://schemas.openxmlformats.org/officeDocument/2006/relationships" id="277" r:id="R79007154a2fc43d4"/>
    <p:sldId xmlns:r="http://schemas.openxmlformats.org/officeDocument/2006/relationships" id="278" r:id="Rf01c60d486854703"/>
    <p:sldId xmlns:r="http://schemas.openxmlformats.org/officeDocument/2006/relationships" id="279" r:id="R28d8a4eaa570463b"/>
    <p:sldId xmlns:r="http://schemas.openxmlformats.org/officeDocument/2006/relationships" id="280" r:id="R0220ea7cfa974e4d"/>
    <p:sldId xmlns:r="http://schemas.openxmlformats.org/officeDocument/2006/relationships" id="281" r:id="Refd125da70e04521"/>
    <p:sldId xmlns:r="http://schemas.openxmlformats.org/officeDocument/2006/relationships" id="282" r:id="R22c6e26e32f4460c"/>
    <p:sldId xmlns:r="http://schemas.openxmlformats.org/officeDocument/2006/relationships" id="283" r:id="R30855c3ae05f4c52"/>
    <p:sldId xmlns:r="http://schemas.openxmlformats.org/officeDocument/2006/relationships" id="284" r:id="R04288ef852e9410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05cdc3a96f4e20" /><Relationship Type="http://schemas.openxmlformats.org/officeDocument/2006/relationships/theme" Target="/ppt/theme/theme1.xml" Id="R7e496f4f5fe94153" /><Relationship Type="http://schemas.openxmlformats.org/officeDocument/2006/relationships/notesMaster" Target="/ppt/notesMasters/notesMaster1.xml" Id="R24d4fe33006844c3" /><Relationship Type="http://schemas.openxmlformats.org/officeDocument/2006/relationships/presProps" Target="/ppt/presProps.xml" Id="R0dcb3f38eda64258" /><Relationship Type="http://schemas.openxmlformats.org/officeDocument/2006/relationships/viewProps" Target="/ppt/viewProps.xml" Id="R45b7c7be2fc34a8c" /><Relationship Type="http://schemas.openxmlformats.org/officeDocument/2006/relationships/tableStyles" Target="/ppt/tableStyles.xml" Id="Rf1eb4e7678ce4b78" /><Relationship Type="http://schemas.openxmlformats.org/officeDocument/2006/relationships/slide" Target="/ppt/slides/slide1.xml" Id="R76de22fcecdf4a32" /><Relationship Type="http://schemas.openxmlformats.org/officeDocument/2006/relationships/slide" Target="/ppt/slides/slide2.xml" Id="R6e7b4cf662084f8f" /><Relationship Type="http://schemas.openxmlformats.org/officeDocument/2006/relationships/slide" Target="/ppt/slides/slide3.xml" Id="R43181b7012104113" /><Relationship Type="http://schemas.openxmlformats.org/officeDocument/2006/relationships/slide" Target="/ppt/slides/slide4.xml" Id="R982a762d6e7342a4" /><Relationship Type="http://schemas.openxmlformats.org/officeDocument/2006/relationships/slide" Target="/ppt/slides/slide5.xml" Id="Rd1eb83f569f9431d" /><Relationship Type="http://schemas.openxmlformats.org/officeDocument/2006/relationships/slide" Target="/ppt/slides/slide6.xml" Id="Rd2e91e3e5ee147ef" /><Relationship Type="http://schemas.openxmlformats.org/officeDocument/2006/relationships/slide" Target="/ppt/slides/slide7.xml" Id="R735c1a7a70ac4f5f" /><Relationship Type="http://schemas.openxmlformats.org/officeDocument/2006/relationships/slide" Target="/ppt/slides/slide8.xml" Id="R1cef31cfd8fa4794" /><Relationship Type="http://schemas.openxmlformats.org/officeDocument/2006/relationships/slide" Target="/ppt/slides/slide9.xml" Id="R6db9afb869ee46f7" /><Relationship Type="http://schemas.openxmlformats.org/officeDocument/2006/relationships/slide" Target="/ppt/slides/slide10.xml" Id="Rb3c9fd16a37a4e4f" /><Relationship Type="http://schemas.openxmlformats.org/officeDocument/2006/relationships/slide" Target="/ppt/slides/slide11.xml" Id="R681a522c36594a06" /><Relationship Type="http://schemas.openxmlformats.org/officeDocument/2006/relationships/slide" Target="/ppt/slides/slide12.xml" Id="R47eb9c92d0494069" /><Relationship Type="http://schemas.openxmlformats.org/officeDocument/2006/relationships/slide" Target="/ppt/slides/slide13.xml" Id="R37cf3907f28d436f" /><Relationship Type="http://schemas.openxmlformats.org/officeDocument/2006/relationships/slide" Target="/ppt/slides/slide14.xml" Id="R1da9fb7dbc244968" /><Relationship Type="http://schemas.openxmlformats.org/officeDocument/2006/relationships/slide" Target="/ppt/slides/slide15.xml" Id="Re299a47d8b1c443d" /><Relationship Type="http://schemas.openxmlformats.org/officeDocument/2006/relationships/slide" Target="/ppt/slides/slide16.xml" Id="R1a357be306fc43d2" /><Relationship Type="http://schemas.openxmlformats.org/officeDocument/2006/relationships/slide" Target="/ppt/slides/slide17.xml" Id="Ref440b825d5943a8" /><Relationship Type="http://schemas.openxmlformats.org/officeDocument/2006/relationships/slide" Target="/ppt/slides/slide18.xml" Id="R7a7a7488206d4637" /><Relationship Type="http://schemas.openxmlformats.org/officeDocument/2006/relationships/slide" Target="/ppt/slides/slide19.xml" Id="R8bd9ccec5d584c07" /><Relationship Type="http://schemas.openxmlformats.org/officeDocument/2006/relationships/slide" Target="/ppt/slides/slide20.xml" Id="Ra800101748a941d7" /><Relationship Type="http://schemas.openxmlformats.org/officeDocument/2006/relationships/slide" Target="/ppt/slides/slide21.xml" Id="R5c8425c152af4d8a" /><Relationship Type="http://schemas.openxmlformats.org/officeDocument/2006/relationships/slide" Target="/ppt/slides/slide22.xml" Id="R79007154a2fc43d4" /><Relationship Type="http://schemas.openxmlformats.org/officeDocument/2006/relationships/slide" Target="/ppt/slides/slide23.xml" Id="Rf01c60d486854703" /><Relationship Type="http://schemas.openxmlformats.org/officeDocument/2006/relationships/slide" Target="/ppt/slides/slide24.xml" Id="R28d8a4eaa570463b" /><Relationship Type="http://schemas.openxmlformats.org/officeDocument/2006/relationships/slide" Target="/ppt/slides/slide25.xml" Id="R0220ea7cfa974e4d" /><Relationship Type="http://schemas.openxmlformats.org/officeDocument/2006/relationships/slide" Target="/ppt/slides/slide26.xml" Id="Refd125da70e04521" /><Relationship Type="http://schemas.openxmlformats.org/officeDocument/2006/relationships/slide" Target="/ppt/slides/slide27.xml" Id="R22c6e26e32f4460c" /><Relationship Type="http://schemas.openxmlformats.org/officeDocument/2006/relationships/slide" Target="/ppt/slides/slide28.xml" Id="R30855c3ae05f4c52" /><Relationship Type="http://schemas.openxmlformats.org/officeDocument/2006/relationships/slide" Target="/ppt/slides/slide29.xml" Id="R04288ef852e941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8b0f3e59e4d4c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520b65adc94195" /><Relationship Type="http://schemas.openxmlformats.org/officeDocument/2006/relationships/notesMaster" Target="/ppt/notesMasters/notesMaster1.xml" Id="R7382bc9ce64042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19da1c343e4c47" /><Relationship Type="http://schemas.openxmlformats.org/officeDocument/2006/relationships/notesMaster" Target="/ppt/notesMasters/notesMaster1.xml" Id="Rf1b9793dde5b48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13cafd8f3b4431" /><Relationship Type="http://schemas.openxmlformats.org/officeDocument/2006/relationships/notesMaster" Target="/ppt/notesMasters/notesMaster1.xml" Id="Ra10120f499b34e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cfd07e874d42ad" /><Relationship Type="http://schemas.openxmlformats.org/officeDocument/2006/relationships/notesMaster" Target="/ppt/notesMasters/notesMaster1.xml" Id="R52b453ef8a6a44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0a7294b9cc4c34" /><Relationship Type="http://schemas.openxmlformats.org/officeDocument/2006/relationships/notesMaster" Target="/ppt/notesMasters/notesMaster1.xml" Id="Rd8144d7ff8954c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2f400c3bfa4350" /><Relationship Type="http://schemas.openxmlformats.org/officeDocument/2006/relationships/notesMaster" Target="/ppt/notesMasters/notesMaster1.xml" Id="R3e827fa51aa64f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a7a6860b50461b" /><Relationship Type="http://schemas.openxmlformats.org/officeDocument/2006/relationships/notesMaster" Target="/ppt/notesMasters/notesMaster1.xml" Id="Ra2c2900ffa3b45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4897b14d224e6f" /><Relationship Type="http://schemas.openxmlformats.org/officeDocument/2006/relationships/notesMaster" Target="/ppt/notesMasters/notesMaster1.xml" Id="Rda8881f207be44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de9e8beb964220" /><Relationship Type="http://schemas.openxmlformats.org/officeDocument/2006/relationships/notesMaster" Target="/ppt/notesMasters/notesMaster1.xml" Id="Rd9b80273fa5747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c65bba6eea4411" /><Relationship Type="http://schemas.openxmlformats.org/officeDocument/2006/relationships/notesMaster" Target="/ppt/notesMasters/notesMaster1.xml" Id="Rc5e933a78ef24a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18cb580e434199" /><Relationship Type="http://schemas.openxmlformats.org/officeDocument/2006/relationships/notesMaster" Target="/ppt/notesMasters/notesMaster1.xml" Id="Rd553e4ebc9d241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83c4511965460f" /><Relationship Type="http://schemas.openxmlformats.org/officeDocument/2006/relationships/notesMaster" Target="/ppt/notesMasters/notesMaster1.xml" Id="R597f6cff8058400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00ce778075545c3" /><Relationship Type="http://schemas.openxmlformats.org/officeDocument/2006/relationships/notesMaster" Target="/ppt/notesMasters/notesMaster1.xml" Id="R87d1fa3b8540484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251875ed1414701" /><Relationship Type="http://schemas.openxmlformats.org/officeDocument/2006/relationships/notesMaster" Target="/ppt/notesMasters/notesMaster1.xml" Id="R0bad64e1172e4e5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2b04df8175c4fa6" /><Relationship Type="http://schemas.openxmlformats.org/officeDocument/2006/relationships/notesMaster" Target="/ppt/notesMasters/notesMaster1.xml" Id="Rb227af3f8047450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edf7e7305ef4f28" /><Relationship Type="http://schemas.openxmlformats.org/officeDocument/2006/relationships/notesMaster" Target="/ppt/notesMasters/notesMaster1.xml" Id="R1df21961ae994e6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59a84be50044966" /><Relationship Type="http://schemas.openxmlformats.org/officeDocument/2006/relationships/notesMaster" Target="/ppt/notesMasters/notesMaster1.xml" Id="R7d3c4119e0084dd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bdcc035d0a84242" /><Relationship Type="http://schemas.openxmlformats.org/officeDocument/2006/relationships/notesMaster" Target="/ppt/notesMasters/notesMaster1.xml" Id="R752ee774a323485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0ee3ce1c52e424a" /><Relationship Type="http://schemas.openxmlformats.org/officeDocument/2006/relationships/notesMaster" Target="/ppt/notesMasters/notesMaster1.xml" Id="R2902cc11029c4f4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44513fd0e21420b" /><Relationship Type="http://schemas.openxmlformats.org/officeDocument/2006/relationships/notesMaster" Target="/ppt/notesMasters/notesMaster1.xml" Id="R03a0a6dbd4844b8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49710a0c623494f" /><Relationship Type="http://schemas.openxmlformats.org/officeDocument/2006/relationships/notesMaster" Target="/ppt/notesMasters/notesMaster1.xml" Id="R153c0d8d31bb435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7766c6ca3764774" /><Relationship Type="http://schemas.openxmlformats.org/officeDocument/2006/relationships/notesMaster" Target="/ppt/notesMasters/notesMaster1.xml" Id="Ra901844c3c4a494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0f7158e7a8a4b1e" /><Relationship Type="http://schemas.openxmlformats.org/officeDocument/2006/relationships/notesMaster" Target="/ppt/notesMasters/notesMaster1.xml" Id="Rf89374892dcb467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81b661ed058465d" /><Relationship Type="http://schemas.openxmlformats.org/officeDocument/2006/relationships/notesMaster" Target="/ppt/notesMasters/notesMaster1.xml" Id="R446b4a01a0be467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872287695a9452f" /><Relationship Type="http://schemas.openxmlformats.org/officeDocument/2006/relationships/notesMaster" Target="/ppt/notesMasters/notesMaster1.xml" Id="R4c39713698f3455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16408e6674a4dc5" /><Relationship Type="http://schemas.openxmlformats.org/officeDocument/2006/relationships/notesMaster" Target="/ppt/notesMasters/notesMaster1.xml" Id="R82fa84cac02b4ea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c7f697314624da1" /><Relationship Type="http://schemas.openxmlformats.org/officeDocument/2006/relationships/notesMaster" Target="/ppt/notesMasters/notesMaster1.xml" Id="R788241ef96fb4d1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eeb3ce9041b4b57" /><Relationship Type="http://schemas.openxmlformats.org/officeDocument/2006/relationships/notesMaster" Target="/ppt/notesMasters/notesMaster1.xml" Id="R5751246dce8a474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84bf57943f04ca3" /><Relationship Type="http://schemas.openxmlformats.org/officeDocument/2006/relationships/notesMaster" Target="/ppt/notesMasters/notesMaster1.xml" Id="R02eb384e955240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6e39535da243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b6b29ae2c944e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7b8bf082f547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c835ed341c4b5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7ac96c8aa04fd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708a6c1ee1415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498d9f509047f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640c35e0f74fa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d60a273a604d4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770ea265ba4f1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edc542eba2474f" /></Relationships>
</file>

<file path=ppt/slideLayouts/slideLayout2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2BC33-62B7-407F-BB27-413D667AC0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B827BC-7C6A-4043-B1A7-28E8FC9A284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46A8B-D538-4AB2-A384-1527A91E394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BA7FB73-C062-451E-9246-F10B852B08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22D85A-3C1C-42B3-B57C-AECC00DF7D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6EF025-1420-47D9-A2EF-C714CDF6F8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4ABCAF-B23B-48AF-A590-09B50630C95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3F3589-5ED0-4252-A61F-A42B7EB08B9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8580F6-CF76-4CDB-949C-421A0A0A9B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7D9FD6-41AB-46F7-845E-587C829175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3CC5C6-8054-442E-B401-E628BECCAB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0CB3C3-183B-47F0-BF48-7EE0761D4C7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50EEC10-5BC4-4C56-91CA-2C74E21BAB3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3AD91B-799A-45CB-AE8E-A95079D2A9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61619D-36E2-402F-BF54-B7E675F6BC6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C45D95-CA64-463F-8303-EB8732457481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01A51D-ED68-4245-9D1B-5B49EEF485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0EFF1B-AADF-41B4-82F6-2BC7E328FA1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ABA4E-35B0-4F1A-AC9A-617D3AE219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B8501E-2E54-4E7E-BE00-C4B477193B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506479E-85AD-44E2-821A-04EA70F3BF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016E07-F6B0-41C9-ADC8-042DD928A4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AFF367-92DB-4449-BE0F-C83564E376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063D46-A9F1-482F-AB1C-52928A74BB2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8C71-601B-4676-ACBC-945022B14D3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275C810-747D-4D44-B27C-A70759C982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951EDBE-FB0B-48A3-A929-1A5603C0521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B1686A6-27E6-498B-9556-9A3E9F0DB7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DE453F-A641-46FE-86D8-48B4AC6695D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3539DA3-0AD5-4872-BDE1-917A1631082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C4E60-1128-4DFA-86EB-E1FBF4ED63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475826-7E35-4AD7-8C4E-778301FC91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D1073B-A181-4782-8FA8-69E82BF452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06C58D-B60B-46B1-940F-658824C89C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3A50D0-0CE3-4225-8575-B5965B67010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C69E8E-4163-4A0C-BFBA-E057B91C511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2ABEA7B-3BFC-4C04-A0EF-516873D0663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56D2CCC-5921-4AD5-BADC-D3E512DC1B6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4165C6-6E3C-40F9-8A07-B568BEC238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D9700A9-9E74-4A74-8450-49C4F5394B6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5EF7B12-BFBD-4E65-995D-B7DD8699B25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E2B8F5-632F-4FE7-BAAF-9E9B0872A65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16D912-67DB-48F5-905A-AED250DAF69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F29C8E-6B15-4DDF-908A-7722249490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04EAC4-6DFC-4E24-8CD3-15AA6E8B94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D9960A-5224-431D-8D0F-C8A872A3629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B1D06A-5393-4764-8130-11F10C99C89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3CC81-5C72-4866-A072-4E114BFB9D9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1322F73-935A-4AB5-9D45-EB272456555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BB10A3-54B1-4F19-83B7-AFEB9142D6D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79EA4F-A556-4BCE-B0D0-94D524BB9CF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54723-71B4-48E8-A7B2-4834C541A6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EF5C1E-A3D7-46BC-84A6-9D043E8DEAB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184AF9-034D-4210-AD29-949027A2A11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B72CC5E-5177-48E4-9CCF-4C5B485B512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E3B853-7CF5-4592-90DA-56FB384FA4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E515C5-3FFA-4F25-91DE-92DAC06179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094B46-3548-4643-BBB1-BC856B748D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d62c1df2ce749cc" /><Relationship Type="http://schemas.openxmlformats.org/officeDocument/2006/relationships/slideLayout" Target="/ppt/slideLayouts/slideLayout2.xml" Id="R8ebb033f171443e3" /><Relationship Type="http://schemas.openxmlformats.org/officeDocument/2006/relationships/slideLayout" Target="/ppt/slideLayouts/slideLayout3.xml" Id="R7ba8b75873e14d3e" /><Relationship Type="http://schemas.openxmlformats.org/officeDocument/2006/relationships/slideLayout" Target="/ppt/slideLayouts/slideLayout4.xml" Id="R7ab058297e9c423d" /><Relationship Type="http://schemas.openxmlformats.org/officeDocument/2006/relationships/slideLayout" Target="/ppt/slideLayouts/slideLayout5.xml" Id="Rd121a235f51c40bf" /><Relationship Type="http://schemas.openxmlformats.org/officeDocument/2006/relationships/slideLayout" Target="/ppt/slideLayouts/slideLayout6.xml" Id="R1d791b9e2b364a11" /><Relationship Type="http://schemas.openxmlformats.org/officeDocument/2006/relationships/slideLayout" Target="/ppt/slideLayouts/slideLayout7.xml" Id="R7ed78dfbcb7e4770" /><Relationship Type="http://schemas.openxmlformats.org/officeDocument/2006/relationships/slideLayout" Target="/ppt/slideLayouts/slideLayout8.xml" Id="Ra25a7e67d728480f" /><Relationship Type="http://schemas.openxmlformats.org/officeDocument/2006/relationships/slideLayout" Target="/ppt/slideLayouts/slideLayout9.xml" Id="Rf6b7859b925746f2" /><Relationship Type="http://schemas.openxmlformats.org/officeDocument/2006/relationships/slideLayout" Target="/ppt/slideLayouts/slideLayout10.xml" Id="Rc7914b7e38de4cc6" /><Relationship Type="http://schemas.openxmlformats.org/officeDocument/2006/relationships/slideLayout" Target="/ppt/slideLayouts/slideLayout11.xml" Id="R7b60870198a04d78" /><Relationship Type="http://schemas.openxmlformats.org/officeDocument/2006/relationships/slideLayout" Target="/ppt/slideLayouts/slideLayout12.xml" Id="R866e02e2b7204d1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60851FD-6DAA-4D95-90B2-CCAE93D636B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7B427D-99CE-4777-B4D6-73A400A696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18D23-AB65-4357-B080-2ED76CBE92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DD303-9416-48A3-ADC5-653A2A10693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903E8B-4945-4223-9743-CDC9652C24C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bb033f171443e3"/>
    <p:sldLayoutId xmlns:r="http://schemas.openxmlformats.org/officeDocument/2006/relationships" id="2147483650" r:id="R7ba8b75873e14d3e"/>
    <p:sldLayoutId xmlns:r="http://schemas.openxmlformats.org/officeDocument/2006/relationships" id="2147483651" r:id="R7ab058297e9c423d"/>
    <p:sldLayoutId xmlns:r="http://schemas.openxmlformats.org/officeDocument/2006/relationships" id="2147483652" r:id="Rd121a235f51c40bf"/>
    <p:sldLayoutId xmlns:r="http://schemas.openxmlformats.org/officeDocument/2006/relationships" id="2147483653" r:id="R1d791b9e2b364a11"/>
    <p:sldLayoutId xmlns:r="http://schemas.openxmlformats.org/officeDocument/2006/relationships" id="2147483654" r:id="R7ed78dfbcb7e4770"/>
    <p:sldLayoutId xmlns:r="http://schemas.openxmlformats.org/officeDocument/2006/relationships" id="2147483655" r:id="Ra25a7e67d728480f"/>
    <p:sldLayoutId xmlns:r="http://schemas.openxmlformats.org/officeDocument/2006/relationships" id="2147483656" r:id="Rf6b7859b925746f2"/>
    <p:sldLayoutId xmlns:r="http://schemas.openxmlformats.org/officeDocument/2006/relationships" id="2147483657" r:id="Rc7914b7e38de4cc6"/>
    <p:sldLayoutId xmlns:r="http://schemas.openxmlformats.org/officeDocument/2006/relationships" id="2147483658" r:id="R7b60870198a04d78"/>
    <p:sldLayoutId xmlns:r="http://schemas.openxmlformats.org/officeDocument/2006/relationships" id="2147483659" r:id="R866e02e2b7204d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52ece86ad9442eb" /><Relationship Type="http://schemas.openxmlformats.org/officeDocument/2006/relationships/image" Target="/ppt/media/image.png" Id="R24a9c7029a54424a" /><Relationship Type="http://schemas.openxmlformats.org/officeDocument/2006/relationships/image" Target="/ppt/media/image2.png" Id="R482c60ed34564574" /><Relationship Type="http://schemas.openxmlformats.org/officeDocument/2006/relationships/notesSlide" Target="/ppt/notesSlides/notesSlide1.xml" Id="R391017c0636e4a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5f18872eef4200" /><Relationship Type="http://schemas.openxmlformats.org/officeDocument/2006/relationships/image" Target="/ppt/media/image2.png" Id="Rb590668225ea4351" /><Relationship Type="http://schemas.openxmlformats.org/officeDocument/2006/relationships/notesSlide" Target="/ppt/notesSlides/notesSlide2.xml" Id="R936f3823ae5f4b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f5edd0ac4f545dd" /><Relationship Type="http://schemas.openxmlformats.org/officeDocument/2006/relationships/image" Target="/ppt/media/image2.png" Id="R1bafe2bf566b4de8" /><Relationship Type="http://schemas.openxmlformats.org/officeDocument/2006/relationships/notesSlide" Target="/ppt/notesSlides/notesSlide3.xml" Id="R9319cbc2773d49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14ed3f4e4454476" /><Relationship Type="http://schemas.openxmlformats.org/officeDocument/2006/relationships/image" Target="/ppt/media/image3.png" Id="R3a7eabaa7a764ddf" /><Relationship Type="http://schemas.openxmlformats.org/officeDocument/2006/relationships/notesSlide" Target="/ppt/notesSlides/notesSlide4.xml" Id="R46c2f651138a44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3b08af64937468a" /><Relationship Type="http://schemas.openxmlformats.org/officeDocument/2006/relationships/image" Target="/ppt/media/image3.png" Id="R800b3c2ba3984e3f" /><Relationship Type="http://schemas.openxmlformats.org/officeDocument/2006/relationships/notesSlide" Target="/ppt/notesSlides/notesSlide5.xml" Id="R3ac63ca071fe47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d881e2dd276496d" /><Relationship Type="http://schemas.openxmlformats.org/officeDocument/2006/relationships/image" Target="/ppt/media/image2.png" Id="Raa7b755317ec4641" /><Relationship Type="http://schemas.openxmlformats.org/officeDocument/2006/relationships/notesSlide" Target="/ppt/notesSlides/notesSlide6.xml" Id="R450e6bdf7c8446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d928fc792a94ce4" /><Relationship Type="http://schemas.openxmlformats.org/officeDocument/2006/relationships/image" Target="/ppt/media/image3.png" Id="R5103ca98f05d441b" /><Relationship Type="http://schemas.openxmlformats.org/officeDocument/2006/relationships/notesSlide" Target="/ppt/notesSlides/notesSlide7.xml" Id="R5eabe994a76040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52460968a8f4f7c" /><Relationship Type="http://schemas.openxmlformats.org/officeDocument/2006/relationships/image" Target="/ppt/media/image3.png" Id="R705b6631f1654e04" /><Relationship Type="http://schemas.openxmlformats.org/officeDocument/2006/relationships/notesSlide" Target="/ppt/notesSlides/notesSlide8.xml" Id="R461009e4b4e74f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6ea88b37c6b4858" /><Relationship Type="http://schemas.openxmlformats.org/officeDocument/2006/relationships/image" Target="/ppt/media/image3.png" Id="R7caa35a3d5ec4733" /><Relationship Type="http://schemas.openxmlformats.org/officeDocument/2006/relationships/notesSlide" Target="/ppt/notesSlides/notesSlide9.xml" Id="R81ffe6287ed049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d79dab4fb42457f" /><Relationship Type="http://schemas.openxmlformats.org/officeDocument/2006/relationships/image" Target="/ppt/media/image2.png" Id="R0a2abf8aad3f4e11" /><Relationship Type="http://schemas.openxmlformats.org/officeDocument/2006/relationships/notesSlide" Target="/ppt/notesSlides/notesSlide10.xml" Id="R2662c34d0edb4bf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79b92e4fd9849c5" /><Relationship Type="http://schemas.openxmlformats.org/officeDocument/2006/relationships/image" Target="/ppt/media/image3.png" Id="Rf1a7135ef3ef44af" /><Relationship Type="http://schemas.openxmlformats.org/officeDocument/2006/relationships/notesSlide" Target="/ppt/notesSlides/notesSlide11.xml" Id="R25118100e13942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48724fe3e644a9f" /><Relationship Type="http://schemas.openxmlformats.org/officeDocument/2006/relationships/image" Target="/ppt/media/image3.png" Id="R4f189237ec2f4063" /><Relationship Type="http://schemas.openxmlformats.org/officeDocument/2006/relationships/notesSlide" Target="/ppt/notesSlides/notesSlide12.xml" Id="Ra3992c615b544b6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6ac1dcf6d954fa4" /><Relationship Type="http://schemas.openxmlformats.org/officeDocument/2006/relationships/image" Target="/ppt/media/image3.png" Id="R40dd5b9ecc6a4b99" /><Relationship Type="http://schemas.openxmlformats.org/officeDocument/2006/relationships/notesSlide" Target="/ppt/notesSlides/notesSlide13.xml" Id="Rcb31e6531fca481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97cd234ce7c47af" /><Relationship Type="http://schemas.openxmlformats.org/officeDocument/2006/relationships/image" Target="/ppt/media/image3.png" Id="R3f44c97ce44049dd" /><Relationship Type="http://schemas.openxmlformats.org/officeDocument/2006/relationships/notesSlide" Target="/ppt/notesSlides/notesSlide14.xml" Id="R626f74a90fd6496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574c0ce210a4b57" /><Relationship Type="http://schemas.openxmlformats.org/officeDocument/2006/relationships/image" Target="/ppt/media/image3.png" Id="Racff765c88ef4e9d" /><Relationship Type="http://schemas.openxmlformats.org/officeDocument/2006/relationships/notesSlide" Target="/ppt/notesSlides/notesSlide15.xml" Id="R1d66da8b65974e3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d6dd531a0af4602" /><Relationship Type="http://schemas.openxmlformats.org/officeDocument/2006/relationships/image" Target="/ppt/media/image3.png" Id="Rcf5cb9f1b02f4bdb" /><Relationship Type="http://schemas.openxmlformats.org/officeDocument/2006/relationships/notesSlide" Target="/ppt/notesSlides/notesSlide16.xml" Id="R907cabde9725401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c11230c880743b7" /><Relationship Type="http://schemas.openxmlformats.org/officeDocument/2006/relationships/image" Target="/ppt/media/image3.png" Id="Ra7287b0534ce4e74" /><Relationship Type="http://schemas.openxmlformats.org/officeDocument/2006/relationships/notesSlide" Target="/ppt/notesSlides/notesSlide17.xml" Id="R0c92d0acada144a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8d7638c21804cf2" /><Relationship Type="http://schemas.openxmlformats.org/officeDocument/2006/relationships/image" Target="/ppt/media/image3.png" Id="Rcf015af0a10d4423" /><Relationship Type="http://schemas.openxmlformats.org/officeDocument/2006/relationships/notesSlide" Target="/ppt/notesSlides/notesSlide18.xml" Id="Re693cf097eb34e2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d0ca053391f401d" /><Relationship Type="http://schemas.openxmlformats.org/officeDocument/2006/relationships/image" Target="/ppt/media/image3.png" Id="Rea19c888c97140d2" /><Relationship Type="http://schemas.openxmlformats.org/officeDocument/2006/relationships/notesSlide" Target="/ppt/notesSlides/notesSlide19.xml" Id="R0c2e31eb70e647b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cb1459fdcae47f0" /><Relationship Type="http://schemas.openxmlformats.org/officeDocument/2006/relationships/image" Target="/ppt/media/image3.png" Id="Rd5d86123111a4966" /><Relationship Type="http://schemas.openxmlformats.org/officeDocument/2006/relationships/notesSlide" Target="/ppt/notesSlides/notesSlide20.xml" Id="Rc532111b3f0e41c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a1ba12b8b3149c9" /><Relationship Type="http://schemas.openxmlformats.org/officeDocument/2006/relationships/image" Target="/ppt/media/image3.png" Id="R8d7af2e8b82b4096" /><Relationship Type="http://schemas.openxmlformats.org/officeDocument/2006/relationships/notesSlide" Target="/ppt/notesSlides/notesSlide21.xml" Id="Rf663474dd7d84d2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111d71842944b97" /><Relationship Type="http://schemas.openxmlformats.org/officeDocument/2006/relationships/image" Target="/ppt/media/image3.png" Id="R95b0c517181d4d9e" /><Relationship Type="http://schemas.openxmlformats.org/officeDocument/2006/relationships/notesSlide" Target="/ppt/notesSlides/notesSlide22.xml" Id="R768f9352bfb242b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a92bc64aa3a4429" /><Relationship Type="http://schemas.openxmlformats.org/officeDocument/2006/relationships/image" Target="/ppt/media/image3.png" Id="R9bc31b659ecd4bc5" /><Relationship Type="http://schemas.openxmlformats.org/officeDocument/2006/relationships/notesSlide" Target="/ppt/notesSlides/notesSlide23.xml" Id="R09cbb96afcd2472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652be01e3214b06" /><Relationship Type="http://schemas.openxmlformats.org/officeDocument/2006/relationships/image" Target="/ppt/media/image3.png" Id="R4b406b69176048c6" /><Relationship Type="http://schemas.openxmlformats.org/officeDocument/2006/relationships/notesSlide" Target="/ppt/notesSlides/notesSlide24.xml" Id="R57023132a33c412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5bd9cb73d7241da" /><Relationship Type="http://schemas.openxmlformats.org/officeDocument/2006/relationships/image" Target="/ppt/media/image2.png" Id="R6f253a5ba9f64cfd" /><Relationship Type="http://schemas.openxmlformats.org/officeDocument/2006/relationships/notesSlide" Target="/ppt/notesSlides/notesSlide25.xml" Id="R58b1b6443ae2413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31f3eb7cdc6462a" /><Relationship Type="http://schemas.openxmlformats.org/officeDocument/2006/relationships/image" Target="/ppt/media/image3.png" Id="R374288c8b32c45de" /><Relationship Type="http://schemas.openxmlformats.org/officeDocument/2006/relationships/notesSlide" Target="/ppt/notesSlides/notesSlide26.xml" Id="R4965a0d686e149c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a55e4a55f7f40f2" /><Relationship Type="http://schemas.openxmlformats.org/officeDocument/2006/relationships/image" Target="/ppt/media/image3.png" Id="R587dc4255cfc4751" /><Relationship Type="http://schemas.openxmlformats.org/officeDocument/2006/relationships/notesSlide" Target="/ppt/notesSlides/notesSlide27.xml" Id="Rd5b8334ff0e6454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f5b39ae4af545bb" /><Relationship Type="http://schemas.openxmlformats.org/officeDocument/2006/relationships/image" Target="/ppt/media/image3.png" Id="R7269345491f64311" /><Relationship Type="http://schemas.openxmlformats.org/officeDocument/2006/relationships/notesSlide" Target="/ppt/notesSlides/notesSlide28.xml" Id="Rbd0e1ef3e94640e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3ab557e17c84b95" /><Relationship Type="http://schemas.openxmlformats.org/officeDocument/2006/relationships/image" Target="/ppt/media/image2.png" Id="Rb13bd1ac6c2f49d3" /><Relationship Type="http://schemas.openxmlformats.org/officeDocument/2006/relationships/notesSlide" Target="/ppt/notesSlides/notesSlide29.xml" Id="Rce4acc1120924ed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9c7029a54424a"/>
          <a:srcRect xmlns:a="http://schemas.openxmlformats.org/drawingml/2006/main" l="49938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2407"/>
            <a:ext cx="6103614" cy="6860407"/>
          </a:xfrm>
          <a:prstGeom xmlns:a="http://schemas.openxmlformats.org/drawingml/2006/main" prst="rect">
            <a:avLst/>
          </a:prstGeom>
        </p:spPr>
      </p:pic>
      <p:sp>
        <p:nvSpPr>
          <p:cNvPr id="31" name="直角三角形 30">
            <a:extLst xmlns:a="http://schemas.openxmlformats.org/drawingml/2006/main">
              <a:ext uri="{FF2B5EF4-FFF2-40B4-BE49-F238E27FC236}">
                <a16:creationId xmlns:a16="http://schemas.microsoft.com/office/drawing/2014/main" id="{FBDC6FBC-5B15-4B27-993E-4AF8EAC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39426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直角三角形 29">
            <a:extLst xmlns:a="http://schemas.openxmlformats.org/drawingml/2006/main">
              <a:ext uri="{FF2B5EF4-FFF2-40B4-BE49-F238E27FC236}">
                <a16:creationId xmlns:a16="http://schemas.microsoft.com/office/drawing/2014/main" id="{20110538-D038-431A-B0C4-CECA9F1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066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直角三角形 34">
            <a:extLst xmlns:a="http://schemas.openxmlformats.org/drawingml/2006/main">
              <a:ext uri="{FF2B5EF4-FFF2-40B4-BE49-F238E27FC236}">
                <a16:creationId xmlns:a16="http://schemas.microsoft.com/office/drawing/2014/main" id="{277EC6E2-AA3C-42BF-B054-90ABA1A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783" y="-69784"/>
            <a:ext cx="1384433" cy="1524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3212421-3CB9-4A6F-B6C5-B3393AE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27971" y="-8678"/>
            <a:ext cx="1012807" cy="2939977"/>
          </a:xfrm>
          <a:custGeom xmlns:a="http://schemas.openxmlformats.org/drawingml/2006/main">
            <a:rect l="l" t="t" r="r" b="b"/>
            <a:pathLst>
              <a:path w="1012807" h="2939977">
                <a:moveTo>
                  <a:pt x="1012807" y="0"/>
                </a:moveTo>
                <a:lnTo>
                  <a:pt x="930817" y="0"/>
                </a:lnTo>
                <a:lnTo>
                  <a:pt x="0" y="2939977"/>
                </a:lnTo>
                <a:lnTo>
                  <a:pt x="81990" y="29399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直角三角形 7">
            <a:extLst xmlns:a="http://schemas.openxmlformats.org/drawingml/2006/main">
              <a:ext uri="{FF2B5EF4-FFF2-40B4-BE49-F238E27FC236}">
                <a16:creationId xmlns:a16="http://schemas.microsoft.com/office/drawing/2014/main" id="{D8BFF7DE-2B79-4692-BE2E-B1CBA96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062258" y="-2407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B9D108E0-DBE7-42E5-9538-1E6F134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49608" y="-867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6EEEC42-9EA5-455A-A84E-6278B55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663" y="2107887"/>
            <a:ext cx="796636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基于大模型的测试场景生成</a:t>
            </a:r>
          </a:p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与自主 Web 测试智能体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36C15F6-4A95-4F0F-A80F-A850FB6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983" y="3538910"/>
            <a:ext cx="604282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499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7DBEDCC-1672-4670-8F72-9D9E1586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596" y="3624437"/>
            <a:ext cx="4967368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LLM-driven Test Scenario Generation &amp; Autonomous Web Testing Agent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7BF95EB-F667-4E5B-A28F-E2ED490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4567221"/>
            <a:ext cx="14542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F1E8716-F2BA-4FBE-B4A1-ADD1598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444" y="5234176"/>
            <a:ext cx="2191584" cy="4671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7F860F4-B985-41EB-952D-80AA4436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5283080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8BC879B-757F-4BAD-BFCA-40E899F4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073" y="6147784"/>
            <a:ext cx="151836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5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2c60ed345645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036" y="153223"/>
            <a:ext cx="2554357" cy="538993"/>
          </a:xfrm>
          <a:prstGeom xmlns:a="http://schemas.openxmlformats.org/drawingml/2006/main" prst="rect">
            <a:avLst/>
          </a:prstGeom>
        </p:spPr>
      </p:pic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51BCB211-765B-4881-ABBA-67F77D3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19846" y="4401599"/>
            <a:ext cx="1112045" cy="2456401"/>
          </a:xfrm>
          <a:custGeom xmlns:a="http://schemas.openxmlformats.org/drawingml/2006/main">
            <a:rect l="l" t="t" r="r" b="b"/>
            <a:pathLst>
              <a:path w="1751" h="3868">
                <a:moveTo>
                  <a:pt x="1222" y="0"/>
                </a:moveTo>
                <a:lnTo>
                  <a:pt x="1751" y="0"/>
                </a:lnTo>
                <a:lnTo>
                  <a:pt x="527" y="3868"/>
                </a:lnTo>
                <a:lnTo>
                  <a:pt x="0" y="3868"/>
                </a:lnTo>
                <a:lnTo>
                  <a:pt x="1222" y="10"/>
                </a:lnTo>
                <a:lnTo>
                  <a:pt x="1219" y="10"/>
                </a:lnTo>
                <a:lnTo>
                  <a:pt x="1222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9857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流程图: 可选过程 25">
            <a:extLst xmlns:a="http://schemas.openxmlformats.org/drawingml/2006/main">
              <a:ext uri="{FF2B5EF4-FFF2-40B4-BE49-F238E27FC236}">
                <a16:creationId xmlns:a16="http://schemas.microsoft.com/office/drawing/2014/main" id="{E6FCCC0D-E720-45DE-904B-A797E02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3220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43035C86-4A89-4F83-B8CF-C0BF38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50" y="1968500"/>
            <a:ext cx="3240000" cy="32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A8B84-074A-4B66-AA69-4611251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127375"/>
            <a:ext cx="179006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9F6F6DE-D3F1-42A9-AD32-449FC43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1295704"/>
            <a:ext cx="274891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研究背景及意义</a:t>
            </a: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F450EE56-BD1B-43EC-B44E-773F2AEB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129951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E0A2E6-89EE-4219-9AC1-1CF69F1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132554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9" name="流程图: 可选过程 28">
            <a:extLst xmlns:a="http://schemas.openxmlformats.org/drawingml/2006/main">
              <a:ext uri="{FF2B5EF4-FFF2-40B4-BE49-F238E27FC236}">
                <a16:creationId xmlns:a16="http://schemas.microsoft.com/office/drawing/2014/main" id="{45259BEA-6F2B-4D4D-9330-BBAF6BC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7879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A4E0E0A-36C9-40E9-B29A-996C8C2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225137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研究目标与方案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3003164-CE5B-40C6-8807-85A8E7B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225518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1867E7-A5A1-40D8-80D6-E8B193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228122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流程图: 可选过程 32">
            <a:extLst xmlns:a="http://schemas.openxmlformats.org/drawingml/2006/main">
              <a:ext uri="{FF2B5EF4-FFF2-40B4-BE49-F238E27FC236}">
                <a16:creationId xmlns:a16="http://schemas.microsoft.com/office/drawing/2014/main" id="{CB40E0FD-5F44-4828-99E9-C97F418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41649"/>
            <a:ext cx="3805555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1E9B471-47C2-43BD-A24D-016D176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320514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研究框架介绍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B17F5E05-D170-44B6-BA4E-7A3862E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320895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4B07CFF6-85BC-461F-9B11-2FBFDAE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323499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7" name="流程图: 可选过程 36">
            <a:extLst xmlns:a="http://schemas.openxmlformats.org/drawingml/2006/main">
              <a:ext uri="{FF2B5EF4-FFF2-40B4-BE49-F238E27FC236}">
                <a16:creationId xmlns:a16="http://schemas.microsoft.com/office/drawing/2014/main" id="{081AC40C-2817-4E08-B5EF-F2B7F54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2244"/>
            <a:ext cx="380619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5EBAD52D-FFE9-492C-BFA2-DDF5926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4155744"/>
            <a:ext cx="274828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研究进度安排</a:t>
            </a: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2F1E23AB-3E3F-4A6D-B85B-9BAE371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415955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042C2BE-59F2-4025-80AB-3D48CC2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418558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1" name="流程图: 可选过程 40">
            <a:extLst xmlns:a="http://schemas.openxmlformats.org/drawingml/2006/main">
              <a:ext uri="{FF2B5EF4-FFF2-40B4-BE49-F238E27FC236}">
                <a16:creationId xmlns:a16="http://schemas.microsoft.com/office/drawing/2014/main" id="{CFCBD5CC-0295-49A8-BC85-56198CF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55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4785A9E-51FF-4CF5-91C8-2ACF997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5112054"/>
            <a:ext cx="212534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小组分工</a:t>
            </a:r>
          </a:p>
        </p:txBody>
      </p:sp>
      <p:sp>
        <p:nvSpPr>
          <p:cNvPr id="43" name="椭圆 42">
            <a:extLst xmlns:a="http://schemas.openxmlformats.org/drawingml/2006/main">
              <a:ext uri="{FF2B5EF4-FFF2-40B4-BE49-F238E27FC236}">
                <a16:creationId xmlns:a16="http://schemas.microsoft.com/office/drawing/2014/main" id="{38F727AF-092B-45EA-851D-0572CD8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511586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6980DEC6-7196-49C2-9CF3-FE339FE4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514189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4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0668225ea43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32" y="351944"/>
            <a:ext cx="3267572" cy="6894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9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2EEF5748-A1BE-45B4-843B-EA94B4B0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FB8BC298-0524-4D8D-8535-479387C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268123A-7C8F-48FC-8B19-AD3F527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92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43A0A1-3CC0-4083-AB0C-CA694AA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229" y="2782669"/>
            <a:ext cx="338772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77E53CA-5C65-4106-A7AD-CAD4045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3606757"/>
            <a:ext cx="258699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Background and Significance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9385D7-63EB-4B96-A059-2126854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90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afe2bf566b4d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eabaa7a764d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1.1  研究背景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A6CE444-6817-49CA-9096-82913EC1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C23A34-7526-454D-AAB7-DA3EE54B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AE59553-4762-4888-B9C7-3D08B3D6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真实 Web 流程复杂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B17D957-82BD-4E50-895C-5D61516F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页面动态、权限状态、弹窗与异步加载交织，传统脚本维护成本高。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BDF13DB-EA2F-4947-8881-85B8C59F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1BB5CF2-CE95-4727-9064-8EF966FD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20DF4C8-9255-4B71-A82C-3EA7468D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LLM Agent 仍易失败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DE37F4B-D5AA-4B38-94FC-0490A8CC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缺少待测系统领域知识时，容易输出与手册或 UI 不一致的操作。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5C38AE8-850D-4DD0-94A7-192D96BC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D64E32-79CF-43A8-BC8C-9C32F4CA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A74D41F-4568-4A84-BE3B-88F4C31F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完成后难以判定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8ADF59D-C0CE-43DC-822D-F5A8D298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Agent 自报成功不等于功能正确，需要 Trace、截图和验证器复核。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6A87DED-A35D-440A-9C2E-43C5BA69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000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C9D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9A04B08-668B-4D21-95EC-F2EED90A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48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47EA383-85A4-4017-9CFD-D14598E7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如何把 4ga Boards 手册中的功能描述，变成可执行、可验证、可追溯的 Web 测试任务？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919B11D-471D-4DF6-AB74-D31C4D30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9625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SpecPilot 的回答：手册证据约束生成，零 locator 保持意图表达，browser-use 自主执行，验证器给出可复查结论。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0b3c2ba3984e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1.2  研究意义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5A2F72-B774-4F9C-8D3A-36854258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F7137A-A7E7-4A1E-A11B-D047BCF2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8E407C6-2D56-485F-A0DB-19FB395C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5BFDD4A-97FE-4DEE-80B1-BBA73B10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软件手册转为结构化测试知识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C90AB9F-8346-4A9E-AB91-3CB92A1E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07F818-0697-4481-B9CD-23C8F2A2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4FF74FA-D594-4136-99B3-86A1F974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2137D84-99B7-4AA5-8F6C-4E445831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859D332-DEB2-4B08-BA21-B8DA3C75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自然语言步骤，不绑定 DOM locator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6F1D810-C877-4E4B-BD5F-5EDB435D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E19ED81-3FDC-4775-9A57-0E414563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BE477C8-E487-44D3-8922-13B67397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6B9812D-2D52-4AD7-BCED-A0AA1BF7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74CF710-FA02-4148-98D5-A2AFA232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Web Agent 自主完成页面操作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CBAE56F-5DFC-4A79-852F-07C5BC57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9AB1C13-EB2B-4004-83C2-F77DDCE9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B495172-2E54-436B-9248-DE3204FD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E28649A-950D-4205-9414-F3D161DC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00B8A0D-F992-4B89-BDD2-1394920D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+ 视觉验证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CEE996C-8B4A-4B35-B1D5-DF141D5A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8315E2C-CA79-4FC8-A330-C16A1F50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518BEAE-10AD-4020-A2EA-B76AC613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2930E1D-F2B9-48D2-8CAE-3E6221F9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诊断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82D86A3-3502-4D2B-A61C-DD36C0F4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失败分类与报告归档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4642792-1215-464C-AA8E-C97F5CA0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2383">
            <a:solidFill>
              <a:srgbClr val="F3D6A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61F49F0-AD41-440C-8E16-719CA385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rPr>
              <a:t>形成“手册证据 → 测试场景 → 智能体执行 → 结果验证 → 失败分析”的闭环，而不是只让大模型写测试用例。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C53D25DD-8F22-4F68-9717-D555EFF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ADC7355D-A963-4EF5-A54D-94BD284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1CDF316-1371-4DD2-8047-DD78F3F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FE3324-AB82-4283-A144-831DD98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40" y="2816963"/>
            <a:ext cx="341632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A87E50E-1656-4AF9-900E-068E0B9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76" y="3606757"/>
            <a:ext cx="3376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Objectives and Methodology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7A1EA1C-2086-40E7-BDCD-768E9DE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7b755317ec46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6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C4B7F6-BF62-4E53-B146-01F852D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051C895-FBF6-4A5A-BC63-BF84752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9B0B3E7-7DD8-45DE-939C-F9A8FB31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2445862-16EA-4A7B-819F-88AA98D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3F42468-B0D9-4785-A6E3-C45E448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820B60-34E7-4E08-AA74-87AE879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296B7C1-6589-4D9E-B954-249E6FC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3ca98f05d44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50FE17C1-9624-4A9F-9B57-784B471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D71BD3E-851B-4639-9ACA-3D4E4AE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D892374-7818-4381-B65B-28BA4F0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7C97C541-360D-4782-8469-E7B26CB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C6D0E936-EFA9-40A4-BDDA-02749B0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B89FB35-04FF-43FB-9AC5-472301A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2.1  总体流程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47CDFFF-8A37-44E4-9E15-9D0F90F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BECABC-BB6E-4AF4-A142-71AB596B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B9584FC-02DB-46D4-93B4-6F594DBB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9DAE790-86AA-4547-8A8C-86713E84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AAE39E6-FD1B-4324-B03B-38596EF1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4ga 手册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43C5B7C-7D8F-4A28-B49E-EADE5B0B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英文 user/admin manual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877DE76-CA28-4E27-9E1E-C1C62565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758962-F5F9-463B-94AF-6D1E901E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9B96EB2-40FD-4511-9273-054A592C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18DFC96-C30C-4165-8EBA-2628AB1E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2282C1E-DEB6-4165-894C-080E4B0E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清洗切片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58104AB-DFFE-4B07-BF30-109732B3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Markdown + heading path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87AEEAE-A2B2-43F2-9F45-A2FB474A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29136F2-A9D1-4E32-BB51-927F3AF8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9E20C21-429A-4B3B-AF3F-D9C9FED7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47015EE-FF3C-468E-835A-4500EA00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6D058F8-BB0E-4E9B-962F-27625558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向量索引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3863C11-1C46-4C16-890F-6FCA7CDE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ChromaDB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CF592EE-81DB-44C5-8CE3-C8FDED19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5E8CB8E-AB83-492A-AF66-C0C6D86D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30C5521-8EC8-48C3-B92A-DA48B08C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8409443-D8B5-42A4-B197-4F9412E5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1887D4D-E6E1-40D8-BECE-233A84CD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32076AB-D8B6-47F6-A671-172453A4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Feature + Scenario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E4071B8-F759-4D44-85B6-07F350A7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490DA76-6758-40B8-A68B-8DDBCAB6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E0E21A1-6246-49D3-8EA7-533EB6A0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13E460C-F3C6-4354-9D32-159FF29A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460EB54-C51D-4AA2-9021-997B601E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自主执行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4A02AD6-7235-42D3-A2FE-DF7D17E0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DE39BDC-DE50-4DD6-B301-8C087D65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A676382-2FB4-4A50-AC5E-B91BA3A0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E5A890D-98B1-4E3C-8DFC-5D1C54B0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E5312E2-8C58-4E4A-938D-D16C659D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89E5108-5C45-4EA4-92F7-6FBD460F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验证报告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53A3708-15DE-407A-BB45-1D37033B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DOM/视觉/分类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C7CFBC2-D817-4A0D-954E-E7135C2B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F05A144-B0BD-456F-993F-92B68EB9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342618F-0931-45B1-B2D6-1AA0657D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边界 1：零 locator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F5EEACA-A590-4E66-9564-A227123A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场景只表达用户意图，不写 selector、xpath、DOM id 或 element index。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94128DD-757F-4902-AA3C-E4A327BA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FCC4108-965F-4BDB-8660-4217F01E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01D414F-96EF-434C-83F9-1F395FC3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边界 2：browser-use 唯一执行器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719D9D3-C562-496F-AA64-C339D61C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不使用 Playwright fallback，保持自然语言任务到 Agent 自主执行的路线。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3EA12EC-488B-4108-8058-1FE86BA1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B4E0BFA-0B30-44AE-B4CC-B63A982B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FDD9CF2-0C27-4D0E-B9ED-E71BADE6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边界 3：本地可追溯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439CB2F-DAC3-4285-9AB3-2D052FCB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Trace、截图、验证结果和报告统一归档到 data/runs/{run_id}/。</a:t>
            </a:r>
          </a:p>
        </p:txBody>
      </p:sp>
    </p:spTree>
    <p:extLst>
      <p:ext uri="{BB962C8B-B14F-4D97-AF65-F5344CB8AC3E}">
        <p14:creationId xmlns:p14="http://schemas.microsoft.com/office/powerpoint/2010/main" val="4101920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F5AD5A7-F10F-48AD-9516-B090016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2.2  研究目标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515B250-3F65-47D0-A517-C1F5DB3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E10E5026-9769-4FDA-A3C2-689FB4F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651D5F33-4A49-48C5-A33C-ABFDF22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文本框 119">
            <a:extLst xmlns:a="http://schemas.openxmlformats.org/drawingml/2006/main">
              <a:ext uri="{FF2B5EF4-FFF2-40B4-BE49-F238E27FC236}">
                <a16:creationId xmlns:a16="http://schemas.microsoft.com/office/drawing/2014/main" id="{CCE41962-D964-415D-8B26-F787AF6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AF17376A-7459-49B5-8BB1-B818CD0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599D3835-85B7-47C1-A1A6-FA9C570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31" name="文本框 130">
            <a:extLst xmlns:a="http://schemas.openxmlformats.org/drawingml/2006/main">
              <a:ext uri="{FF2B5EF4-FFF2-40B4-BE49-F238E27FC236}">
                <a16:creationId xmlns:a16="http://schemas.microsoft.com/office/drawing/2014/main" id="{FC780630-B8AC-4195-898D-6F89780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E921E35E-305E-4103-9911-9317456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33" name="图片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5b6631f1654e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34" name="直接连接符 133">
            <a:extLst xmlns:a="http://schemas.openxmlformats.org/drawingml/2006/main">
              <a:ext uri="{FF2B5EF4-FFF2-40B4-BE49-F238E27FC236}">
                <a16:creationId xmlns:a16="http://schemas.microsoft.com/office/drawing/2014/main" id="{4AA1076A-267F-432B-BDC2-E686E3C7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5" name="直接连接符 134">
            <a:extLst xmlns:a="http://schemas.openxmlformats.org/drawingml/2006/main">
              <a:ext uri="{FF2B5EF4-FFF2-40B4-BE49-F238E27FC236}">
                <a16:creationId xmlns:a16="http://schemas.microsoft.com/office/drawing/2014/main" id="{D4DF99EB-20A1-447A-8A73-DDECF52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6" name="直接连接符 135">
            <a:extLst xmlns:a="http://schemas.openxmlformats.org/drawingml/2006/main">
              <a:ext uri="{FF2B5EF4-FFF2-40B4-BE49-F238E27FC236}">
                <a16:creationId xmlns:a16="http://schemas.microsoft.com/office/drawing/2014/main" id="{50870E47-F85E-4953-9B7F-757B3AF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7" name="直接连接符 136">
            <a:extLst xmlns:a="http://schemas.openxmlformats.org/drawingml/2006/main">
              <a:ext uri="{FF2B5EF4-FFF2-40B4-BE49-F238E27FC236}">
                <a16:creationId xmlns:a16="http://schemas.microsoft.com/office/drawing/2014/main" id="{8089A8E7-8F7B-4127-B817-9C735E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8" name="等腰三角形 137">
            <a:extLst xmlns:a="http://schemas.openxmlformats.org/drawingml/2006/main">
              <a:ext uri="{FF2B5EF4-FFF2-40B4-BE49-F238E27FC236}">
                <a16:creationId xmlns:a16="http://schemas.microsoft.com/office/drawing/2014/main" id="{4A263288-6E46-4B9E-817D-3C7EB47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EE5B91D-24A1-4F12-BF31-59379BAA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687E7FB-7998-437D-92EA-D4997C80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D46A40B-208F-4143-A8E7-D2D6EFB2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已抽取功能点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440898F4-A24C-42CF-BF5A-D6240A6E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8E30B50-6041-488B-BE18-548F00F6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0E90E6F-D0A2-4176-B0CC-7E33976A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已生成测试场景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2C15D7F-9369-4297-B1A7-FC33F849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C86476C1-04D2-4012-96C1-AC78CD83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5C659E4-1F21-406F-810F-A419E620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本地运行记录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CE205BF3-76FA-47F9-8B19-E5CA64D4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3381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AFF"/>
          </a:solidFill>
          <a:ln xmlns:a="http://schemas.openxmlformats.org/drawingml/2006/main" w="12383">
            <a:solidFill>
              <a:srgbClr val="BBD9F4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D45F3CC4-7C5B-4A8D-8DD9-B652FBD5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可运行本地闭环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E62B351-2029-425B-A9A2-4822C854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337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从手册到执行记录，已形成端到端系统形态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63EEDF79-07F9-4795-989D-8DB7EB76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57B4C3D3-C3BE-42D5-917B-EC6A3EB2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5C1A905D-9994-4EF0-8C6C-73C0B19E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自动抽取 4ga Boards 主要功能点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86C1289-2C90-4CB9-8206-97724A8E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1F1A198F-76EF-4FF2-B7E1-269309C2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16D4FEDE-F911-4DA7-9109-64064FBA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生成结构化、可执行、带证据的测试场景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1B7B670B-44B2-4E82-A8AD-596DD470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0986E937-028F-47F3-A7A3-760935DA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4B0EA5EA-5475-4BFD-94AB-00E9748E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实时展示 Agent 节点状态、动作、截图与事件流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B4C42452-C522-4A45-BF0B-742EA8E0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52766116-26C2-4404-B50F-2A906CFA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AA609CC-5452-4F2D-9A55-41C72C58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对执行结果进行验证、失败分类和报告归档</a:t>
            </a:r>
          </a:p>
        </p:txBody>
      </p:sp>
    </p:spTree>
    <p:extLst>
      <p:ext uri="{BB962C8B-B14F-4D97-AF65-F5344CB8AC3E}">
        <p14:creationId xmlns:p14="http://schemas.microsoft.com/office/powerpoint/2010/main" val="1048615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5DA7CA1-70B9-4E2A-ACCE-A2B0364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2.3  总体架构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7FAC13A-C4B2-4A07-B247-B6FC609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F352DA87-3D00-4C14-AB17-254EA31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73B58A2F-2613-4675-91B4-F5E92759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E4E5C484-F627-4B59-AD16-6479AC5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68569EF0-A4A4-4B56-B77A-6F56F2F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27BB5293-4B48-4EB3-82A0-C3EEE4B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8EC6E344-EBC5-475B-A47E-1A6F083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98566DDC-D397-4A51-A9F8-B89FDBE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07" name="图片 1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a35a3d5ec47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08" name="直接连接符 107">
            <a:extLst xmlns:a="http://schemas.openxmlformats.org/drawingml/2006/main">
              <a:ext uri="{FF2B5EF4-FFF2-40B4-BE49-F238E27FC236}">
                <a16:creationId xmlns:a16="http://schemas.microsoft.com/office/drawing/2014/main" id="{86C1ED2F-F6CB-41FD-8287-03980FA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直接连接符 108">
            <a:extLst xmlns:a="http://schemas.openxmlformats.org/drawingml/2006/main">
              <a:ext uri="{FF2B5EF4-FFF2-40B4-BE49-F238E27FC236}">
                <a16:creationId xmlns:a16="http://schemas.microsoft.com/office/drawing/2014/main" id="{B7050A9C-5873-4754-8D9D-B127A3F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直接连接符 109">
            <a:extLst xmlns:a="http://schemas.openxmlformats.org/drawingml/2006/main">
              <a:ext uri="{FF2B5EF4-FFF2-40B4-BE49-F238E27FC236}">
                <a16:creationId xmlns:a16="http://schemas.microsoft.com/office/drawing/2014/main" id="{1DDF999B-915D-4CD2-999C-FAA9327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直接连接符 110">
            <a:extLst xmlns:a="http://schemas.openxmlformats.org/drawingml/2006/main">
              <a:ext uri="{FF2B5EF4-FFF2-40B4-BE49-F238E27FC236}">
                <a16:creationId xmlns:a16="http://schemas.microsoft.com/office/drawing/2014/main" id="{4EE3BF20-BD17-4CC5-BA20-DD86AC1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等腰三角形 111">
            <a:extLst xmlns:a="http://schemas.openxmlformats.org/drawingml/2006/main">
              <a:ext uri="{FF2B5EF4-FFF2-40B4-BE49-F238E27FC236}">
                <a16:creationId xmlns:a16="http://schemas.microsoft.com/office/drawing/2014/main" id="{8B64758C-5507-40E3-90A1-72C6F58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E281BCE-500C-4457-9DA7-73BEE966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933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90D636C-E409-47F8-9EC1-10729085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574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Next.js 中文控制台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766B82C-8418-4A58-8CB8-028D6E19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 / Features / Scenarios / Live Run / Reports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786D8E9-1E79-46D2-91EF-42F88EB9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33675"/>
            <a:ext cx="899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6978AE5-D784-4877-BFC3-FB88E1C3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479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REST API + SSE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DA308B9-FBA7-433B-8DE2-78C77E57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运行创建、事件推送、报告导出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F67D2B8-60D2-47B7-8A93-60D3C2D5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24225"/>
            <a:ext cx="864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63B0C9C-2BA7-419D-9641-DE7084DB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385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7E83451-A9E6-4429-A441-8BEA93B9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SQLModel / SQLite / ChromaDB / Artifact storage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70D87E1-747B-4DC5-AF82-B179CE4A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14775"/>
            <a:ext cx="830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8E3D795-B929-4D64-96CA-A54510F0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290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B22A9E0-BEB8-4DB8-8E40-06D901BD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ScenarioLoader → BrowserUseRun → Verifier → Reporter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39DCAF7-0346-4038-B032-B2D31C6F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05325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73A2B9C-D1C5-4B11-940B-66896264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6196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F9B5FBD-FDDF-4C3B-858A-EEAA3DFE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386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DeepSeek / OpenAI-compatible / Browser Use hosted LLM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A3F247F-7593-48E2-9B80-8801460C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7620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4E8349F-82CB-4967-91C0-8071AECE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01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验证与报告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70E1603-D5E9-463A-BB3C-A29927C0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292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 + GLM-4.6V + FailureClassifier</a:t>
            </a:r>
          </a:p>
        </p:txBody>
      </p:sp>
    </p:spTree>
    <p:extLst>
      <p:ext uri="{BB962C8B-B14F-4D97-AF65-F5344CB8AC3E}">
        <p14:creationId xmlns:p14="http://schemas.microsoft.com/office/powerpoint/2010/main" val="71849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0A7C0DCB-7EEF-4038-B0F9-818B301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DD40740B-FE96-4EF6-86AD-CF918FD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7EA6693-60B7-4D50-B21C-80AEA1D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26ABAB6-7A09-46C0-A59D-4BA7229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28" y="2753201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176D3F8-51CC-4A58-AF83-F49915A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024" y="3612894"/>
            <a:ext cx="300595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Framework Introduction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8486A4-1558-4BFD-A981-FF400CB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2abf8aad3f4e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60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7135ef3ef44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11E807B-85FA-4199-AC99-1074624C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58A2BA3-9DDD-4A2E-A1F1-61C06FFB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E8795BA-8760-4315-ABB5-5CF6FE49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前端展示层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EFCFE74-A74E-4A4F-905E-5A80AD52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Next.js App Router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TypeScript / Tailwind CSS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Radix UI / Lucide Icons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/ TanStack Query / Recharts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95B9B77-45CB-4F65-9647-F3737B96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874378F-EC39-4BFA-8E15-FCADFD66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2B2691F-CEF1-4A4E-B332-B50C3CE4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后端服务层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7F5560A-7C27-4DCE-908B-8EFF6368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FastAPI / SQLModel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SQLite / ChromaDB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sse-starlette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persistence + artifacts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2DF36A0-17B6-473E-865F-3791804B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CDF98BC-6466-4BAA-8790-523D67AD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561A30F-92B6-4AC7-A5BB-4FDAFC39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智能体层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6CC8988-B971-4D20-AE18-833DCAA3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OpenAI-compatible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langchain-deepseek adapter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A8E5E93-3091-4FB5-8959-A447FB26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3843331-3D46-4983-B147-D073DBB6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CC57C9B-E13F-41EE-913B-EFAFBF29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验证与存储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86AFB94-1D91-43D6-80AC-E2ACD856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GLM-4.6V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3.2  系统模块划分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89237ec2f40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34F820B-C9A9-463C-A678-B66C3BF7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430CD0B-9CF8-4D53-A73C-9177168D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DOC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A9A9E66-F6B7-41DF-A9D2-C8F28B7B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907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6CDAEBD-832C-4D70-ABE6-CC8FAF2D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手册知识层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B9A4C3B-ED8C-4F46-BE6C-44C9C116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爬取 / 清洗 / 切片 / 索引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7CB4643-BDD7-445D-90F4-3DE77EB9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CE1AC8D-8F7A-495E-BC57-B564A7C6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764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B106A71-BFC8-4D2B-85BF-579394C9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268CB8B-1039-4AF8-85E0-06516FE9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D5740F4-2BEA-47BA-BF8E-A5973AA4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765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DE9DDA6-B869-4E31-9CE1-EFF0D1E9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09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E285043-4FC0-4108-B754-59637E57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功能点抽取 / 零 locator 场景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9B927FA-9C85-4F67-8413-354B0F6D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42759D7-69E4-40F7-9BA8-5A88AABB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622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DBAE62F-4F5C-48C4-B931-BDB66CBF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74F40BD-7FE6-48E2-AAD4-60AFA443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338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242FFD3-7A80-4724-AEAA-B9BE8D67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24B130E-E56E-4FA0-BFA6-C867EF68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95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智能体执行层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9F8F6B1-025F-4C57-BC43-D2B8FE13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任务构造 / browser-use 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D1809DA-5322-45EA-90E3-7E93C5AA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57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1D92498-3B28-46B3-8B74-A2416963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9C2181E-7597-45AC-8263-41FF1C97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9512125-2EF9-4BF6-9206-663E58E3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CHK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A3AB01F-FF35-4F0A-8D01-3DB40BCC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481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38B660C-44FF-4859-BA1E-A4F9A40A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验证与诊断层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C0B3A87-21CF-45D2-9DCC-97830BCF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/ GLM 视觉 / 分类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92DD569-A0FF-4827-841A-283AC406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EF4C058-81D6-461C-AFE4-6E2630B5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338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7981AE9-D63D-4CC1-A770-E58E1ACD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A1B1A4A-42DD-4CB8-9356-5CECECBA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05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UI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0C6F0BC-F586-4C4E-867B-0F93DC6D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7A177AA-81A5-494F-AA65-839D953C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67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前端控制台层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A8D13EC-4C5E-48D0-8B69-2C87F81E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状态可视化 / 报告 / 运行历史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12C80D9-433E-4528-BF32-CCAAAD32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E5545CD-68C4-41F5-B198-B5C32DAB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3.3  手册知识层与场景生成层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dd5b9ecc6a4b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EDE0A89-9B7D-4ED3-BECB-26869861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3D9BC2F-B676-4EE8-889A-E39E7423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BEB3BB1-B140-45E9-98CB-FB858202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907D63F-BD6B-4317-8E12-25851FA6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手册页面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8631052-A612-4BA6-9BAD-8ECBA784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B0E443A-1A01-4283-8267-7FD12864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C0AB5E0-6E3A-4A2F-B252-C27EADC9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5C1E275-A369-4197-BD59-882B1B1B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D0098CA-4FFF-41B0-97D1-F7C98B24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909D19D-B2A5-4746-98F1-BEECFAD9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爬取清洗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32D56BD-9A29-4458-B07D-19A9D1BF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ED6636F-223D-4D45-AB27-D37B2DBF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ADD797A-E87F-4C40-B4F1-8D3368BD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E9CB9C0-BD00-466C-9929-E888D913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5C9579A-3D76-4BD3-A8FB-9659FE32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E298948-CC2C-45A1-AB7C-A9B818D8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标题切片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EFC629E-DB02-44AC-B53B-58E2BEA6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58A6C5C-0FCC-4B4C-9876-FD87A1C6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C951C72-7FBD-4891-8958-25ACF323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5D25174-A95C-4213-91F6-17835B9A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F514119-A9D1-4F6F-A968-A9CD2723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4F767A7-29A5-4556-ADE0-269FFB44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ChromaDB索引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40DA031-A1EF-49D3-98E8-9B60C3D6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D6CB9EC-2C65-4468-99D5-34D18855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4B25DE7-EFDF-4FC1-BC79-AF2460A2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A40BA8B-687B-4197-B956-09D9FE1D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916CABB-263A-4846-A036-42239F8D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2FBAD7F-711D-4F96-A00B-CEED781F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功能点抽取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7BCDCF7-ADCD-439C-B1C4-C7E3E985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A1E8AF1-41DA-4C5C-90C4-55D96AE6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BA0198F-B2FE-4206-B895-B0813B05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CFF05DE-4752-44FD-A14C-0D17158F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5BE85D6-DDDE-44A3-8808-A262713D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0337F4E-DE85-4E60-A684-EB6C5B52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零locator场景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A13524C-5D01-48AB-BAD6-C6CF5AFC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3C76921-C064-45CC-90AD-FAB337C1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D72EE12-2C67-4947-9802-9D7DCD73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86039C0-6089-442B-84A0-32BA6B0F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5F552EC-1FF5-4EB3-8DEE-12001786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C5BDF44-4466-45F9-BF07-DE8AD016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校验入库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3B67AD1-C2BE-4DB2-86D4-5A19EDA5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71FEFF9-7757-4BA6-ABD8-8F86EFEE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8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C157F9B-ECCD-410A-9EC1-7F5434FF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9075"/>
            <a:ext cx="771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手册知识层：URL / title / heading path / manual section / content hash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E04A2AE-A6AF-42E0-90B8-073DD36C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3CB9A58-74D2-4184-9761-1ABB8C9D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场景生成层：Feature → Scenario → evidence quotes → 零 locator 校验 → SQLite 持久化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3.4  后端 API 与数据存储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4c97ce44049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565F795-2E94-4D2A-AF11-077B4FD8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54A0A1B-B2FF-4B5E-AF7E-884D2B92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0824FF2-A823-4E84-93A7-D6B1DC31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前端请求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1EF89CB-EFF9-43B0-AB77-567B4F88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3713EAF-AAF2-4B5C-AAF5-24647599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11239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E17F8B0-E813-42AF-AFE7-27350961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12D71F5-A8E1-4E5C-80CD-736E4A1A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7D090F0-1B32-4554-A2C5-60249725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D989ECD-9662-4552-91FC-AB968444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手册生成任务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CBB1C89-92DC-49CD-90B0-F49413CF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/api/pipeline/manual-to-scenarios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D07714F-7B93-476D-86C8-2AF721AF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71875"/>
            <a:ext cx="11239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D64E4A3-86F0-44BF-8C0D-5727A6FD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194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B4CE836-93FA-46FE-AF32-856695A0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5EDA314-20F0-4A59-AE9A-E81A7A4D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3CFE1BE-BBBE-4DDE-A954-FBDAC262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运行请求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35ACDC1-4F7F-46C4-B053-6A7F862C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0057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/events / artifacts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C3FA46B-C12D-4A52-845D-C2809F86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11239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7FDAAE4-A444-458F-8CD9-62297DBB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24A6673-3C74-42EA-96AB-DE20EF7B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EFD"/>
          </a:solidFill>
          <a:ln xmlns:a="http://schemas.openxmlformats.org/drawingml/2006/main" w="12383">
            <a:solidFill>
              <a:srgbClr val="70D3CB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2B0DAF0-E368-4F85-9339-2CBC4825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146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C4B6054-7E99-4050-9729-5415673B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123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/api/settings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/api/doctor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E464C8D-4917-488C-9F89-3A73C737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64ADCC8-06FD-4BFA-94CD-ABCFEC11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764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SQLite 元数据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0529E2B-C0BF-4F0F-9887-0FAC092A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-304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4181490-B3DD-4A52-9D86-6BB65A11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7BD18F9-C37D-4396-8EAF-975E470D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CD9083C-26FF-4AF2-8F52-0A4A0C09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 索引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52518FD-4D63-4C61-8EF3-2EB1A1B4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3333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868FFB7-2F35-4C7A-A73F-FB88DF06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479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070957A-41D7-4E93-BDC3-001855A7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1947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C23CAA6-AAD7-417C-9E30-2860FC35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Artifacts 文件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8A00972-E38D-4905-AB06-E5670202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9715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DAC6107-2C46-4E4E-AE2A-9FD71BBD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EAAABDF-A63A-428A-B71C-906DAB69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C70E087-7AA6-432B-A5CE-C97BD712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SSE 事件流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B1E9D9A-F632-4A59-BACA-CEA13943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16097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3A31BC5-E1A9-40B7-B62F-41D0C984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243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E6CD6B5-4CC6-4CB2-AAF7-BF625785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04B86EC-C620-4EFA-966A-38EF5930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报告导出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0E9562C-3713-4CBB-A534-E935BE0C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22479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F00D089-C3A6-46C0-9B3E-48B1D31D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3.5  前端控制台与可视化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f765c88ef4e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F346A34-D6F1-414C-936C-B90F5117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A6BA987-235C-47F0-B369-E91C80F7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58DDD3B-EA19-4EC8-8812-A2DD12F1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SpecPilot 中文控制台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BF2084C-A6B4-470A-BBA8-755784BF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E824DD1-A1CB-4501-9C75-E175535F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工作台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E65F7DC-F2AA-4D3A-8718-1DB13809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168BDCF-97F4-444D-BF39-28832F1F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1793282-8555-42FD-B85A-0B74AD30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90A9670-E28D-4869-8045-9A715A50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2446A58-A475-41DC-A827-1665A50F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6985E28-EBDA-4AC7-8415-6D3812EC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566F5AB-24EC-4B22-A970-061D8686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7855A24-AFAA-4A27-820B-C6D4198C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8D5BBFC-FF76-46DA-950F-B0974CE8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70BD139-C3A5-4E4A-B03B-56FF92ED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CD3B20D-F90D-41FB-9F4B-73770C98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C753BFD-4279-42F9-BAF6-9C6F9458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0D88717-1DDE-4665-9EA9-CE03F7C6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EE47253-ACF0-48DE-9FB7-F266A469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02F69FF-5EFB-4D89-ACE2-28B5B6CB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47BDBAA-6F35-46DE-83C2-877E9BD0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BC2BA47-0734-4627-B8A8-86ABF3B3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9DBCAC0-4EC7-452A-B6E6-5B5BDFB1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29125"/>
            <a:ext cx="2667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3EBCF3A-81C1-4BC4-BE14-E1EF0E83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SSE 实时事件流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3D79EAB-5E74-4B03-818F-353ADFBB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29125"/>
            <a:ext cx="2619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C73354C-248C-4004-98E5-9C86BC82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报告与运行历史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720E064-382A-4BE7-B07D-6DCE407E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96A6723-EFB5-4AC1-98D7-046C3962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E1EB2A3-2CE4-4C58-AD5A-72216B1F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24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控制台职责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0C5BB36-FEBA-4D6F-BF59-4C2619C0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2819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用中文界面串起功能点、场景、运行、报告四类工作流；通过实时事件流让智能体执行过程可观察、可解释、可复盘。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3.6  智能体层总体设计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cb9f1b02f4b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3.7  LangGraph 的作用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87b0534ce4e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3.8  从测试场景到 Agent 任务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15af0a10d44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3.9  为什么选择 browser-use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9c888c97140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3.10  运行编排与实时事件流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d86123111a49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3.11  双通道验证与仲裁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7af2e8b82b40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3.12  失败分类器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0c517181d4d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3.13  运行报告与证据归档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c31b659ecd4b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3.14  框架创新点总结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06b69176048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3F5602B9-D756-4A9B-A735-8F91059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C6BD1E9E-462A-4E05-A64D-8C9D2DB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2044AB2-5CCD-4B04-9B1B-9482587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CD0D9A1-6AFA-4A97-A0B0-A846D6F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782669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61419B7-1DE9-46A8-9CB1-3FB4A1F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97" y="3606757"/>
            <a:ext cx="17222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Timeline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ABCCC2-961B-49D2-B301-F53C64D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253a5ba9f64c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35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34687BB-B6DE-4E27-BB3C-8B9654A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4.1  当前实现成果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1D445DB-6A01-473C-9EE1-EE1EDCA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0557CE87-89DC-48A8-B4E6-092A0F5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ED59D59-57B1-4B1C-B0CB-36E87DD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0"/>
            <a:ext cx="2060295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52715EE3-2B08-48F7-B201-3F58D02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09787789-72F3-4AFF-8D52-DE06018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2D6DA868-582C-4F92-9A9C-79C8E04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03CED111-5D84-47E3-8EBB-DD8B1038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5AFCF99-AA03-462C-B4C0-256DB51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288c8b32c45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1766B8C3-A303-4CEA-8193-856EC68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E1F36224-82BF-48F8-914E-38CCEA4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E0268BEB-35B6-4FB6-BE9E-BEF2EA5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9B3173F-339E-425F-8B11-5CE9AE0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7F1CFACF-F41A-42E0-ADDB-BBF7E38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092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 7">
            <a:extLst xmlns:a="http://schemas.openxmlformats.org/drawingml/2006/main">
              <a:ext uri="{FF2B5EF4-FFF2-40B4-BE49-F238E27FC236}">
                <a16:creationId xmlns:a16="http://schemas.microsoft.com/office/drawing/2014/main" id="{3AC16CC3-01E4-4C53-90D3-317D53FF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05.01</a:t>
            </a:r>
          </a:p>
        </p:txBody>
      </p:sp>
      <p:sp>
        <p:nvSpPr>
          <p:cNvPr id="31" name="Text 8">
            <a:extLst xmlns:a="http://schemas.openxmlformats.org/drawingml/2006/main">
              <a:ext uri="{FF2B5EF4-FFF2-40B4-BE49-F238E27FC236}">
                <a16:creationId xmlns:a16="http://schemas.microsoft.com/office/drawing/2014/main" id="{BD713278-2AE9-4F52-BC9F-1E76C4D4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01 · DEADLINE</a:t>
            </a:r>
          </a:p>
        </p:txBody>
      </p:sp>
      <p:sp>
        <p:nvSpPr>
          <p:cNvPr id="32" name="Shape 9">
            <a:extLst xmlns:a="http://schemas.openxmlformats.org/drawingml/2006/main">
              <a:ext uri="{FF2B5EF4-FFF2-40B4-BE49-F238E27FC236}">
                <a16:creationId xmlns:a16="http://schemas.microsoft.com/office/drawing/2014/main" id="{119ACF3B-8E70-4451-986A-BC5B33B5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36" name="Text 12">
            <a:extLst xmlns:a="http://schemas.openxmlformats.org/drawingml/2006/main">
              <a:ext uri="{FF2B5EF4-FFF2-40B4-BE49-F238E27FC236}">
                <a16:creationId xmlns:a16="http://schemas.microsoft.com/office/drawing/2014/main" id="{12F16069-DB6E-42C4-A916-3A64871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05.30</a:t>
            </a:r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51980742-5472-46D5-BBFB-EAE104C1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02 · DEADLINE</a:t>
            </a:r>
          </a:p>
        </p:txBody>
      </p:sp>
      <p:sp>
        <p:nvSpPr>
          <p:cNvPr id="51" name="Shape 14">
            <a:extLst xmlns:a="http://schemas.openxmlformats.org/drawingml/2006/main">
              <a:ext uri="{FF2B5EF4-FFF2-40B4-BE49-F238E27FC236}">
                <a16:creationId xmlns:a16="http://schemas.microsoft.com/office/drawing/2014/main" id="{43537C3E-3D2D-4F19-A412-547BA82E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4" name="Text 17">
            <a:extLst xmlns:a="http://schemas.openxmlformats.org/drawingml/2006/main">
              <a:ext uri="{FF2B5EF4-FFF2-40B4-BE49-F238E27FC236}">
                <a16:creationId xmlns:a16="http://schemas.microsoft.com/office/drawing/2014/main" id="{690B71BF-2C76-4D13-9F1C-1D1D49C0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06.15</a:t>
            </a:r>
          </a:p>
        </p:txBody>
      </p:sp>
      <p:sp>
        <p:nvSpPr>
          <p:cNvPr id="55" name="Text 18">
            <a:extLst xmlns:a="http://schemas.openxmlformats.org/drawingml/2006/main">
              <a:ext uri="{FF2B5EF4-FFF2-40B4-BE49-F238E27FC236}">
                <a16:creationId xmlns:a16="http://schemas.microsoft.com/office/drawing/2014/main" id="{801F2E21-1A64-48F4-9EB9-C6EB4785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03 · DEADLINE</a:t>
            </a:r>
          </a:p>
        </p:txBody>
      </p:sp>
      <p:sp>
        <p:nvSpPr>
          <p:cNvPr id="56" name="Shape 19">
            <a:extLst xmlns:a="http://schemas.openxmlformats.org/drawingml/2006/main">
              <a:ext uri="{FF2B5EF4-FFF2-40B4-BE49-F238E27FC236}">
                <a16:creationId xmlns:a16="http://schemas.microsoft.com/office/drawing/2014/main" id="{2736ACC0-27E8-4A0C-9177-0FBF9BF5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9" name="Text 22">
            <a:extLst xmlns:a="http://schemas.openxmlformats.org/drawingml/2006/main">
              <a:ext uri="{FF2B5EF4-FFF2-40B4-BE49-F238E27FC236}">
                <a16:creationId xmlns:a16="http://schemas.microsoft.com/office/drawing/2014/main" id="{E9D31FC1-4BC2-43ED-8BF6-AB7E2B71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06.30</a:t>
            </a:r>
          </a:p>
        </p:txBody>
      </p:sp>
      <p:sp>
        <p:nvSpPr>
          <p:cNvPr id="60" name="Text 23">
            <a:extLst xmlns:a="http://schemas.openxmlformats.org/drawingml/2006/main">
              <a:ext uri="{FF2B5EF4-FFF2-40B4-BE49-F238E27FC236}">
                <a16:creationId xmlns:a16="http://schemas.microsoft.com/office/drawing/2014/main" id="{B2F62955-4A21-43C6-ADCE-6C8D4E83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04 · DEADLINE</a:t>
            </a:r>
          </a:p>
        </p:txBody>
      </p:sp>
      <p:sp>
        <p:nvSpPr>
          <p:cNvPr id="61" name="Shape 24">
            <a:extLst xmlns:a="http://schemas.openxmlformats.org/drawingml/2006/main">
              <a:ext uri="{FF2B5EF4-FFF2-40B4-BE49-F238E27FC236}">
                <a16:creationId xmlns:a16="http://schemas.microsoft.com/office/drawing/2014/main" id="{B09ABEB9-FDDB-49CB-B6C7-FEAA8C47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</p:spTree>
    <p:extLst>
      <p:ext uri="{BB962C8B-B14F-4D97-AF65-F5344CB8AC3E}">
        <p14:creationId xmlns:p14="http://schemas.microsoft.com/office/powerpoint/2010/main" val="5048230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4.2  测试与验收情况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7dc4255cfc47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5.1  小组分工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9345491f643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5B1E27-B13F-4025-AF3D-12626A4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7" y="1438103"/>
            <a:ext cx="9710531" cy="4396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101F59-0547-4625-9D11-56ED646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4" y="3286495"/>
            <a:ext cx="56769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敬请</a:t>
            </a:r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各位老师同学批评指正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611ECF-9700-4D3A-B594-A59298F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3" y="2340358"/>
            <a:ext cx="560088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汇报结束     感谢观看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0843B20-529F-4BA5-A985-F6B812D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478" y="4643854"/>
            <a:ext cx="1299044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F4C17-E7B2-4183-A778-509571B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57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1EE79FE-A7C6-4974-8B17-3C0741C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1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1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bd1ac6c2f49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99" y="188082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270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2026-05-26T13:24:37.8820000Z</dcterms:created>
  <dcterms:modified xsi:type="dcterms:W3CDTF">2026-05-26T13:24:37.8820000Z</dcterms:modified>
</coreProperties>
</file>