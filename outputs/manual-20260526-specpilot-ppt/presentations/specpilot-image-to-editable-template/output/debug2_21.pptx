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6f499a2e11441d" /><Relationship Type="http://schemas.openxmlformats.org/officeDocument/2006/relationships/extended-properties" Target="/docProps/app.xml" Id="R1cae8e535b924ba0" /><Relationship Type="http://schemas.openxmlformats.org/officeDocument/2006/relationships/officeDocument" Target="/ppt/presentation.xml" Id="R3bdad53e89124e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7c985ea897407c"/>
  </p:sldMasterIdLst>
  <p:notesMasterIdLst>
    <p:notesMasterId xmlns:r="http://schemas.openxmlformats.org/officeDocument/2006/relationships" r:id="R2971b244208941af"/>
  </p:notesMasterIdLst>
  <p:sldIdLst>
    <p:sldId xmlns:r="http://schemas.openxmlformats.org/officeDocument/2006/relationships" id="256" r:id="Rd38e89ac7f9b412c"/>
    <p:sldId xmlns:r="http://schemas.openxmlformats.org/officeDocument/2006/relationships" id="257" r:id="R9ea41cfd298b467b"/>
    <p:sldId xmlns:r="http://schemas.openxmlformats.org/officeDocument/2006/relationships" id="258" r:id="Rf778fe2aae284a16"/>
    <p:sldId xmlns:r="http://schemas.openxmlformats.org/officeDocument/2006/relationships" id="259" r:id="Rec675a169c9c4a93"/>
    <p:sldId xmlns:r="http://schemas.openxmlformats.org/officeDocument/2006/relationships" id="260" r:id="R83827e8624b14d55"/>
    <p:sldId xmlns:r="http://schemas.openxmlformats.org/officeDocument/2006/relationships" id="261" r:id="R86eb7ead743144e7"/>
    <p:sldId xmlns:r="http://schemas.openxmlformats.org/officeDocument/2006/relationships" id="262" r:id="R2b96724bc9be4dda"/>
    <p:sldId xmlns:r="http://schemas.openxmlformats.org/officeDocument/2006/relationships" id="263" r:id="R0d8aa4acf441427b"/>
    <p:sldId xmlns:r="http://schemas.openxmlformats.org/officeDocument/2006/relationships" id="264" r:id="R00d6725d5da44c57"/>
    <p:sldId xmlns:r="http://schemas.openxmlformats.org/officeDocument/2006/relationships" id="265" r:id="R9bc6bb7e872b4fef"/>
    <p:sldId xmlns:r="http://schemas.openxmlformats.org/officeDocument/2006/relationships" id="266" r:id="Rd2da42a5230440cf"/>
    <p:sldId xmlns:r="http://schemas.openxmlformats.org/officeDocument/2006/relationships" id="267" r:id="R047a04d31e514a11"/>
    <p:sldId xmlns:r="http://schemas.openxmlformats.org/officeDocument/2006/relationships" id="268" r:id="R896562bbed3f45e6"/>
    <p:sldId xmlns:r="http://schemas.openxmlformats.org/officeDocument/2006/relationships" id="269" r:id="R1bb952b646e44310"/>
    <p:sldId xmlns:r="http://schemas.openxmlformats.org/officeDocument/2006/relationships" id="270" r:id="R19af6f63ad18449a"/>
    <p:sldId xmlns:r="http://schemas.openxmlformats.org/officeDocument/2006/relationships" id="271" r:id="Ra765a7b22e0f4385"/>
    <p:sldId xmlns:r="http://schemas.openxmlformats.org/officeDocument/2006/relationships" id="272" r:id="R87808673e8ce4285"/>
    <p:sldId xmlns:r="http://schemas.openxmlformats.org/officeDocument/2006/relationships" id="273" r:id="Rfcd036d5e98c42a1"/>
    <p:sldId xmlns:r="http://schemas.openxmlformats.org/officeDocument/2006/relationships" id="274" r:id="R04f704997e844675"/>
    <p:sldId xmlns:r="http://schemas.openxmlformats.org/officeDocument/2006/relationships" id="275" r:id="R39e63f3d7f3a4c4d"/>
    <p:sldId xmlns:r="http://schemas.openxmlformats.org/officeDocument/2006/relationships" id="276" r:id="R20e7a08397d04ec5"/>
    <p:sldId xmlns:r="http://schemas.openxmlformats.org/officeDocument/2006/relationships" id="277" r:id="R3f6ba4baf31f4b46"/>
    <p:sldId xmlns:r="http://schemas.openxmlformats.org/officeDocument/2006/relationships" id="278" r:id="R7de7d8902b734900"/>
    <p:sldId xmlns:r="http://schemas.openxmlformats.org/officeDocument/2006/relationships" id="279" r:id="Rbdd985fdd23d453e"/>
    <p:sldId xmlns:r="http://schemas.openxmlformats.org/officeDocument/2006/relationships" id="280" r:id="Rde4644e22ab14f50"/>
    <p:sldId xmlns:r="http://schemas.openxmlformats.org/officeDocument/2006/relationships" id="281" r:id="R92107529218f4d11"/>
    <p:sldId xmlns:r="http://schemas.openxmlformats.org/officeDocument/2006/relationships" id="282" r:id="Rb6e8cfb71a154559"/>
    <p:sldId xmlns:r="http://schemas.openxmlformats.org/officeDocument/2006/relationships" id="283" r:id="Raeac99e7fe494816"/>
    <p:sldId xmlns:r="http://schemas.openxmlformats.org/officeDocument/2006/relationships" id="284" r:id="Rf731eb5b783f44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c985ea897407c" /><Relationship Type="http://schemas.openxmlformats.org/officeDocument/2006/relationships/theme" Target="/ppt/theme/theme1.xml" Id="Re132a2c94a334e05" /><Relationship Type="http://schemas.openxmlformats.org/officeDocument/2006/relationships/notesMaster" Target="/ppt/notesMasters/notesMaster1.xml" Id="R2971b244208941af" /><Relationship Type="http://schemas.openxmlformats.org/officeDocument/2006/relationships/presProps" Target="/ppt/presProps.xml" Id="R07ad8607a97d4623" /><Relationship Type="http://schemas.openxmlformats.org/officeDocument/2006/relationships/viewProps" Target="/ppt/viewProps.xml" Id="R66577f255c864fce" /><Relationship Type="http://schemas.openxmlformats.org/officeDocument/2006/relationships/tableStyles" Target="/ppt/tableStyles.xml" Id="R2a0529d1fed14f0c" /><Relationship Type="http://schemas.openxmlformats.org/officeDocument/2006/relationships/slide" Target="/ppt/slides/slide1.xml" Id="Rd38e89ac7f9b412c" /><Relationship Type="http://schemas.openxmlformats.org/officeDocument/2006/relationships/slide" Target="/ppt/slides/slide2.xml" Id="R9ea41cfd298b467b" /><Relationship Type="http://schemas.openxmlformats.org/officeDocument/2006/relationships/slide" Target="/ppt/slides/slide3.xml" Id="Rf778fe2aae284a16" /><Relationship Type="http://schemas.openxmlformats.org/officeDocument/2006/relationships/slide" Target="/ppt/slides/slide4.xml" Id="Rec675a169c9c4a93" /><Relationship Type="http://schemas.openxmlformats.org/officeDocument/2006/relationships/slide" Target="/ppt/slides/slide5.xml" Id="R83827e8624b14d55" /><Relationship Type="http://schemas.openxmlformats.org/officeDocument/2006/relationships/slide" Target="/ppt/slides/slide6.xml" Id="R86eb7ead743144e7" /><Relationship Type="http://schemas.openxmlformats.org/officeDocument/2006/relationships/slide" Target="/ppt/slides/slide7.xml" Id="R2b96724bc9be4dda" /><Relationship Type="http://schemas.openxmlformats.org/officeDocument/2006/relationships/slide" Target="/ppt/slides/slide8.xml" Id="R0d8aa4acf441427b" /><Relationship Type="http://schemas.openxmlformats.org/officeDocument/2006/relationships/slide" Target="/ppt/slides/slide9.xml" Id="R00d6725d5da44c57" /><Relationship Type="http://schemas.openxmlformats.org/officeDocument/2006/relationships/slide" Target="/ppt/slides/slide10.xml" Id="R9bc6bb7e872b4fef" /><Relationship Type="http://schemas.openxmlformats.org/officeDocument/2006/relationships/slide" Target="/ppt/slides/slide11.xml" Id="Rd2da42a5230440cf" /><Relationship Type="http://schemas.openxmlformats.org/officeDocument/2006/relationships/slide" Target="/ppt/slides/slide12.xml" Id="R047a04d31e514a11" /><Relationship Type="http://schemas.openxmlformats.org/officeDocument/2006/relationships/slide" Target="/ppt/slides/slide13.xml" Id="R896562bbed3f45e6" /><Relationship Type="http://schemas.openxmlformats.org/officeDocument/2006/relationships/slide" Target="/ppt/slides/slide14.xml" Id="R1bb952b646e44310" /><Relationship Type="http://schemas.openxmlformats.org/officeDocument/2006/relationships/slide" Target="/ppt/slides/slide15.xml" Id="R19af6f63ad18449a" /><Relationship Type="http://schemas.openxmlformats.org/officeDocument/2006/relationships/slide" Target="/ppt/slides/slide16.xml" Id="Ra765a7b22e0f4385" /><Relationship Type="http://schemas.openxmlformats.org/officeDocument/2006/relationships/slide" Target="/ppt/slides/slide17.xml" Id="R87808673e8ce4285" /><Relationship Type="http://schemas.openxmlformats.org/officeDocument/2006/relationships/slide" Target="/ppt/slides/slide18.xml" Id="Rfcd036d5e98c42a1" /><Relationship Type="http://schemas.openxmlformats.org/officeDocument/2006/relationships/slide" Target="/ppt/slides/slide19.xml" Id="R04f704997e844675" /><Relationship Type="http://schemas.openxmlformats.org/officeDocument/2006/relationships/slide" Target="/ppt/slides/slide20.xml" Id="R39e63f3d7f3a4c4d" /><Relationship Type="http://schemas.openxmlformats.org/officeDocument/2006/relationships/slide" Target="/ppt/slides/slide21.xml" Id="R20e7a08397d04ec5" /><Relationship Type="http://schemas.openxmlformats.org/officeDocument/2006/relationships/slide" Target="/ppt/slides/slide22.xml" Id="R3f6ba4baf31f4b46" /><Relationship Type="http://schemas.openxmlformats.org/officeDocument/2006/relationships/slide" Target="/ppt/slides/slide23.xml" Id="R7de7d8902b734900" /><Relationship Type="http://schemas.openxmlformats.org/officeDocument/2006/relationships/slide" Target="/ppt/slides/slide24.xml" Id="Rbdd985fdd23d453e" /><Relationship Type="http://schemas.openxmlformats.org/officeDocument/2006/relationships/slide" Target="/ppt/slides/slide25.xml" Id="Rde4644e22ab14f50" /><Relationship Type="http://schemas.openxmlformats.org/officeDocument/2006/relationships/slide" Target="/ppt/slides/slide26.xml" Id="R92107529218f4d11" /><Relationship Type="http://schemas.openxmlformats.org/officeDocument/2006/relationships/slide" Target="/ppt/slides/slide27.xml" Id="Rb6e8cfb71a154559" /><Relationship Type="http://schemas.openxmlformats.org/officeDocument/2006/relationships/slide" Target="/ppt/slides/slide28.xml" Id="Raeac99e7fe494816" /><Relationship Type="http://schemas.openxmlformats.org/officeDocument/2006/relationships/slide" Target="/ppt/slides/slide29.xml" Id="Rf731eb5b783f44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02d04dc86242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1f5ac7161d4ed0" /><Relationship Type="http://schemas.openxmlformats.org/officeDocument/2006/relationships/notesMaster" Target="/ppt/notesMasters/notesMaster1.xml" Id="R4178fb393de849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e4e28278344216" /><Relationship Type="http://schemas.openxmlformats.org/officeDocument/2006/relationships/notesMaster" Target="/ppt/notesMasters/notesMaster1.xml" Id="Ra8b1a9b0a99e4c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88f530942e4b27" /><Relationship Type="http://schemas.openxmlformats.org/officeDocument/2006/relationships/notesMaster" Target="/ppt/notesMasters/notesMaster1.xml" Id="R2c0191c2d89848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bce1c2d70d42c4" /><Relationship Type="http://schemas.openxmlformats.org/officeDocument/2006/relationships/notesMaster" Target="/ppt/notesMasters/notesMaster1.xml" Id="R55eeb5993a7d48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a2fca6b76f4b4d" /><Relationship Type="http://schemas.openxmlformats.org/officeDocument/2006/relationships/notesMaster" Target="/ppt/notesMasters/notesMaster1.xml" Id="Re77a1aff2e7446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ba7de9c8cc4422" /><Relationship Type="http://schemas.openxmlformats.org/officeDocument/2006/relationships/notesMaster" Target="/ppt/notesMasters/notesMaster1.xml" Id="R2ee0bd8ab25944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53774736774f0f" /><Relationship Type="http://schemas.openxmlformats.org/officeDocument/2006/relationships/notesMaster" Target="/ppt/notesMasters/notesMaster1.xml" Id="R1e2b15cb913247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f055f47b814db9" /><Relationship Type="http://schemas.openxmlformats.org/officeDocument/2006/relationships/notesMaster" Target="/ppt/notesMasters/notesMaster1.xml" Id="R2cbe565491f041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c25840172642c1" /><Relationship Type="http://schemas.openxmlformats.org/officeDocument/2006/relationships/notesMaster" Target="/ppt/notesMasters/notesMaster1.xml" Id="R5594c7b281ba4e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a8153cbe2d46b4" /><Relationship Type="http://schemas.openxmlformats.org/officeDocument/2006/relationships/notesMaster" Target="/ppt/notesMasters/notesMaster1.xml" Id="Rc94a1cf5963e4d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9f55f7a2b142ba" /><Relationship Type="http://schemas.openxmlformats.org/officeDocument/2006/relationships/notesMaster" Target="/ppt/notesMasters/notesMaster1.xml" Id="R795c8444f4bf4a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09499123754701" /><Relationship Type="http://schemas.openxmlformats.org/officeDocument/2006/relationships/notesMaster" Target="/ppt/notesMasters/notesMaster1.xml" Id="R8bc4ea634bb34a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f053fe68fd45ed" /><Relationship Type="http://schemas.openxmlformats.org/officeDocument/2006/relationships/notesMaster" Target="/ppt/notesMasters/notesMaster1.xml" Id="R4d8abc334b4f4f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6094a5b0504e4f" /><Relationship Type="http://schemas.openxmlformats.org/officeDocument/2006/relationships/notesMaster" Target="/ppt/notesMasters/notesMaster1.xml" Id="R835a84eaa2c34b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d35db8e6004d98" /><Relationship Type="http://schemas.openxmlformats.org/officeDocument/2006/relationships/notesMaster" Target="/ppt/notesMasters/notesMaster1.xml" Id="R31cc93cb816b43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37214442124abc" /><Relationship Type="http://schemas.openxmlformats.org/officeDocument/2006/relationships/notesMaster" Target="/ppt/notesMasters/notesMaster1.xml" Id="R9b5878081a2640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43b43cbe294e56" /><Relationship Type="http://schemas.openxmlformats.org/officeDocument/2006/relationships/notesMaster" Target="/ppt/notesMasters/notesMaster1.xml" Id="R357e0ed06b154c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5a2554b30bf4bde" /><Relationship Type="http://schemas.openxmlformats.org/officeDocument/2006/relationships/notesMaster" Target="/ppt/notesMasters/notesMaster1.xml" Id="R0ca3295331f249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e16aa5292b4470" /><Relationship Type="http://schemas.openxmlformats.org/officeDocument/2006/relationships/notesMaster" Target="/ppt/notesMasters/notesMaster1.xml" Id="R84792f3936d549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5a0d9df9bf44dee" /><Relationship Type="http://schemas.openxmlformats.org/officeDocument/2006/relationships/notesMaster" Target="/ppt/notesMasters/notesMaster1.xml" Id="R9a37416111af4b7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f336d4bfa534d7e" /><Relationship Type="http://schemas.openxmlformats.org/officeDocument/2006/relationships/notesMaster" Target="/ppt/notesMasters/notesMaster1.xml" Id="R6992751542bb4cb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039275c4d8447c" /><Relationship Type="http://schemas.openxmlformats.org/officeDocument/2006/relationships/notesMaster" Target="/ppt/notesMasters/notesMaster1.xml" Id="R52fbe7442716475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5be7d394f4240b6" /><Relationship Type="http://schemas.openxmlformats.org/officeDocument/2006/relationships/notesMaster" Target="/ppt/notesMasters/notesMaster1.xml" Id="R835c75ad9462447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fd23746608e4870" /><Relationship Type="http://schemas.openxmlformats.org/officeDocument/2006/relationships/notesMaster" Target="/ppt/notesMasters/notesMaster1.xml" Id="Ra926b8c79bf54ef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a5b9676d4104aa0" /><Relationship Type="http://schemas.openxmlformats.org/officeDocument/2006/relationships/notesMaster" Target="/ppt/notesMasters/notesMaster1.xml" Id="R056b5877e3974a6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c5883a6d344bfd" /><Relationship Type="http://schemas.openxmlformats.org/officeDocument/2006/relationships/notesMaster" Target="/ppt/notesMasters/notesMaster1.xml" Id="R18596e019dc445e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3d9fcaa566c4f8a" /><Relationship Type="http://schemas.openxmlformats.org/officeDocument/2006/relationships/notesMaster" Target="/ppt/notesMasters/notesMaster1.xml" Id="R6daa9a943c174ff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433ec90ee5d45db" /><Relationship Type="http://schemas.openxmlformats.org/officeDocument/2006/relationships/notesMaster" Target="/ppt/notesMasters/notesMaster1.xml" Id="R0abc7afb2c2c494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25cc2da60834776" /><Relationship Type="http://schemas.openxmlformats.org/officeDocument/2006/relationships/notesMaster" Target="/ppt/notesMasters/notesMaster1.xml" Id="R4cc36402fd4a4f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4ef7e2d9e44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94eee5ae448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6fc11170a46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7d90e607243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8aa42c257489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7549663d445f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17ebfaded4a3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8df31cdc1486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430a61f0a45c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86c44b9c34eb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5f054fda54dd3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4a5f7e21aec4695" /><Relationship Type="http://schemas.openxmlformats.org/officeDocument/2006/relationships/slideLayout" Target="/ppt/slideLayouts/slideLayout2.xml" Id="Re85d345953df4933" /><Relationship Type="http://schemas.openxmlformats.org/officeDocument/2006/relationships/slideLayout" Target="/ppt/slideLayouts/slideLayout3.xml" Id="Rf1623f3a761b438d" /><Relationship Type="http://schemas.openxmlformats.org/officeDocument/2006/relationships/slideLayout" Target="/ppt/slideLayouts/slideLayout4.xml" Id="Rc9a3c507abd04678" /><Relationship Type="http://schemas.openxmlformats.org/officeDocument/2006/relationships/slideLayout" Target="/ppt/slideLayouts/slideLayout5.xml" Id="R77380602550c4bfb" /><Relationship Type="http://schemas.openxmlformats.org/officeDocument/2006/relationships/slideLayout" Target="/ppt/slideLayouts/slideLayout6.xml" Id="Ra3af4afb23ea42d8" /><Relationship Type="http://schemas.openxmlformats.org/officeDocument/2006/relationships/slideLayout" Target="/ppt/slideLayouts/slideLayout7.xml" Id="R6a005272392a4d5e" /><Relationship Type="http://schemas.openxmlformats.org/officeDocument/2006/relationships/slideLayout" Target="/ppt/slideLayouts/slideLayout8.xml" Id="R42d6f013165541d4" /><Relationship Type="http://schemas.openxmlformats.org/officeDocument/2006/relationships/slideLayout" Target="/ppt/slideLayouts/slideLayout9.xml" Id="Rd5dbbf0f5a744c4d" /><Relationship Type="http://schemas.openxmlformats.org/officeDocument/2006/relationships/slideLayout" Target="/ppt/slideLayouts/slideLayout10.xml" Id="R82a2493050bd40e8" /><Relationship Type="http://schemas.openxmlformats.org/officeDocument/2006/relationships/slideLayout" Target="/ppt/slideLayouts/slideLayout11.xml" Id="R142c70d037124bd3" /><Relationship Type="http://schemas.openxmlformats.org/officeDocument/2006/relationships/slideLayout" Target="/ppt/slideLayouts/slideLayout12.xml" Id="R317f5050d35e498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5d345953df4933"/>
    <p:sldLayoutId xmlns:r="http://schemas.openxmlformats.org/officeDocument/2006/relationships" id="2147483650" r:id="Rf1623f3a761b438d"/>
    <p:sldLayoutId xmlns:r="http://schemas.openxmlformats.org/officeDocument/2006/relationships" id="2147483651" r:id="Rc9a3c507abd04678"/>
    <p:sldLayoutId xmlns:r="http://schemas.openxmlformats.org/officeDocument/2006/relationships" id="2147483652" r:id="R77380602550c4bfb"/>
    <p:sldLayoutId xmlns:r="http://schemas.openxmlformats.org/officeDocument/2006/relationships" id="2147483653" r:id="Ra3af4afb23ea42d8"/>
    <p:sldLayoutId xmlns:r="http://schemas.openxmlformats.org/officeDocument/2006/relationships" id="2147483654" r:id="R6a005272392a4d5e"/>
    <p:sldLayoutId xmlns:r="http://schemas.openxmlformats.org/officeDocument/2006/relationships" id="2147483655" r:id="R42d6f013165541d4"/>
    <p:sldLayoutId xmlns:r="http://schemas.openxmlformats.org/officeDocument/2006/relationships" id="2147483656" r:id="Rd5dbbf0f5a744c4d"/>
    <p:sldLayoutId xmlns:r="http://schemas.openxmlformats.org/officeDocument/2006/relationships" id="2147483657" r:id="R82a2493050bd40e8"/>
    <p:sldLayoutId xmlns:r="http://schemas.openxmlformats.org/officeDocument/2006/relationships" id="2147483658" r:id="R142c70d037124bd3"/>
    <p:sldLayoutId xmlns:r="http://schemas.openxmlformats.org/officeDocument/2006/relationships" id="2147483659" r:id="R317f5050d35e49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e7ca2b564464a60" /><Relationship Type="http://schemas.openxmlformats.org/officeDocument/2006/relationships/image" Target="/ppt/media/image.png" Id="R756f5a7a07704ce8" /><Relationship Type="http://schemas.openxmlformats.org/officeDocument/2006/relationships/image" Target="/ppt/media/image2.png" Id="R86aea8fc9b194f89" /><Relationship Type="http://schemas.openxmlformats.org/officeDocument/2006/relationships/notesSlide" Target="/ppt/notesSlides/notesSlide1.xml" Id="R6fc22de1c6c841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fc3ac829244b0" /><Relationship Type="http://schemas.openxmlformats.org/officeDocument/2006/relationships/image" Target="/ppt/media/image2.png" Id="Ra6eb63161e23447a" /><Relationship Type="http://schemas.openxmlformats.org/officeDocument/2006/relationships/notesSlide" Target="/ppt/notesSlides/notesSlide2.xml" Id="R87ab8acd86f544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6298dc85bf54315" /><Relationship Type="http://schemas.openxmlformats.org/officeDocument/2006/relationships/image" Target="/ppt/media/image2.png" Id="R67495626611a47e8" /><Relationship Type="http://schemas.openxmlformats.org/officeDocument/2006/relationships/notesSlide" Target="/ppt/notesSlides/notesSlide3.xml" Id="R619814eb63774d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0024a4e39d24d7b" /><Relationship Type="http://schemas.openxmlformats.org/officeDocument/2006/relationships/image" Target="/ppt/media/image3.png" Id="Rb2c4a07d9bec40d7" /><Relationship Type="http://schemas.openxmlformats.org/officeDocument/2006/relationships/notesSlide" Target="/ppt/notesSlides/notesSlide4.xml" Id="R64d72e3c5fc74a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ffa58414bbb492e" /><Relationship Type="http://schemas.openxmlformats.org/officeDocument/2006/relationships/image" Target="/ppt/media/image3.png" Id="R8e92b68942a94edc" /><Relationship Type="http://schemas.openxmlformats.org/officeDocument/2006/relationships/notesSlide" Target="/ppt/notesSlides/notesSlide5.xml" Id="Rcdf1c3baf2174a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1dd6798a6fc4eae" /><Relationship Type="http://schemas.openxmlformats.org/officeDocument/2006/relationships/image" Target="/ppt/media/image2.png" Id="R53ff4be312de42ef" /><Relationship Type="http://schemas.openxmlformats.org/officeDocument/2006/relationships/notesSlide" Target="/ppt/notesSlides/notesSlide6.xml" Id="R441ea26e5f4d4b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42a3833dea74c84" /><Relationship Type="http://schemas.openxmlformats.org/officeDocument/2006/relationships/image" Target="/ppt/media/image3.png" Id="Rfb38b726732b492e" /><Relationship Type="http://schemas.openxmlformats.org/officeDocument/2006/relationships/notesSlide" Target="/ppt/notesSlides/notesSlide7.xml" Id="R5c05ea24e2044e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1b197d3bef48c9" /><Relationship Type="http://schemas.openxmlformats.org/officeDocument/2006/relationships/image" Target="/ppt/media/image3.png" Id="R9393099d4f4c450a" /><Relationship Type="http://schemas.openxmlformats.org/officeDocument/2006/relationships/notesSlide" Target="/ppt/notesSlides/notesSlide8.xml" Id="R4042e6a7e77e4f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b77c00f61af4083" /><Relationship Type="http://schemas.openxmlformats.org/officeDocument/2006/relationships/image" Target="/ppt/media/image3.png" Id="R0d03cfa0a1284122" /><Relationship Type="http://schemas.openxmlformats.org/officeDocument/2006/relationships/notesSlide" Target="/ppt/notesSlides/notesSlide9.xml" Id="R237e751bc66c4c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2b28995b1024564" /><Relationship Type="http://schemas.openxmlformats.org/officeDocument/2006/relationships/image" Target="/ppt/media/image2.png" Id="Rbe2771c5b77d45d9" /><Relationship Type="http://schemas.openxmlformats.org/officeDocument/2006/relationships/notesSlide" Target="/ppt/notesSlides/notesSlide10.xml" Id="R16b111f1a48b4a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c704f95b9334dbc" /><Relationship Type="http://schemas.openxmlformats.org/officeDocument/2006/relationships/image" Target="/ppt/media/image3.png" Id="Raf6478142f914345" /><Relationship Type="http://schemas.openxmlformats.org/officeDocument/2006/relationships/notesSlide" Target="/ppt/notesSlides/notesSlide11.xml" Id="Rbae7c04358b94f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2fca81558ec4292" /><Relationship Type="http://schemas.openxmlformats.org/officeDocument/2006/relationships/image" Target="/ppt/media/image3.png" Id="R4fac19ceb5774cb9" /><Relationship Type="http://schemas.openxmlformats.org/officeDocument/2006/relationships/notesSlide" Target="/ppt/notesSlides/notesSlide12.xml" Id="R562e39ec76c042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738a69252dc467c" /><Relationship Type="http://schemas.openxmlformats.org/officeDocument/2006/relationships/image" Target="/ppt/media/image3.png" Id="R827d8479d4044aba" /><Relationship Type="http://schemas.openxmlformats.org/officeDocument/2006/relationships/notesSlide" Target="/ppt/notesSlides/notesSlide13.xml" Id="R06654ff021b649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cc4f33703641b8" /><Relationship Type="http://schemas.openxmlformats.org/officeDocument/2006/relationships/image" Target="/ppt/media/image3.png" Id="R345dedb175fa4ac1" /><Relationship Type="http://schemas.openxmlformats.org/officeDocument/2006/relationships/notesSlide" Target="/ppt/notesSlides/notesSlide14.xml" Id="Rb2d8d235aaa44f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c8668704e5e44bb" /><Relationship Type="http://schemas.openxmlformats.org/officeDocument/2006/relationships/image" Target="/ppt/media/image3.png" Id="R2f05bc0bffea43e6" /><Relationship Type="http://schemas.openxmlformats.org/officeDocument/2006/relationships/notesSlide" Target="/ppt/notesSlides/notesSlide15.xml" Id="Refdac1cc153c46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61ff058aad8411f" /><Relationship Type="http://schemas.openxmlformats.org/officeDocument/2006/relationships/image" Target="/ppt/media/image3.png" Id="R07755cdd54d74dea" /><Relationship Type="http://schemas.openxmlformats.org/officeDocument/2006/relationships/notesSlide" Target="/ppt/notesSlides/notesSlide16.xml" Id="Rc44aa8195dd446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146eff7a10a4f82" /><Relationship Type="http://schemas.openxmlformats.org/officeDocument/2006/relationships/image" Target="/ppt/media/image3.png" Id="Rffd91c19ce954bde" /><Relationship Type="http://schemas.openxmlformats.org/officeDocument/2006/relationships/notesSlide" Target="/ppt/notesSlides/notesSlide17.xml" Id="R1daa8fd2fa8a466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2f29ebcd2664225" /><Relationship Type="http://schemas.openxmlformats.org/officeDocument/2006/relationships/image" Target="/ppt/media/image3.png" Id="Rb00cce1ed29047b1" /><Relationship Type="http://schemas.openxmlformats.org/officeDocument/2006/relationships/notesSlide" Target="/ppt/notesSlides/notesSlide18.xml" Id="R984ca55070a045a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8db7210b7e1440d" /><Relationship Type="http://schemas.openxmlformats.org/officeDocument/2006/relationships/image" Target="/ppt/media/image3.png" Id="R74cba0dd0f4c47b6" /><Relationship Type="http://schemas.openxmlformats.org/officeDocument/2006/relationships/notesSlide" Target="/ppt/notesSlides/notesSlide19.xml" Id="R5e91c74c144d4e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ae96db8fac048cb" /><Relationship Type="http://schemas.openxmlformats.org/officeDocument/2006/relationships/image" Target="/ppt/media/image3.png" Id="R34ed8b7f42794ea0" /><Relationship Type="http://schemas.openxmlformats.org/officeDocument/2006/relationships/notesSlide" Target="/ppt/notesSlides/notesSlide20.xml" Id="Rb1515f1b91e343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8dfa070b6ff48b9" /><Relationship Type="http://schemas.openxmlformats.org/officeDocument/2006/relationships/image" Target="/ppt/media/image3.png" Id="R95b7462b50d04658" /><Relationship Type="http://schemas.openxmlformats.org/officeDocument/2006/relationships/notesSlide" Target="/ppt/notesSlides/notesSlide21.xml" Id="R43dd23d633f641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d6b38416f7d43af" /><Relationship Type="http://schemas.openxmlformats.org/officeDocument/2006/relationships/image" Target="/ppt/media/image3.png" Id="R616134cd873c47c0" /><Relationship Type="http://schemas.openxmlformats.org/officeDocument/2006/relationships/notesSlide" Target="/ppt/notesSlides/notesSlide22.xml" Id="R193543e74030425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394914638824af4" /><Relationship Type="http://schemas.openxmlformats.org/officeDocument/2006/relationships/image" Target="/ppt/media/image3.png" Id="R2403e00fc7004f3a" /><Relationship Type="http://schemas.openxmlformats.org/officeDocument/2006/relationships/notesSlide" Target="/ppt/notesSlides/notesSlide23.xml" Id="R6f983771a5fb4f2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8a27f7b5f624129" /><Relationship Type="http://schemas.openxmlformats.org/officeDocument/2006/relationships/image" Target="/ppt/media/image3.png" Id="R2cd2c63c67f44df8" /><Relationship Type="http://schemas.openxmlformats.org/officeDocument/2006/relationships/notesSlide" Target="/ppt/notesSlides/notesSlide24.xml" Id="Re2982d7f719c4ca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d8d97c451004a29" /><Relationship Type="http://schemas.openxmlformats.org/officeDocument/2006/relationships/image" Target="/ppt/media/image2.png" Id="R7bac71ec28174465" /><Relationship Type="http://schemas.openxmlformats.org/officeDocument/2006/relationships/notesSlide" Target="/ppt/notesSlides/notesSlide25.xml" Id="R57bd2e4b6487445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dad64be02640ff" /><Relationship Type="http://schemas.openxmlformats.org/officeDocument/2006/relationships/image" Target="/ppt/media/image3.png" Id="R8ecadf937b5445d7" /><Relationship Type="http://schemas.openxmlformats.org/officeDocument/2006/relationships/notesSlide" Target="/ppt/notesSlides/notesSlide26.xml" Id="Rb3c4176ef5514df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cf1da603f354d6d" /><Relationship Type="http://schemas.openxmlformats.org/officeDocument/2006/relationships/image" Target="/ppt/media/image3.png" Id="R84cd76c19ecf4174" /><Relationship Type="http://schemas.openxmlformats.org/officeDocument/2006/relationships/notesSlide" Target="/ppt/notesSlides/notesSlide27.xml" Id="Ra8bf922549dc453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4e9573fec9d4152" /><Relationship Type="http://schemas.openxmlformats.org/officeDocument/2006/relationships/image" Target="/ppt/media/image3.png" Id="Rec318f420f1940b3" /><Relationship Type="http://schemas.openxmlformats.org/officeDocument/2006/relationships/notesSlide" Target="/ppt/notesSlides/notesSlide28.xml" Id="R255057ec3f9a4dc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b8ac6703bfd4aed" /><Relationship Type="http://schemas.openxmlformats.org/officeDocument/2006/relationships/image" Target="/ppt/media/image2.png" Id="R86adb7d964744c0e" /><Relationship Type="http://schemas.openxmlformats.org/officeDocument/2006/relationships/notesSlide" Target="/ppt/notesSlides/notesSlide29.xml" Id="R3c213459564e4c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f5a7a07704ce8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ea8fc9b194f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b63161e2344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95626611a47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4a07d9bec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77DF1E-5A0C-459F-B7E9-9F3EE6EC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C777CD-B793-4B61-94AD-31813ACC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6CEB92-CC23-4427-8174-C241C062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D11041-EB0B-40E3-8DE8-09455666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E925AE-FCF5-428A-9DE9-1723DFBC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CD1B4F-DA23-451D-AA39-FA7FF39E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E9EBDD-C946-4EB8-8F59-8D095087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5090AB-A155-4C7C-A4A4-B87B5431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2EAE4E-402B-4C7C-82FB-81C40789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9189D0-28A1-4293-BE1D-75458B4D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830A20-70D2-404A-A8D8-DB6F367E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4CCEDC-AAA1-4067-93AE-4762ABF8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7ACD8B-5606-4027-B320-C96A04C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C9619C-C818-48F2-B0BB-8DB68187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B8C766-294E-41ED-BCEE-BD598670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83ECD1-5991-4791-890A-DE21DED3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2b68942a9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0C3DFC-EC6A-4DAB-B6E2-B60E1002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7DBB9D-E9A9-4229-B207-AD6D35E6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CCF96D-0264-4F2A-8735-CAE2205A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262C5F-86D8-48DB-B6C8-0E5E9854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53329B-9FC5-430D-8B1B-C94C4271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D5B388-6270-4523-9737-A933999A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C8A3F6-6DCD-43F3-8020-67985EF3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50ECB5-8B1B-4F8C-85AE-D65AF342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52F2A7-C3B3-4BD0-9FAD-5067E02D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FB9AA61-1B28-4781-885C-BE6E21C0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DDE140-D7E5-4933-A2DE-90C12173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829A10-2EE8-4F6B-AF9B-D358DD6A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D97200-8D44-46CE-8128-D7F05F52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6ABE84-81F8-4D8D-84E1-51CE7D7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F64205-650E-4131-8ADC-CC9EDFC0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2D09B3-B1E2-4089-AAC0-A753C700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A9C909-0097-4EBB-854D-5E7451E9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45CADDB-EEC3-46EE-BC89-75A69155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F07A62-D7C8-4AA4-828E-C4B2978A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FBA75D-A58C-4C79-8E2A-B4ED0218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C183D0D-A666-4015-B90F-9FD28A6A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A777C4F-ABB5-49F8-BE46-12714C53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186B84E-973B-4310-B886-66D94BB5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8640ED-6D20-4745-B066-BB4978F6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D99A350-FF71-44E8-85CA-18FC09A7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9351238-D84A-4D01-8998-E14232C4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f4be312de42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8b726732b49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8A0D3D-DC53-4046-9E1D-F1794402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A11D68-3216-4451-B4AA-898A5261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42C31B-7D37-4D71-B271-1BED789D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CBAC9E-FBEC-4AFB-90F2-0FB7BFB4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F9006B-8048-4E61-8957-ABC03EEF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1BCA910-FD83-4169-9C01-D8D28865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E7B808-E822-4670-AFF0-5364B462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6F8756-D6B6-4562-88EF-8ABE7994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EA23D2-0828-4B92-9725-EDB1F7BC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B2FBD0-1DFB-46F4-A3BB-7A79E232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A5C74A-B8D3-448D-A5FC-678B08DF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61935F-5F81-4698-8EAD-D3A963E8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6F083B-A5DB-48AF-8662-2DFCC247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3CB5A10-8BFA-4060-8043-4D787AAA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1A978D-DCE7-4D16-B2B8-81F36F55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78031F-1285-4822-9AD8-E7EBDC68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E3E051E-432E-4042-B7A4-4D4C97F3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6959E9-489B-42AD-8F11-973E7BCF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91B950-297B-4B7E-B2DF-34ACDAC1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3D3DA0-3D02-49BB-850D-88BE52FB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90E3F5-D8E6-4081-A448-2BB177D5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71F889-C17E-46B8-A622-CB5B440C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2EA4D4-FBBC-4167-AAC2-770959FB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DA6EAC-F289-4BD4-87BA-BF5C9755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502EBA6-7531-48D2-BCCC-450D35D9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195C79-8DEC-4969-A2FE-111968C7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8B2CD7F-C38D-483F-B5A1-CAA2DFFB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9DE3F76-2F1E-4C97-953D-A6C98146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75D8B2-A265-43E9-90C5-598B99F0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8BAB8D8-59B2-4E8C-9D72-79C26B1B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382F1F1-A708-44BD-8590-0DD1366D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4CF81EB-4FC0-4D31-AF40-C12D03DD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DEF3980-1EF3-4E86-BBB1-4B617160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2834A2C-2D45-4DCA-B993-0156F19F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17A69C4-84F0-4BFF-B24C-994B1FA9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B01262A-A31D-4737-86D3-00D4FC38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6857C6E-5F99-4484-A311-9BE04DD0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5396BB0-81B6-45E0-881B-2E819F5E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28919AB-5D5B-4F76-B966-4D176402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3FEC0D4-9417-4E24-A57C-F3A90723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613F4F6-2540-4D35-9316-A161D5FD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4DFDA25-5E72-4C5C-BD53-A2FF16B8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C88665A-753C-476D-B1CE-FECCE9B8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1D64AD2-BE19-4291-8479-5CBB8F13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16B7695-4D9D-40F2-B618-EA1DBD26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EC0A0A2-1046-409A-ABD7-FCC224E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13E628F-D583-4C1A-9A09-47DCB93B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3099d4f4c45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C67C08D-D406-40FC-B742-6568CA61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9175152-DA3A-4B5E-AA0C-5737E15A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707D37D-051C-46A3-A2B7-DAA829E1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01A5789-14A3-46F0-9E06-6BEC360C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3516864-4D6C-4895-982C-6D71A886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6D988FD-D443-48E4-B548-43D32FBB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3118CE2-FBFD-417C-93A8-35C64E30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328F069-B32A-49FD-B5D4-F6514D16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A257493-C851-4246-BB4C-AB5654C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22484C5-E89F-46FB-9A1E-A79A1924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7079900-1E57-4B70-B425-46DBBE6D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B60DBAC-365A-457C-8811-F18E6134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D80DB4C-FA05-40EB-9323-0A81A00C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3DEED0B-7A3F-45A6-A965-CBE0915D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587665F-1E9D-408F-B540-27BE052E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EB00B3A-6655-42B9-95D7-F9BAC034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19B4435-62B0-410B-AA0B-BBE2EAB6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F521119-9506-491E-9837-CE1FD00D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32DE7C6-9AFE-4C82-9236-AAC47BDF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7857072-040A-4971-B53C-DBF51F9D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9713A87-4893-4F90-9623-5163FA1E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C437ECE-C8D3-4284-9BC0-AF2BF0B1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1FA90BE-B892-438A-9D30-77CAEFB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8D9B42A-B416-4D1D-95A0-A8280F62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3cfa0a12841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A70F749-5151-439C-80B5-8D107ABF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5C78251-74B7-4679-87B4-EF4775E2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8A09E1D-77BA-48F4-A742-67F2798C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5BFE0DF-BBD2-4A94-8B73-E6F4515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3350FE8-AC43-4D87-B725-6A7F9E34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AADB86F-2831-4C24-8DFB-F58F9B99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9595608-DFE4-418F-A24C-01FA39EE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A02E39-B209-4126-B91B-F8929CE2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584DDA1-08CE-4539-AC74-7D5FE2B4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925277E-7281-42DA-8834-F7AB0062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2EAA1FF-DEF2-449F-95EB-DC33E39B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66B0516-468B-48A8-8205-7265C9D5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C89FF31-A124-41F7-B22D-D607F9DA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5F0DC1F-7991-4309-A6B5-7B7F8FD9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91B027E-9904-4FCF-A91A-7E74EC59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4458C02-A25E-4E51-856A-3B42C0CA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B5036CE-AC96-4EE4-9D95-DD9957E7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B1ACC8E-42E1-4BDE-A3FC-08AC9D49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771c5b77d45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478142f914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79A222E-892C-4CC3-9F2E-4FAE49B7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192F256-AFFB-4DAE-818C-B4F2E777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B5DE075-E60D-422A-A464-639340E6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1CE4457-F40C-4376-BBDD-CE9C7EF1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873C589-CA96-4BEF-A6C9-3DC320AB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9794583-AEFF-4E96-B1E8-E3349911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014176D-969D-47F3-BA5E-48338614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9CD04AC-D8B2-4C86-AA82-8C5105C3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AAD478B-5631-4E61-9B19-C6C87F25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3E32EB3-8128-4A69-A554-AC15BC21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CA06BF1-51C8-4634-BD22-B6B9D758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EC6AAAE-6E39-4CD0-8A2B-AF9455DC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30A73B6-D1AF-401B-8C6A-15498691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1CF370B-A11B-4A3D-ADA6-D597EC9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E8754B6-7E10-4F41-A3C0-A1EC6051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26078F1-BB96-4CF7-B881-7C7DA9AF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c19ceb5774c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07EBA19-2783-48DD-8246-C4A9047D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2DC047B-EF99-4FDE-8A0A-0E68E030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532BE9A-1FFC-486D-9742-5CB04DA3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62005B0-DAC7-45FE-BB16-8244F8F9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64C79D9-F1AF-4F87-8ABC-040F78CD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8C3C60C-E6F4-4DC2-85AE-97284094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10D4F01-738E-4DE8-B313-BB37D840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811DAC0-6FDC-48B6-A3DB-DD6B917D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A962985-D04F-42E1-AD82-4475756D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C8548E5-39D2-40BB-8F3A-69776DB0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C3B0BA-4F58-43DE-9110-A15037BA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9B3BE45-F4ED-4590-B673-A86447C2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CE369EE-0B47-47C5-ACB0-7C6F187A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4AEE012-DFE2-4511-9515-A5938452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05DEB16-0299-46AC-8855-BC4E3EA9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F178813-C1BB-44AB-ACE0-F41F3335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2C57B9F-481F-4C86-9B39-D7DBD6C9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364023A-FFBA-4AC7-9EF0-13969E42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DC5405B-D62F-490E-B1E9-842C695E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97A9357-7AD1-49B3-9021-B26B5C6C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F57F8FE-40A1-4A7D-B910-8ACC269C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27C1AC5-2FC5-4E18-8C00-5A3D0D91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D5B17B2-67EA-43D1-9447-0BBFF709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2AC6ACC-3879-4FC7-B19A-DD32B16A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8201833-017B-4657-AF51-5D83AE88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6534D7D-4E2F-41DA-A451-023256BF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DF1919C-303F-4DBC-B771-74DE0B42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E2B3C21-9048-445A-A9C2-C1FF98AD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7187244-D30F-49C1-AC96-7116B5F5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E176C32-4DD8-4686-BFE1-06FB9AF1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92E2CF2-BCEE-44C3-8950-71ECA526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D1ADFD0-5651-47B5-BDC6-1BDC6B6E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FE2113E-6455-4243-AE01-ACB731C7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C3E508C-EBE3-47AB-B376-BC74E5FC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B854E97-9032-47E8-AE6B-425069F5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d8479d4044a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49305CB-05C2-41D7-B06A-2C851C4A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A7AC94F-2DB4-48D4-A763-8C0C36DC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3DE01F8-82F5-481F-878B-52B49402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C6B528D-9196-4072-87C3-2341834D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793CF47-7107-46B4-9AB7-4CD92757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21F790F-F715-4A5C-9B68-6960FF94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B66F29B-5F51-4C6E-BC72-6C7723BF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47FBE63-7274-467A-8874-5E486493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796B857-9D51-48CD-BE8C-4E91D76A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22214C5-CA66-4B59-AD5E-511F1096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96E4A86-650C-4D04-8C14-3999279F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8D9C4A-02F0-4DE6-818A-27F1883A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5E184C7-9D6B-4106-83B9-81F3292E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5E9C4E1-3AAE-40E3-ABC0-CD39962D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F1DA8DC-64D7-42A6-B78B-AFA4EE1D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104CBD3-D8C7-48E0-BAE2-1848DD3B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6FF649D-BEA8-40A3-984F-8616D7F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C2563DA-3462-4CCD-8706-76F59872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8CA1E0B-FA35-4624-BA2F-0204DE2F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0101F49-E38E-47CA-8D58-28A3F833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1A5DF4E-AAA2-41C0-99CF-86A8DFC3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F77F886-432B-43A1-96BA-FB92F230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78DDB51-F66B-4E36-BBE3-A93BD3E7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21B4433-C786-43D6-9E8C-F6FF242F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3D060B2-2BFE-47AB-91FD-37112E8E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7646672-6236-4988-A4C7-B45C41DD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A3AB3D4-4E60-4520-B923-6B579A07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09F209F-4546-4875-99A9-CA021B51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948B29A-851B-48E9-9693-8A3C283D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50CCC98-20FC-4D0E-9825-BCDFAC67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8ADB7C2-8D5A-4F0A-B359-C17D0765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2DCE3BE-497F-4BC3-B2B2-799E1456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807AD51-3F1D-4930-9DC3-57761BB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5F08F13-7C62-4F84-8E79-119FA8DE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6C2C7C9-81F1-45D5-A133-2D92DF4E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2D8169E-924A-424F-B58F-581CF62C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E06008F-4B6C-4E74-A1EA-EFCD5670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148B3E3-BE6D-4E23-B653-934D7F8C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5CB38F7-A789-4C08-A786-BDF109C2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8C60538-A2A4-405E-B189-DE379320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5730DAA-DB0D-4629-9813-54F95B9A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70C2E47-A2E6-4C9F-8E65-DA355FF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2364729-2EDD-44C6-AFDB-B195C1C9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17D5BB7-4644-4620-A388-AAA0BBA9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CFBC2A7-294C-478B-ABF1-ED50C3BD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dedb175fa4a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4D01119-B77C-4907-82B8-66C389F5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89CA44B-2C93-4548-AA9B-B5288D9F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FD635CC-9BA9-48C9-97B2-1CF7EE78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6624E3E-C6E0-4098-B38B-66779243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AC7D2E3-3C10-45CD-80AB-453D039B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4226C1A-5220-46EA-ACEC-B471BAA2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2203A9A-5C43-4DAA-B501-E9A22E14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A84F7A2-A167-47F1-AAF3-E4855A25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8D6D9D1-FD87-4081-B217-ED633812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EE3602D-AC55-4F5F-9BF0-BE788208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9EC0120-147E-416B-B716-2C28C113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5D6CB4-507A-4B7A-9527-B832779A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58FBAA4-9D40-41C9-9AED-C7B13B74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EDFF964-059A-41BC-94EE-E222D043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857298E-80EE-4E49-8DE5-03F1AEF5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BD69D78-6186-4FE2-A70E-1A3CF75E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6736858-B7B9-42C8-BF55-B38BF6B1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9F147DF-9169-4006-A3F4-768844DC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3C66C6C-BCA6-4F10-B60E-33659EAD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F080F9E-A7E3-4580-825F-7A4B1419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2EC8331-B716-4C48-B082-4414555E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7357052-1842-431D-8A3A-FDE8A1D3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239ACE0-B191-4475-99BC-B1CD4E78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B180CF5-C9E2-4276-8A1E-E75E94D7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0FF17FA-EFEB-4E21-82ED-1586534D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3D0EFCD-79D4-41C2-94B5-6EE43137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7382955-7366-4975-ADF4-F739A4E8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444FEB-413E-4489-AB4B-51CCF27F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6242855-AA79-41E7-A11D-A1F1BF65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8CD08AF-CE3F-4041-86C5-BD38C07C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12BDB01-5629-4FFE-A3A2-D641279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A8FAC96-68B0-439A-AC68-C10B82DC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1B4C327-53FD-4A67-8424-11EC84C2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663520E-EDB4-455C-B5EA-BB4B890B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58A9090-6336-4243-8ECD-2B2E76D3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00192E0-C17B-4BB2-8BC2-1F2B6355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D160D74-3E57-4328-8C32-05A9244E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ED8353D-677F-4DEF-B24F-6ADFB4CA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B5361BE-8C9A-4510-B067-22BB15C6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70F7690-2D87-47FB-ACD0-72359B71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DAFA0D5-0D21-4999-A24B-BAAF5EB2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5bc0bffea43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2FDB8E4-1AFB-4CFA-96EA-99904659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835D379-66C9-46BE-B44D-C58ADEF0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A32C676-62F0-437B-94C0-A36F5C93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E1B5215-99FA-4E2C-8C6A-E4DB9804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2FB91BE-4BB0-4F12-9953-345C64A9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4B52D9B-E5C4-47E9-A837-65817A6D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06C298B-99C7-4ABB-BF33-5AE85C06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C37BAC0-A907-4CB7-896C-9A42300B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5499617-B42D-43C8-A3AC-98AFB1E2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ADC012D-D014-46BF-9D9A-756B91F3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1523104-1BD3-4FCE-AE81-EF2E6D19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D4A5945-0336-48F3-99DB-1B934519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13ACCAB-7FFE-4F10-AF55-A162DFC2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5BF0EAE-DC3A-4F57-9FD2-461575CF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E03D7E0-DA76-4A12-8DE3-CAC9B314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0D1EAAE-9F3B-485D-82D7-C2D5274E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8F488F5-55C7-46E0-A88A-6B944D1F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D712E7E-65A5-465F-BA93-BE9C58E9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067B5EE-46AB-4475-8BFA-7D1852AA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9A9942B-1A2F-4851-834A-C1CB034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A7E374D-A8B4-4544-9666-1443DB53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01C9717-4A7C-4401-8674-6813D815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A99571B-5368-465C-AE73-B184C67B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C8544B0-0195-465F-A75D-3E00C1B3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68FDA32-8E05-47E4-A423-8A350498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A4A33AE-6254-43F9-8036-0C8544FA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DEE2575-28C4-4F1C-BEC8-79B39722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EBD3A7D-D191-4A24-881E-5C67F13F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52E3074-D771-4207-ACB0-8C9F541E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5BB14B2-8C37-4372-9830-8B341C4C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55cdd54d74d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859DEA1-987C-4107-914A-4DB10CA1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198EC5C-2057-499F-819E-EED680AF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9A48774-5A5C-4A53-B814-0925CACB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CA6ED04-71F9-456E-8619-1273493D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3ABDB95-7B98-475F-A70A-327E9066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79E754D-6033-4389-93E9-D7FC43D5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5F49F63-4818-47C8-A72A-88605CAD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0BDB609-EF86-46EE-94ED-51315841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AE2DB19-E844-40EE-A542-B9ED8D63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0BC8A00-B077-4808-9744-8BB8774E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4727895-5A85-4A60-958A-91AB143D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27F6967-B286-41E3-86B2-FD835E9C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3119D50-0E1E-4D7C-BF4F-9D88613C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957A867-288A-40C2-8306-0E7D8224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C311425-01FA-4765-8C24-8FDC4EA9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A1A8EAB-1B7E-482C-B0AF-AE4C24C7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9CF80B9-6C16-46FE-871A-4EC40998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70348CA-2F70-4615-B2A8-A2E4AD9C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B3E4AB6-3A92-4DD0-9D19-57018707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51ECF67-E041-4365-9C2D-DBFF84F4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AD0AB4B-60B6-4B2D-BBF4-66A8B4E2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014610E-191F-4AD7-A7AE-42BD9FDE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20A2FC0-FD12-43F4-BEED-A258F633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85F7802-D42F-48B8-9E92-B5FC1C9C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BBFED6C-1272-4E28-BAAA-730A88C6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4AF8074-AEB3-44D5-9878-73A904E3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9AE0C84-DC1E-421A-AF99-5DBBC132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929CB44-DEBC-4CEB-A45A-D4651279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AB2E283-C132-46D6-A45A-EB5A1AF5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9DE1CB2-BF3F-4068-8AAE-FFA98DF5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C092FBE-521D-4406-8AEC-6487B799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05FB872-1F71-463B-8C15-9B3AD0A0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25DB0E5-DF9B-4C91-AC6A-308AA615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9672FA1-949F-410B-B221-E9A752D2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8F3C98D-75C0-4AE6-A792-534182A8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8AB28B7-EF59-49E9-A009-7611FA34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A779B7A-DAF5-40E7-804D-60FA5D80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D294D3F-00A8-4470-BCB6-4266BBC2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91c19ce954b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9150AD6-B5C3-4020-9092-961EFE92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A8F7651-AF14-4924-87EF-671B2FD3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5051440-1864-4E38-A6FA-5CC16ACA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81C0A54-9514-4E6C-95C4-49D2F1D7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1BAC5FC-2C5A-4FEA-BE9D-9C2F482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9427125-479D-4C6B-90FA-6BD1A20B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C6D4E16-E016-4ADC-9356-746FF291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CE71FD6-CDDB-497C-8DA7-D82609A1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A6C16F7-2631-47BC-8F49-59EE96B8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06505A2-2B51-429B-BE95-275D432C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52172DB-C014-4911-A929-F417AD3D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18D1C45-B8F3-4330-BC26-1A9C9AC6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A5FE89A-E419-4477-874B-75B9063C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5DBFE3D-F01F-49B0-8172-E2543653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D7181FD-C1B5-4808-BE7C-5C802618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DF08780-B477-46C9-B34B-E0B5002D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11439FC-9A74-41A1-B43D-2206047A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8F47E78-EC6C-4997-B884-098CC385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C3E1EB4-FC5F-458D-9766-81B093BD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4FB7933-8D2F-4ED7-A7EB-770563EF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38F3DDC-99B9-4651-B535-773246C3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2F18A0E-E4A9-41CA-B5F6-1546590E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A1638C5-7F25-4F91-A60C-CA15FAB4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161A477-82A3-4083-9173-38F2B084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8F0068A-27E1-447E-894B-7D75F35C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D921B11-9B6E-40F2-93F1-FB80ED7A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19D1125-5B26-4202-8BED-463B705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2667BED-03B0-4BB2-9ADF-4F4CE90E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BF7A2F1-86EF-46CB-822E-0CE4CA39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16EDDC0-E495-4919-BE87-8637855A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02030F4-9E61-4EF6-94CD-7448E219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3F3566A-1563-4BC0-B9DA-08EE7DD2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321516F-178B-4FB0-9DF8-0B10A833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15A20A1-E8F8-480E-A94E-CDFE037F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4B4BC4C-872C-4355-BF52-265906D5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BB1B9CD-3596-495C-801E-89399231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F63608F-A495-4F55-A38B-3468C3B7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B3EFA26-3B68-44A0-81E9-A18D51E9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B591F36-2A40-4721-ADE7-849C6D61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cce1ed29047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201179B-94AB-4684-B2BD-2E40B7A9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CD9CED3-ADD2-4CC6-9FDA-832C32E9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0342914-1845-4CB5-81F3-F14C55FE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908F9D6-D3F1-4CE3-A793-036AFF83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B8AE01B-9CAB-45EF-B475-6D2EC1B0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364F1B8-2AC0-4216-A8FC-B91929B8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AED2CC1-5587-462D-A8EE-ABDBC088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26B96F-20F2-49CB-A670-5D3FA42F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9ADF5D9-C941-4724-8229-B8A88EA8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884698E-C079-4EED-9C35-312FB9A5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C8592ED-2E9D-4A2E-AC58-E6AD0647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F55367E-B8FA-400B-A4CB-1BC8B204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38F8A89-A7F2-44C0-8DD2-47E5134E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D921E59-BDF0-4868-BF39-FDF1C027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6B64578-A5A7-4E23-A266-81769410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9E81CA5-03DD-40A5-9233-226E7C41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E91E0CC-142E-4B77-AA3B-073DF5AA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1936642-0875-4022-8902-1CC802F5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ba0dd0f4c47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8D74580-D326-4AF9-BA7A-A6F94C13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8C9F1DD-1E32-4F97-960E-1C9C7FF1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3DBEEFD-1AC7-4A9E-A386-30013226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112FC5D-F80E-4783-ADF9-B899C1EC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39EDA3B-C6C9-4CFD-B427-0463660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FEDF0DD-77E2-4568-87AF-2AE25343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9D7BBE9-ADDA-4A14-B9DD-BF3B5EB1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A458441-115E-4AAD-853F-CDE9B22B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39144E5-801B-43C4-BD1B-A6407F90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9ABBC1A-AC88-4567-9E09-770DC18D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46032BF-8DF3-46D0-AE9B-7A415E1F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96E95E4-E905-4995-AAED-8685A5CD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154A419-EA15-4BAA-AD94-42C9E526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7826DF4-0AD2-4E6D-A372-78046AAB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6924D4E-E457-4C16-B56A-0B0E4695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FD6EB6F-C7A2-45CB-A526-3A4532AC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d8b7f42794e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8FA3ED9-B49F-4EA4-BD14-6393ED72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1AAE13-DE31-4843-8202-B99FB39D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0AD247F-C775-4717-8E54-D394B577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B6C9853-BDE8-43D0-827C-60B8B9CC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13CC9B5-4ECD-4017-93A5-038DCBD8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F1B03B6-2C5B-407B-A9EA-E92B832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CA98600-2A9A-43F7-B0F4-BFDF7E38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E8CD81D-1570-4CCC-A4B6-64EFDF81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67259AB-24F1-4F83-9B92-E408B59F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2666330-48F7-458B-9DC5-DA950FD1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78619BF-BEF1-4641-A657-9B40DFFF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52CB2F6-A3EC-4C0C-BAB9-6357D231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E23DEA1-CB8D-4755-B2D1-3F4EEEEC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F9EB286-6C4F-4FEF-8993-CFE71E84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B061741-97B0-480C-A06C-71E69AA7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87EC9F1-21A4-4B5B-8999-5AB5FE4C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2506FF3-3964-4B8D-8E85-15B6C4AF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9FF291D-3149-49A2-BF3F-6316206A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0C5C919-B97B-4775-87B1-8032DDC5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4E73062-23FB-4D79-9DC2-D00ADFAA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B4696B0-D638-4EC3-A10C-D750CB05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9450C61-1A32-4EBA-9FC6-A181DCAD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7462b50d04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2AFBA69-A16A-4D6D-9675-2EA2C319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862793A-7732-485B-9B8B-D0BA852E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27145B8-FF42-4672-8AFC-026F9535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BFD3974-06EC-4B99-9B80-D5798078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157DDD-B5C9-47F5-B1EA-E8ECE08E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CA787AE-7284-4944-B3F2-1F8F79DC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275C374-6A3A-45A7-89CE-A8174A1A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B47CD49-6A26-4047-8867-5183B9A3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3D71524-0FB0-4830-9460-F32151F8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D53DA9A-5E48-4D8C-A539-D19E238C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B7A795E-DE2B-458C-AD32-8B07CF09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1D8900F-6060-4D86-B687-D12FDCBB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0AB50EB-0F6F-4231-9B1A-0EE93FF7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99646CB-3F49-4856-A971-5550ED0C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AFEEAB0-61EC-4B58-A802-E1E7BF11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C6C2147-B315-4049-B222-64B39269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7395BA9-D4CC-4F7E-9E23-2A3BB694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F597394-25F2-4F13-9769-3D11A6A8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9A95427-0CCD-4AAD-847B-B7B74529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DA99AF2-8D0E-407E-A43C-BE95CC3F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CE37420-EADC-4941-9251-5934882D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A6BC712-2213-4184-BE66-842B4E4E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958AFBB-057C-46F8-842D-22DCFD39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134cd873c47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3e00fc7004f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2c63c67f44d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c71ec281744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adf937b5445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d76c19ecf4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18f420f1940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db7d964744c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2026-05-26T13:30:10.4000000Z</dcterms:created>
  <dcterms:modified xsi:type="dcterms:W3CDTF">2026-05-26T13:30:10.4000000Z</dcterms:modified>
</coreProperties>
</file>