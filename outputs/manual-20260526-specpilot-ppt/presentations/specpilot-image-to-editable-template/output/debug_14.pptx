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fc72b3c02e4a61" /><Relationship Type="http://schemas.openxmlformats.org/officeDocument/2006/relationships/extended-properties" Target="/docProps/app.xml" Id="R70c673da88014c52" /><Relationship Type="http://schemas.openxmlformats.org/officeDocument/2006/relationships/officeDocument" Target="/ppt/presentation.xml" Id="Rb8efe5f94c9a4c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57baf36554a8e"/>
  </p:sldMasterIdLst>
  <p:notesMasterIdLst>
    <p:notesMasterId xmlns:r="http://schemas.openxmlformats.org/officeDocument/2006/relationships" r:id="R5ea718591b2e481a"/>
  </p:notesMasterIdLst>
  <p:sldIdLst>
    <p:sldId xmlns:r="http://schemas.openxmlformats.org/officeDocument/2006/relationships" id="256" r:id="Rc63c41daf77048cc"/>
    <p:sldId xmlns:r="http://schemas.openxmlformats.org/officeDocument/2006/relationships" id="257" r:id="Rb1f530e22b88400c"/>
    <p:sldId xmlns:r="http://schemas.openxmlformats.org/officeDocument/2006/relationships" id="258" r:id="R149eab668cb04555"/>
    <p:sldId xmlns:r="http://schemas.openxmlformats.org/officeDocument/2006/relationships" id="259" r:id="R4edba0f692b5473e"/>
    <p:sldId xmlns:r="http://schemas.openxmlformats.org/officeDocument/2006/relationships" id="260" r:id="R6e5be8bf68da4e67"/>
    <p:sldId xmlns:r="http://schemas.openxmlformats.org/officeDocument/2006/relationships" id="261" r:id="R2d0b24f2335c4539"/>
    <p:sldId xmlns:r="http://schemas.openxmlformats.org/officeDocument/2006/relationships" id="262" r:id="Rf462c6b9ce534c73"/>
    <p:sldId xmlns:r="http://schemas.openxmlformats.org/officeDocument/2006/relationships" id="263" r:id="R2c135f318ff241bc"/>
    <p:sldId xmlns:r="http://schemas.openxmlformats.org/officeDocument/2006/relationships" id="264" r:id="R05793b768e844430"/>
    <p:sldId xmlns:r="http://schemas.openxmlformats.org/officeDocument/2006/relationships" id="265" r:id="R111f8363a7304185"/>
    <p:sldId xmlns:r="http://schemas.openxmlformats.org/officeDocument/2006/relationships" id="266" r:id="Rd9b4378482364ec7"/>
    <p:sldId xmlns:r="http://schemas.openxmlformats.org/officeDocument/2006/relationships" id="267" r:id="Re5082e1d479f4f02"/>
    <p:sldId xmlns:r="http://schemas.openxmlformats.org/officeDocument/2006/relationships" id="268" r:id="R578459cec42a4c87"/>
    <p:sldId xmlns:r="http://schemas.openxmlformats.org/officeDocument/2006/relationships" id="269" r:id="R726eec2c137a45f5"/>
    <p:sldId xmlns:r="http://schemas.openxmlformats.org/officeDocument/2006/relationships" id="270" r:id="R93183e59fdc942e7"/>
    <p:sldId xmlns:r="http://schemas.openxmlformats.org/officeDocument/2006/relationships" id="271" r:id="R900d65b4aceb435a"/>
    <p:sldId xmlns:r="http://schemas.openxmlformats.org/officeDocument/2006/relationships" id="272" r:id="R767889514779451e"/>
    <p:sldId xmlns:r="http://schemas.openxmlformats.org/officeDocument/2006/relationships" id="273" r:id="R5fe0b00efb0c4251"/>
    <p:sldId xmlns:r="http://schemas.openxmlformats.org/officeDocument/2006/relationships" id="274" r:id="Re8113aa2839e4aae"/>
    <p:sldId xmlns:r="http://schemas.openxmlformats.org/officeDocument/2006/relationships" id="275" r:id="R28edd5dce01744de"/>
    <p:sldId xmlns:r="http://schemas.openxmlformats.org/officeDocument/2006/relationships" id="276" r:id="R8d9a751e11ae491f"/>
    <p:sldId xmlns:r="http://schemas.openxmlformats.org/officeDocument/2006/relationships" id="277" r:id="R7a24a87182224681"/>
    <p:sldId xmlns:r="http://schemas.openxmlformats.org/officeDocument/2006/relationships" id="278" r:id="Re95e74edb6d145db"/>
    <p:sldId xmlns:r="http://schemas.openxmlformats.org/officeDocument/2006/relationships" id="279" r:id="R44277c7a96314129"/>
    <p:sldId xmlns:r="http://schemas.openxmlformats.org/officeDocument/2006/relationships" id="280" r:id="R4f7d4c8d1885411f"/>
    <p:sldId xmlns:r="http://schemas.openxmlformats.org/officeDocument/2006/relationships" id="281" r:id="R6347f835faac4fcd"/>
    <p:sldId xmlns:r="http://schemas.openxmlformats.org/officeDocument/2006/relationships" id="282" r:id="Rd8fc556e4a3841c1"/>
    <p:sldId xmlns:r="http://schemas.openxmlformats.org/officeDocument/2006/relationships" id="283" r:id="R70da668c4ae64d1f"/>
    <p:sldId xmlns:r="http://schemas.openxmlformats.org/officeDocument/2006/relationships" id="284" r:id="R6f02052d6bf041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57baf36554a8e" /><Relationship Type="http://schemas.openxmlformats.org/officeDocument/2006/relationships/theme" Target="/ppt/theme/theme1.xml" Id="R539de226c8164375" /><Relationship Type="http://schemas.openxmlformats.org/officeDocument/2006/relationships/notesMaster" Target="/ppt/notesMasters/notesMaster1.xml" Id="R5ea718591b2e481a" /><Relationship Type="http://schemas.openxmlformats.org/officeDocument/2006/relationships/presProps" Target="/ppt/presProps.xml" Id="Redd0bb0263f24537" /><Relationship Type="http://schemas.openxmlformats.org/officeDocument/2006/relationships/viewProps" Target="/ppt/viewProps.xml" Id="R42e73dd38588409f" /><Relationship Type="http://schemas.openxmlformats.org/officeDocument/2006/relationships/tableStyles" Target="/ppt/tableStyles.xml" Id="R8de2edec02ad498f" /><Relationship Type="http://schemas.openxmlformats.org/officeDocument/2006/relationships/slide" Target="/ppt/slides/slide1.xml" Id="Rc63c41daf77048cc" /><Relationship Type="http://schemas.openxmlformats.org/officeDocument/2006/relationships/slide" Target="/ppt/slides/slide2.xml" Id="Rb1f530e22b88400c" /><Relationship Type="http://schemas.openxmlformats.org/officeDocument/2006/relationships/slide" Target="/ppt/slides/slide3.xml" Id="R149eab668cb04555" /><Relationship Type="http://schemas.openxmlformats.org/officeDocument/2006/relationships/slide" Target="/ppt/slides/slide4.xml" Id="R4edba0f692b5473e" /><Relationship Type="http://schemas.openxmlformats.org/officeDocument/2006/relationships/slide" Target="/ppt/slides/slide5.xml" Id="R6e5be8bf68da4e67" /><Relationship Type="http://schemas.openxmlformats.org/officeDocument/2006/relationships/slide" Target="/ppt/slides/slide6.xml" Id="R2d0b24f2335c4539" /><Relationship Type="http://schemas.openxmlformats.org/officeDocument/2006/relationships/slide" Target="/ppt/slides/slide7.xml" Id="Rf462c6b9ce534c73" /><Relationship Type="http://schemas.openxmlformats.org/officeDocument/2006/relationships/slide" Target="/ppt/slides/slide8.xml" Id="R2c135f318ff241bc" /><Relationship Type="http://schemas.openxmlformats.org/officeDocument/2006/relationships/slide" Target="/ppt/slides/slide9.xml" Id="R05793b768e844430" /><Relationship Type="http://schemas.openxmlformats.org/officeDocument/2006/relationships/slide" Target="/ppt/slides/slide10.xml" Id="R111f8363a7304185" /><Relationship Type="http://schemas.openxmlformats.org/officeDocument/2006/relationships/slide" Target="/ppt/slides/slide11.xml" Id="Rd9b4378482364ec7" /><Relationship Type="http://schemas.openxmlformats.org/officeDocument/2006/relationships/slide" Target="/ppt/slides/slide12.xml" Id="Re5082e1d479f4f02" /><Relationship Type="http://schemas.openxmlformats.org/officeDocument/2006/relationships/slide" Target="/ppt/slides/slide13.xml" Id="R578459cec42a4c87" /><Relationship Type="http://schemas.openxmlformats.org/officeDocument/2006/relationships/slide" Target="/ppt/slides/slide14.xml" Id="R726eec2c137a45f5" /><Relationship Type="http://schemas.openxmlformats.org/officeDocument/2006/relationships/slide" Target="/ppt/slides/slide15.xml" Id="R93183e59fdc942e7" /><Relationship Type="http://schemas.openxmlformats.org/officeDocument/2006/relationships/slide" Target="/ppt/slides/slide16.xml" Id="R900d65b4aceb435a" /><Relationship Type="http://schemas.openxmlformats.org/officeDocument/2006/relationships/slide" Target="/ppt/slides/slide17.xml" Id="R767889514779451e" /><Relationship Type="http://schemas.openxmlformats.org/officeDocument/2006/relationships/slide" Target="/ppt/slides/slide18.xml" Id="R5fe0b00efb0c4251" /><Relationship Type="http://schemas.openxmlformats.org/officeDocument/2006/relationships/slide" Target="/ppt/slides/slide19.xml" Id="Re8113aa2839e4aae" /><Relationship Type="http://schemas.openxmlformats.org/officeDocument/2006/relationships/slide" Target="/ppt/slides/slide20.xml" Id="R28edd5dce01744de" /><Relationship Type="http://schemas.openxmlformats.org/officeDocument/2006/relationships/slide" Target="/ppt/slides/slide21.xml" Id="R8d9a751e11ae491f" /><Relationship Type="http://schemas.openxmlformats.org/officeDocument/2006/relationships/slide" Target="/ppt/slides/slide22.xml" Id="R7a24a87182224681" /><Relationship Type="http://schemas.openxmlformats.org/officeDocument/2006/relationships/slide" Target="/ppt/slides/slide23.xml" Id="Re95e74edb6d145db" /><Relationship Type="http://schemas.openxmlformats.org/officeDocument/2006/relationships/slide" Target="/ppt/slides/slide24.xml" Id="R44277c7a96314129" /><Relationship Type="http://schemas.openxmlformats.org/officeDocument/2006/relationships/slide" Target="/ppt/slides/slide25.xml" Id="R4f7d4c8d1885411f" /><Relationship Type="http://schemas.openxmlformats.org/officeDocument/2006/relationships/slide" Target="/ppt/slides/slide26.xml" Id="R6347f835faac4fcd" /><Relationship Type="http://schemas.openxmlformats.org/officeDocument/2006/relationships/slide" Target="/ppt/slides/slide27.xml" Id="Rd8fc556e4a3841c1" /><Relationship Type="http://schemas.openxmlformats.org/officeDocument/2006/relationships/slide" Target="/ppt/slides/slide28.xml" Id="R70da668c4ae64d1f" /><Relationship Type="http://schemas.openxmlformats.org/officeDocument/2006/relationships/slide" Target="/ppt/slides/slide29.xml" Id="R6f02052d6bf041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5264d31101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8e57bc0bf4cbf" /><Relationship Type="http://schemas.openxmlformats.org/officeDocument/2006/relationships/notesMaster" Target="/ppt/notesMasters/notesMaster1.xml" Id="Rcea698da9e9b49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2d5195acc4687" /><Relationship Type="http://schemas.openxmlformats.org/officeDocument/2006/relationships/notesMaster" Target="/ppt/notesMasters/notesMaster1.xml" Id="Rc2ff29b88dbb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35f0fb468644ee" /><Relationship Type="http://schemas.openxmlformats.org/officeDocument/2006/relationships/notesMaster" Target="/ppt/notesMasters/notesMaster1.xml" Id="Rd09ef4edbe414f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0fa8788b7a4ef3" /><Relationship Type="http://schemas.openxmlformats.org/officeDocument/2006/relationships/notesMaster" Target="/ppt/notesMasters/notesMaster1.xml" Id="R0b623108b91d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f72c8bc6649f4" /><Relationship Type="http://schemas.openxmlformats.org/officeDocument/2006/relationships/notesMaster" Target="/ppt/notesMasters/notesMaster1.xml" Id="Re7926fe094c9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71c30b3b044409" /><Relationship Type="http://schemas.openxmlformats.org/officeDocument/2006/relationships/notesMaster" Target="/ppt/notesMasters/notesMaster1.xml" Id="R5f72f81eeeff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6dcf411b734c2f" /><Relationship Type="http://schemas.openxmlformats.org/officeDocument/2006/relationships/notesMaster" Target="/ppt/notesMasters/notesMaster1.xml" Id="Rcb3e32d5182c4f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912ec83534bad" /><Relationship Type="http://schemas.openxmlformats.org/officeDocument/2006/relationships/notesMaster" Target="/ppt/notesMasters/notesMaster1.xml" Id="Re1fa3a0617a7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87e55c6ce04ea8" /><Relationship Type="http://schemas.openxmlformats.org/officeDocument/2006/relationships/notesMaster" Target="/ppt/notesMasters/notesMaster1.xml" Id="R904a3c48c7b2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9b5ea0a3874d00" /><Relationship Type="http://schemas.openxmlformats.org/officeDocument/2006/relationships/notesMaster" Target="/ppt/notesMasters/notesMaster1.xml" Id="R0314fd804eef47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e21fec4944f81" /><Relationship Type="http://schemas.openxmlformats.org/officeDocument/2006/relationships/notesMaster" Target="/ppt/notesMasters/notesMaster1.xml" Id="R561f280366eb49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5813af900944d4" /><Relationship Type="http://schemas.openxmlformats.org/officeDocument/2006/relationships/notesMaster" Target="/ppt/notesMasters/notesMaster1.xml" Id="R97df1e705b844c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6a66c43f7c4074" /><Relationship Type="http://schemas.openxmlformats.org/officeDocument/2006/relationships/notesMaster" Target="/ppt/notesMasters/notesMaster1.xml" Id="R59114a1faebd42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b5bb2564644121" /><Relationship Type="http://schemas.openxmlformats.org/officeDocument/2006/relationships/notesMaster" Target="/ppt/notesMasters/notesMaster1.xml" Id="Ra95b3183560e44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f4035cb77a4823" /><Relationship Type="http://schemas.openxmlformats.org/officeDocument/2006/relationships/notesMaster" Target="/ppt/notesMasters/notesMaster1.xml" Id="Rc5328637da4a43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224aac30c147e4" /><Relationship Type="http://schemas.openxmlformats.org/officeDocument/2006/relationships/notesMaster" Target="/ppt/notesMasters/notesMaster1.xml" Id="R47ae0795a03247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b255a7751444fc" /><Relationship Type="http://schemas.openxmlformats.org/officeDocument/2006/relationships/notesMaster" Target="/ppt/notesMasters/notesMaster1.xml" Id="R0502e6c93c8246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b15debe1984da9" /><Relationship Type="http://schemas.openxmlformats.org/officeDocument/2006/relationships/notesMaster" Target="/ppt/notesMasters/notesMaster1.xml" Id="Rc85dd7290cd842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7602d7abed4c76" /><Relationship Type="http://schemas.openxmlformats.org/officeDocument/2006/relationships/notesMaster" Target="/ppt/notesMasters/notesMaster1.xml" Id="Rb8c34cf772d04f4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e8749365b84c3d" /><Relationship Type="http://schemas.openxmlformats.org/officeDocument/2006/relationships/notesMaster" Target="/ppt/notesMasters/notesMaster1.xml" Id="R492d109948774b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c00276c5694135" /><Relationship Type="http://schemas.openxmlformats.org/officeDocument/2006/relationships/notesMaster" Target="/ppt/notesMasters/notesMaster1.xml" Id="Rc947bae099a045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72004def3b4c9c" /><Relationship Type="http://schemas.openxmlformats.org/officeDocument/2006/relationships/notesMaster" Target="/ppt/notesMasters/notesMaster1.xml" Id="Ra680d28f2c464b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69b2fe48b7490e" /><Relationship Type="http://schemas.openxmlformats.org/officeDocument/2006/relationships/notesMaster" Target="/ppt/notesMasters/notesMaster1.xml" Id="R5ff29f7d154849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0dd9942e04432f" /><Relationship Type="http://schemas.openxmlformats.org/officeDocument/2006/relationships/notesMaster" Target="/ppt/notesMasters/notesMaster1.xml" Id="R54861a82aca140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fba9065cf04f69" /><Relationship Type="http://schemas.openxmlformats.org/officeDocument/2006/relationships/notesMaster" Target="/ppt/notesMasters/notesMaster1.xml" Id="R75007dc01ef440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8192d51b5941f4" /><Relationship Type="http://schemas.openxmlformats.org/officeDocument/2006/relationships/notesMaster" Target="/ppt/notesMasters/notesMaster1.xml" Id="R0b71944f458c40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b3a3fc1ebc42bb" /><Relationship Type="http://schemas.openxmlformats.org/officeDocument/2006/relationships/notesMaster" Target="/ppt/notesMasters/notesMaster1.xml" Id="R26352e373b28439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e1f68109f447e0" /><Relationship Type="http://schemas.openxmlformats.org/officeDocument/2006/relationships/notesMaster" Target="/ppt/notesMasters/notesMaster1.xml" Id="Rfc0a6834e3b64cf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5642d5da0c4204" /><Relationship Type="http://schemas.openxmlformats.org/officeDocument/2006/relationships/notesMaster" Target="/ppt/notesMasters/notesMaster1.xml" Id="Re0ec59311d4f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20881e6b342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f914bcb8e44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4328e4cba43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cbd57d92a47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f7b0d20f542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19e23333d46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90da4acc04e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88939a7d34a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a8b9088aa454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9dec8bf554b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139a7ca364f31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8b1710e85b4b8d" /><Relationship Type="http://schemas.openxmlformats.org/officeDocument/2006/relationships/slideLayout" Target="/ppt/slideLayouts/slideLayout2.xml" Id="R93056886d05741e2" /><Relationship Type="http://schemas.openxmlformats.org/officeDocument/2006/relationships/slideLayout" Target="/ppt/slideLayouts/slideLayout3.xml" Id="R1c91ec0b0a73469c" /><Relationship Type="http://schemas.openxmlformats.org/officeDocument/2006/relationships/slideLayout" Target="/ppt/slideLayouts/slideLayout4.xml" Id="R828a1736c1154893" /><Relationship Type="http://schemas.openxmlformats.org/officeDocument/2006/relationships/slideLayout" Target="/ppt/slideLayouts/slideLayout5.xml" Id="R4ed5ee123e1c4919" /><Relationship Type="http://schemas.openxmlformats.org/officeDocument/2006/relationships/slideLayout" Target="/ppt/slideLayouts/slideLayout6.xml" Id="R9ec23de2ba9a4806" /><Relationship Type="http://schemas.openxmlformats.org/officeDocument/2006/relationships/slideLayout" Target="/ppt/slideLayouts/slideLayout7.xml" Id="Rcfa2d5fbd0d14d4b" /><Relationship Type="http://schemas.openxmlformats.org/officeDocument/2006/relationships/slideLayout" Target="/ppt/slideLayouts/slideLayout8.xml" Id="Re83a1240b31345da" /><Relationship Type="http://schemas.openxmlformats.org/officeDocument/2006/relationships/slideLayout" Target="/ppt/slideLayouts/slideLayout9.xml" Id="Re87d4c067c99462a" /><Relationship Type="http://schemas.openxmlformats.org/officeDocument/2006/relationships/slideLayout" Target="/ppt/slideLayouts/slideLayout10.xml" Id="R14f056b58c374f94" /><Relationship Type="http://schemas.openxmlformats.org/officeDocument/2006/relationships/slideLayout" Target="/ppt/slideLayouts/slideLayout11.xml" Id="R350f9ef4bcd84ca8" /><Relationship Type="http://schemas.openxmlformats.org/officeDocument/2006/relationships/slideLayout" Target="/ppt/slideLayouts/slideLayout12.xml" Id="Raaa2ae68255f4c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56886d05741e2"/>
    <p:sldLayoutId xmlns:r="http://schemas.openxmlformats.org/officeDocument/2006/relationships" id="2147483650" r:id="R1c91ec0b0a73469c"/>
    <p:sldLayoutId xmlns:r="http://schemas.openxmlformats.org/officeDocument/2006/relationships" id="2147483651" r:id="R828a1736c1154893"/>
    <p:sldLayoutId xmlns:r="http://schemas.openxmlformats.org/officeDocument/2006/relationships" id="2147483652" r:id="R4ed5ee123e1c4919"/>
    <p:sldLayoutId xmlns:r="http://schemas.openxmlformats.org/officeDocument/2006/relationships" id="2147483653" r:id="R9ec23de2ba9a4806"/>
    <p:sldLayoutId xmlns:r="http://schemas.openxmlformats.org/officeDocument/2006/relationships" id="2147483654" r:id="Rcfa2d5fbd0d14d4b"/>
    <p:sldLayoutId xmlns:r="http://schemas.openxmlformats.org/officeDocument/2006/relationships" id="2147483655" r:id="Re83a1240b31345da"/>
    <p:sldLayoutId xmlns:r="http://schemas.openxmlformats.org/officeDocument/2006/relationships" id="2147483656" r:id="Re87d4c067c99462a"/>
    <p:sldLayoutId xmlns:r="http://schemas.openxmlformats.org/officeDocument/2006/relationships" id="2147483657" r:id="R14f056b58c374f94"/>
    <p:sldLayoutId xmlns:r="http://schemas.openxmlformats.org/officeDocument/2006/relationships" id="2147483658" r:id="R350f9ef4bcd84ca8"/>
    <p:sldLayoutId xmlns:r="http://schemas.openxmlformats.org/officeDocument/2006/relationships" id="2147483659" r:id="Raaa2ae68255f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6ba1e3d71a4212" /><Relationship Type="http://schemas.openxmlformats.org/officeDocument/2006/relationships/image" Target="/ppt/media/image.png" Id="Re235ba6542cb4e58" /><Relationship Type="http://schemas.openxmlformats.org/officeDocument/2006/relationships/image" Target="/ppt/media/image2.png" Id="Rff522a35801d4dd0" /><Relationship Type="http://schemas.openxmlformats.org/officeDocument/2006/relationships/notesSlide" Target="/ppt/notesSlides/notesSlide1.xml" Id="R0eee8c1d9dbe49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cb3b662664f72" /><Relationship Type="http://schemas.openxmlformats.org/officeDocument/2006/relationships/image" Target="/ppt/media/image2.png" Id="R5a048f51b3ef4099" /><Relationship Type="http://schemas.openxmlformats.org/officeDocument/2006/relationships/notesSlide" Target="/ppt/notesSlides/notesSlide2.xml" Id="R31a4dca8ee0445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daf694ee3346cd" /><Relationship Type="http://schemas.openxmlformats.org/officeDocument/2006/relationships/image" Target="/ppt/media/image2.png" Id="R9dd0bd11c0914c8c" /><Relationship Type="http://schemas.openxmlformats.org/officeDocument/2006/relationships/notesSlide" Target="/ppt/notesSlides/notesSlide3.xml" Id="R819a38bb749c4f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ac0d905352429e" /><Relationship Type="http://schemas.openxmlformats.org/officeDocument/2006/relationships/image" Target="/ppt/media/image3.png" Id="Rb3bb5d7a563545be" /><Relationship Type="http://schemas.openxmlformats.org/officeDocument/2006/relationships/notesSlide" Target="/ppt/notesSlides/notesSlide4.xml" Id="R41d1692fb4fc45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4c4e5ffeaa4470" /><Relationship Type="http://schemas.openxmlformats.org/officeDocument/2006/relationships/image" Target="/ppt/media/image3.png" Id="R9cd84c72e0f74d0b" /><Relationship Type="http://schemas.openxmlformats.org/officeDocument/2006/relationships/notesSlide" Target="/ppt/notesSlides/notesSlide5.xml" Id="R6f2830f8003746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6d38042b8244e5" /><Relationship Type="http://schemas.openxmlformats.org/officeDocument/2006/relationships/image" Target="/ppt/media/image2.png" Id="Re75661c59e694a46" /><Relationship Type="http://schemas.openxmlformats.org/officeDocument/2006/relationships/notesSlide" Target="/ppt/notesSlides/notesSlide6.xml" Id="Rc7566242037b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d10df0c78f4b66" /><Relationship Type="http://schemas.openxmlformats.org/officeDocument/2006/relationships/image" Target="/ppt/media/image3.png" Id="Re9372558f0ac4b3b" /><Relationship Type="http://schemas.openxmlformats.org/officeDocument/2006/relationships/notesSlide" Target="/ppt/notesSlides/notesSlide7.xml" Id="Rba409ab6d4c84b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bc980eda71f4e9a" /><Relationship Type="http://schemas.openxmlformats.org/officeDocument/2006/relationships/image" Target="/ppt/media/image3.png" Id="R79ef2940227a463b" /><Relationship Type="http://schemas.openxmlformats.org/officeDocument/2006/relationships/notesSlide" Target="/ppt/notesSlides/notesSlide8.xml" Id="R2b7e886e487d4e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ebb55ab32b4870" /><Relationship Type="http://schemas.openxmlformats.org/officeDocument/2006/relationships/image" Target="/ppt/media/image3.png" Id="Rd9a7629e43704718" /><Relationship Type="http://schemas.openxmlformats.org/officeDocument/2006/relationships/notesSlide" Target="/ppt/notesSlides/notesSlide9.xml" Id="R3e4cdc96a0654b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f7e463b37d349a2" /><Relationship Type="http://schemas.openxmlformats.org/officeDocument/2006/relationships/image" Target="/ppt/media/image2.png" Id="R3e2c95f7f87b44ba" /><Relationship Type="http://schemas.openxmlformats.org/officeDocument/2006/relationships/notesSlide" Target="/ppt/notesSlides/notesSlide10.xml" Id="R30076f5980484e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e3df8971d24062" /><Relationship Type="http://schemas.openxmlformats.org/officeDocument/2006/relationships/image" Target="/ppt/media/image3.png" Id="R0629fb71adf4479c" /><Relationship Type="http://schemas.openxmlformats.org/officeDocument/2006/relationships/notesSlide" Target="/ppt/notesSlides/notesSlide11.xml" Id="Rc77547a27e6049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17638fd6eb4c3c" /><Relationship Type="http://schemas.openxmlformats.org/officeDocument/2006/relationships/image" Target="/ppt/media/image3.png" Id="R7aa4a7cccdbf4a4f" /><Relationship Type="http://schemas.openxmlformats.org/officeDocument/2006/relationships/notesSlide" Target="/ppt/notesSlides/notesSlide12.xml" Id="R6d9d37371e0649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1dbdbb56524e72" /><Relationship Type="http://schemas.openxmlformats.org/officeDocument/2006/relationships/image" Target="/ppt/media/image3.png" Id="R9a87495d17fc490c" /><Relationship Type="http://schemas.openxmlformats.org/officeDocument/2006/relationships/notesSlide" Target="/ppt/notesSlides/notesSlide13.xml" Id="R3c9223a30b564c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07ad13933f4e25" /><Relationship Type="http://schemas.openxmlformats.org/officeDocument/2006/relationships/image" Target="/ppt/media/image3.png" Id="R84e2fe5f59c3423a" /><Relationship Type="http://schemas.openxmlformats.org/officeDocument/2006/relationships/notesSlide" Target="/ppt/notesSlides/notesSlide14.xml" Id="R4f1d340181a341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c23a4ed67f4a34" /><Relationship Type="http://schemas.openxmlformats.org/officeDocument/2006/relationships/image" Target="/ppt/media/image3.png" Id="Rf3910f18008e4c0e" /><Relationship Type="http://schemas.openxmlformats.org/officeDocument/2006/relationships/notesSlide" Target="/ppt/notesSlides/notesSlide15.xml" Id="Re8f98256ecdb4a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6f21e176934fe2" /><Relationship Type="http://schemas.openxmlformats.org/officeDocument/2006/relationships/image" Target="/ppt/media/image3.png" Id="R729e63ec812b4362" /><Relationship Type="http://schemas.openxmlformats.org/officeDocument/2006/relationships/notesSlide" Target="/ppt/notesSlides/notesSlide16.xml" Id="Rbf79a0227ba94d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4334fd88401495d" /><Relationship Type="http://schemas.openxmlformats.org/officeDocument/2006/relationships/image" Target="/ppt/media/image3.png" Id="Rb3ca9210218645dd" /><Relationship Type="http://schemas.openxmlformats.org/officeDocument/2006/relationships/notesSlide" Target="/ppt/notesSlides/notesSlide17.xml" Id="Rce8bb8dc894249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4e5302fa7d4b67" /><Relationship Type="http://schemas.openxmlformats.org/officeDocument/2006/relationships/image" Target="/ppt/media/image3.png" Id="Rdcb72a33fbd24f3c" /><Relationship Type="http://schemas.openxmlformats.org/officeDocument/2006/relationships/notesSlide" Target="/ppt/notesSlides/notesSlide18.xml" Id="Re15663fd1efd42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0d690fa259d41d3" /><Relationship Type="http://schemas.openxmlformats.org/officeDocument/2006/relationships/image" Target="/ppt/media/image3.png" Id="Rf8954a4cfe3d4a13" /><Relationship Type="http://schemas.openxmlformats.org/officeDocument/2006/relationships/notesSlide" Target="/ppt/notesSlides/notesSlide19.xml" Id="Rda943d025e9f4d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e0c8a280c6403a" /><Relationship Type="http://schemas.openxmlformats.org/officeDocument/2006/relationships/image" Target="/ppt/media/image3.png" Id="R3b53aea4dc9843b3" /><Relationship Type="http://schemas.openxmlformats.org/officeDocument/2006/relationships/notesSlide" Target="/ppt/notesSlides/notesSlide20.xml" Id="Rfb15c0e6dff04b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e23026b3bb4fcc" /><Relationship Type="http://schemas.openxmlformats.org/officeDocument/2006/relationships/image" Target="/ppt/media/image3.png" Id="R7299e729e81f4e3a" /><Relationship Type="http://schemas.openxmlformats.org/officeDocument/2006/relationships/notesSlide" Target="/ppt/notesSlides/notesSlide21.xml" Id="R0730783cc26440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fb1656d20c4828" /><Relationship Type="http://schemas.openxmlformats.org/officeDocument/2006/relationships/image" Target="/ppt/media/image3.png" Id="Re91e8c464c614143" /><Relationship Type="http://schemas.openxmlformats.org/officeDocument/2006/relationships/notesSlide" Target="/ppt/notesSlides/notesSlide22.xml" Id="R1ed6fbb3e55442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a8329e191f4c2a" /><Relationship Type="http://schemas.openxmlformats.org/officeDocument/2006/relationships/image" Target="/ppt/media/image3.png" Id="Rb74c0fb51a994957" /><Relationship Type="http://schemas.openxmlformats.org/officeDocument/2006/relationships/notesSlide" Target="/ppt/notesSlides/notesSlide23.xml" Id="Rc499c438f0ff45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61da021dc74007" /><Relationship Type="http://schemas.openxmlformats.org/officeDocument/2006/relationships/image" Target="/ppt/media/image3.png" Id="Rb45633bb4af24926" /><Relationship Type="http://schemas.openxmlformats.org/officeDocument/2006/relationships/notesSlide" Target="/ppt/notesSlides/notesSlide24.xml" Id="R95190ab22dc44e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1e5bb51e024ed7" /><Relationship Type="http://schemas.openxmlformats.org/officeDocument/2006/relationships/image" Target="/ppt/media/image2.png" Id="R0c98f67fb2f34c1b" /><Relationship Type="http://schemas.openxmlformats.org/officeDocument/2006/relationships/notesSlide" Target="/ppt/notesSlides/notesSlide25.xml" Id="R8e536ac86f794e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28bc6ce6ef4d52" /><Relationship Type="http://schemas.openxmlformats.org/officeDocument/2006/relationships/image" Target="/ppt/media/image3.png" Id="R94149125e5b24a9c" /><Relationship Type="http://schemas.openxmlformats.org/officeDocument/2006/relationships/notesSlide" Target="/ppt/notesSlides/notesSlide26.xml" Id="R1feac7571a1d4c2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860b33f42f4217" /><Relationship Type="http://schemas.openxmlformats.org/officeDocument/2006/relationships/image" Target="/ppt/media/image3.png" Id="R855d59bd3fe14761" /><Relationship Type="http://schemas.openxmlformats.org/officeDocument/2006/relationships/notesSlide" Target="/ppt/notesSlides/notesSlide27.xml" Id="R9517c4bdd22f4ce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50ea208f8840d2" /><Relationship Type="http://schemas.openxmlformats.org/officeDocument/2006/relationships/image" Target="/ppt/media/image3.png" Id="R14b68e7f440d43d7" /><Relationship Type="http://schemas.openxmlformats.org/officeDocument/2006/relationships/notesSlide" Target="/ppt/notesSlides/notesSlide28.xml" Id="Re63d70b190cf4d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e4f20b409149bc" /><Relationship Type="http://schemas.openxmlformats.org/officeDocument/2006/relationships/image" Target="/ppt/media/image2.png" Id="Rd5df9469fbb84af4" /><Relationship Type="http://schemas.openxmlformats.org/officeDocument/2006/relationships/notesSlide" Target="/ppt/notesSlides/notesSlide29.xml" Id="Rb876e5ab682642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5ba6542cb4e58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22a35801d4d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48f51b3ef4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0bd11c091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b5d7a563545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5D08E0-C9CC-436D-8BD5-A959371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8A43F0-8FE2-4957-9EF5-061FCF2F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3EA60A-AE48-446B-911B-068C3297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3B5A1E-84CF-4074-AC41-632BABD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6F6775-8C34-4D6F-9E3A-D9EC2D5A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A77904-BD40-41E9-BA96-D044A6B6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73ACBA-1D7A-4110-967D-2D257EBD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D40EE0-1C8F-492B-9708-8CD4BC55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A80008-DBDC-48BB-90BA-F425039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6B715B-87C8-47BD-B770-D0E1D5B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B8F602-F91B-4315-836D-DAE0706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26DC0B-2F72-44CC-9FFD-DF3398AB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A540AF-6683-4175-BD3D-4E899497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FF3B7E-8F67-4598-A33C-3DAE622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D47B52-4C49-4790-B545-3D9DEA55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791C17-A5B9-487B-95CB-F5BE192E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84c72e0f7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C53292-FFBC-4F89-B4A7-30801BA6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F42856-8E1E-4E04-92BF-5C9E0A7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D87DF7-C043-4091-ADE1-43DC6532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FCEF0F-18D1-4380-92F6-4E01E7B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CAB0D3-4F31-4AFD-B6A3-1346001D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6BBD76-2FC9-44AF-A6AE-A987FDD5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DF8B89-91CD-4FFA-89FB-95304CE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DCCC28-AAD8-45B3-BD4F-D7AD96F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5C11B3-AC25-476D-801D-F0316E7F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83BD39-6A40-418B-8BDF-0DB7A58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DA10B1-184D-4B73-90A2-4C2A3FE1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D5148F-E822-465C-A113-2E2A43D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8E849C-9994-4D14-BD7E-FDECB8CA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6B8661-875F-4E9A-9F3E-EEE6358E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44CA10-37F5-4FD0-8C4B-F1DA59B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022911-3780-4B61-950B-489F5BF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3438B6-5168-4C8D-8ABB-4114DF1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A825FF-3BFE-4526-A973-9DDA6EB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CF4347-CD53-4FC0-9029-74CC5E8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F238C7-24D0-4A35-AE41-D6FAAA1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27DF8F-AB72-4AFF-9FDF-8543E4B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1FFAAA-2E14-4FDE-ABEB-FC59D8F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49A94B-E1E4-4073-B8F7-EF7D64E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5B01FE-F531-4FAD-A2F2-5ED442F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1D2652-9F5F-48A2-9C71-0C727BD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2167D4-D03C-426C-8927-43A678C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661c59e69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72558f0ac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2BFB30-A87F-45E7-97DB-F764E4A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18FC7B-B6D6-4F37-A40F-192BDDE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9E959A-5D43-4D81-A999-39BFB15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464D91-90AC-464F-BA71-B774EEB3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300D78-59D7-49F5-9586-E3E4D6C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82FBB8-D17A-4531-BAF2-2C43060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63B901-A1E7-405D-B2B4-75E9E137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782010-28AB-4CF8-9BA9-ECF2973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9F3235-080B-4B59-984E-107C943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99839D-54D8-4A25-B58A-EA6A14F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82CC49-E4FC-4BBC-9FAC-7891F95F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06A6E8-5BB8-44F2-AB0E-282A4BC3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1F1D2A-2AB2-48DD-8150-2098D3E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D72DC2-BAED-4EF4-9882-1E29903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6DD260-8D7F-4636-BE12-49B055D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DD240C-2480-42B6-8555-958FACB5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494591-DB33-4556-BEB4-13A603B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BEFCD7-92FB-4B3A-BC42-977945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87000C-862A-49DA-ACCB-49FA79F7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147EFA-77D3-4A7B-8B7F-FDE094E8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1870DB-C651-4DBE-BF4A-7E90D91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E95FA7-DA6C-4898-9D6D-20419D00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4ABA7B-6D7F-4833-B2F3-7927D9A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0E2289-2808-472C-A12F-9FFB60AB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110096-147C-4666-984C-B11DC9F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BACE28-64DE-4474-B84E-781A5C45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08A236-238B-4507-AB6C-A6FE5B8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013F67-0024-4653-B21E-C46EAD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9E31FC-6E32-4533-B7A1-6AF55E2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04F609-3A98-4376-83B9-E694F3C5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A98CE7E-BD64-493C-858A-C2DDD95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318EAD-0E70-4482-8DFC-E9673AD4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79F363-AA3C-4E63-BA71-45FBBDA0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D4AC69-53E1-4E0F-839D-2F63D2C0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4214D2-7037-4794-B0BB-3DBFF6B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9E45B6-8A92-47EF-A3CD-F346C3C9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9917F9-9494-4D7E-AA7A-EF817C8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E8B721-828E-480D-85B2-5F4DF14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64B5145-9E8D-4D7E-A49F-9313F4C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BA9958-6DCE-482B-A633-7ED5236C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73652F-AA99-4DAE-9AF0-208355D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F8A2AA-4B0F-4FAE-8A33-EBC6BAEB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5BA71A-7447-4597-BA81-A3E50B1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1261A1A-4A74-4162-853E-EFE35D4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D2CE49-42B8-4B91-B398-F5E67AA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5412C84-711A-4C09-A6D8-D3C7621E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B7B38E-41CE-464F-B00D-2A7258C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f2940227a46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9E13083-3A8E-4CAE-B2AC-C8D840B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1CE6C38-07CE-4AE6-BC91-3514F2C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326C6C1-F156-45E7-BA83-D4BB80C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4E22F3A-D811-4FF3-819B-D827B74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3F3E869-A4FC-4660-A140-666EAD11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3916266-5066-437D-A60F-A998831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923EB55-3C1F-4B8E-875C-7627FC46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2605864-8FBF-4313-9B45-C46A81C2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4316016-B4FD-4AAD-83DF-27E8A69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E8A7304-574C-44A0-9F70-6FF6F6B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04446D1-C766-47D9-969C-6B50793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9A9BF6E-87FA-4870-9545-0CDEDDB3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3F4729D-C86F-4681-9895-9A77E4C9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46D4D7E-6987-46E2-BA9E-F6320F00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CA314D0-AFC6-40EB-A33D-58C0698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3683385-FFA2-468A-832B-4BB19EA2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E0A725B-3B1A-4E22-8CCA-2202B697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C48891E-7A55-45C7-B099-C7A4D60C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153E0CD-92DB-41B0-A4BE-401B2693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A282C1F-4593-4C6C-BDA8-B0D1A447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8066102-09C9-40F6-A595-111BD859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1C005D7-6912-487C-B1E8-24DFEE0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9925A5D-F65B-4C70-9D92-948EEE89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6F336EB-485E-421B-8E3E-CE2B3C8B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629e43704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D25E01-176F-4C08-A1C6-474A3AE5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B11B58-934C-4E47-8292-7A95FDC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DC26F9-E9A7-4C62-8564-DB0DAE0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477C451-F3C7-45FA-9D2B-B378F11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6454217-C7C4-4F07-B2AD-44C84D7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359C04-4B77-4DD8-8B65-FE8EA84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8AC7DED-F03F-4ADF-9BA0-A85388A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7BA1B1E-C789-4910-B85C-DF76806F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F22119-7522-492E-8459-712C7C86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B8BEEE1-6B7F-450A-9286-4CD47DB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571A224-9571-4CFF-A1A9-287BCCE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69B8C7C-E4BE-499F-8BC8-C13483A6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8907984-616B-4F59-AA94-0D72406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768349-D004-41C8-9E70-742DCD35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5C6AA9-49A2-4EA8-8FA6-1D744E50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42C591D-1959-4500-AF63-CBE61DF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D15FBAF-D7ED-44FB-8A9E-44E1BD17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1BD7BF-379A-4228-A443-0CC49EA5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c95f7f87b44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9fb71adf4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A833967-3C88-42D5-B266-1F0F1C53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2029AD-66C4-4CC0-8CFB-BE4E3742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5B7FBA-FEF7-43E2-A47C-9C1E8EA1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17884C-C5E6-4623-9CB6-D6898475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20700C-F960-4066-9495-E687DD84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B928B8-8177-423B-B5A9-B2A52863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F6A5BE-38E8-449B-9E5D-28CE231B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E2B098-B4C1-4B21-B0DF-B6076BAC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68B0CB-E382-4917-84DE-8691DCC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4BDC66A-4388-422E-A4C3-70A39E2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923EC2-9B74-46EE-AADB-125F168D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908672-E891-4150-B64F-342BAFA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D8FE73-3D94-4B0F-BBC2-4B27FFAD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568D0D-5263-470B-87FE-98986D12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2838F87-A56C-49BF-82B2-ACAE3DB9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12B0ED-69F6-477A-8B81-203B7671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4a7cccdbf4a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97A72B-7380-4F15-8B7D-B53789E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E85D56-4C5B-41E9-B07E-0DED50E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86B9BD1-E182-4020-8696-D5A62FE8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9B9007-6F2D-432B-A6D5-D52F4137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9748DF-508F-4108-A5A7-C483763C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1ED8FE-ABF8-4C47-824E-D9FB7F9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662B5C-5029-4BDF-BB73-AA2499F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6F785E-D4C4-49E7-A7B1-72B2A91F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4F0548-AE23-4901-9137-BD82366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312C756-D1DA-484E-B99F-CFE8977E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F98783-5543-4F36-B045-13E843F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4EDF3BB-6C1A-4CBF-A304-48DB5E9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E384F2-0E7A-4EAE-B962-BDD79038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11E397C-2578-4143-BAC2-390C526F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63483D-5FAB-4A78-A1E3-12213EE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5A5138C-03E8-46EA-8265-DC98BE15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71ABAA-1B3B-4C08-969E-86A553C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CF613FB-15AA-4751-8E56-AB4D17E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F44D55-B898-48B0-A86E-519EE2E0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3A9C45-F511-410F-964C-7A42679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F0F839F-99FF-4FB2-8C4F-A5848EB0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10FF67-8644-45C5-A4BA-ACFA0259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0D8AB70-6064-4CE6-8E78-3C2D97AA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AAB0A7C-2504-4606-AB35-E97F9E8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ADAAE43-1AE6-4A7E-A651-F100BD0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37B8FFF-B110-4FE2-B1FA-117BE52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068F51A-3927-4296-B0AE-29738D5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E3D434-80B2-4A3A-940F-A7988449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129812D-27C9-418D-8941-1FEDDE2E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597ADF-296D-459C-992B-D8E8872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CCA115F-3AB5-43C0-B5D3-018AEE3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FCD55E-4CCF-4A65-B9BA-7120EE3F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CA0AFED-EE98-4529-B258-5C185C74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B4EE8A0-0663-4224-98D4-684F96F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C22CEEC-B85A-48D2-BF63-3A3F469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7495d17fc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CF3534-1D58-43C2-9D98-7D93A33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C6A5EB-9616-4996-87CD-89FCD9F7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29B70E-413E-4ED1-8CF0-C5F8D76E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314768-C438-4F9F-B68C-1B9D27AB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CE1009-AEB3-4C85-BD1D-33739303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228226-17FF-4873-A21A-F3213EB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039D5D-EB41-4855-8C41-733BAF2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13BB23-4D2F-4DA7-9C03-B755270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147566-2E5F-456E-99F0-EA5026F3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AE271E-D055-4ACA-B45F-5873C28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0A1CEDD-97C9-4CB3-93E0-FA496D0E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62283E-951A-42DF-B70F-097AE6BC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B6D549B-363E-496E-8D7D-09AF8FB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1D1C54-8979-40CD-AC5F-66C2F221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01AB7D1-1124-4A42-A5B7-5A87A94B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90D36E1-BD86-4D99-8D78-F34DD95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EFDF74-8F4D-4F64-B9F2-F112B113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77FD92C-2AC8-4BFB-A79A-150DA49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FD14C9-0ADC-4EA7-B745-DA158F1D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5ED599-5FA5-48DA-BD81-0DB7986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DC7996C-15FA-4E51-89D0-68EEEAE8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A5FB77E-0E6A-4726-A11B-D849E7B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612F19-8464-4EF7-A81A-57E7E0E0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CE0DCA-097A-4CD7-B9D8-8B025EB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0C2805B-CD9B-4BAE-96EB-5203095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39A6B17-2579-4B6F-B1AE-7FB66D4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3387148-18A2-4DC0-A212-AB5A488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1F60E70-4113-4595-8D28-53DB7D22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697276A-9177-45C7-82E2-9BA695F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E43391C-E5F8-473C-AD8E-9F0E3CDA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CC7DDCF-EBD8-4CE3-96A0-4954BD8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8EA82E4-B824-41A9-81D3-0325B8D0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5908672-841B-4D19-B27D-6111A94D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31F6AF-E79B-4492-B823-E5965F4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8D1E641-1B25-4741-89A4-AACA520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E771B45-0245-4AB9-BE9B-589095C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25C6D53-DE24-419B-AD86-35191570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8D65381-77B3-4B14-A534-42D0C048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D51AEED-0D32-428C-B922-432E3E10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8927AAA-AB44-4632-A42E-41A8804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B17C77C-BEB2-4D18-BA4A-5D0D352F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D437464-354D-4DD7-803F-4F8BA275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91EB1A9-157E-4B77-AC81-AD6C4D2E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7299854-B4B0-4222-BBF7-92C7C26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D795AC3-B041-49E9-A771-5F90F53D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2fe5f59c3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AA625F3-511A-4D4E-B1FF-4C79E66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67DEFA8-D19D-4C76-9529-6B7CEDC1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68E9B0-FB2D-4EA0-9F35-D3DD1678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C2F0C0-1C43-41A1-8D7F-1791BCA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CADF2C4-11B5-49AE-B7EC-4069B1AA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2606E9-7CC3-4D52-87DD-571BAE6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8DE1AE1-1097-4C74-A265-526E5B5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843829-83AF-4CCE-A1C6-6638777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49367D-F053-44B0-8701-6A8E8B10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1F0E84-D6BF-481F-87F9-A71518E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FC0FB0-D7A2-4C84-A1F4-D183409A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526929-706D-4AAD-9010-28A9134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2E6B91-3179-4856-8D3C-3E9FFE3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C32E4B-8150-4028-AC99-FFB1242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53B162-D181-43B8-93F9-A3EF243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6BAD92C-88B9-4425-86FB-8B7FAD99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EDB3366-1C3C-4E1F-BEDB-1DC2C8FD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EE6EBF-613F-4A95-9530-17CA1A2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8E13E01-142C-4A4B-8BA5-E0CB58A0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17DC44D-A77D-4D43-A4F6-39051ED4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423838-33DB-4D60-8CE8-4A769EC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F1537B-B964-47AF-BF81-0A73BBA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E400DAE-4B9D-4983-856E-D453F3B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01A4F28-41AD-45C9-AFF6-CA5D716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-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02263D2-73CD-49AC-BD34-D9815FC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CDB6810-72CB-4DFF-868B-F02EDA4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19A168-F68F-4C1D-8F5F-A771E28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96B3545-A773-45C5-9F48-9BA09DE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2BEFF26-25DF-4234-A1AE-6AFDD23A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D73B674-D5FE-4F82-861A-6316796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E5043A1-4731-4B99-A9ED-16546B27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1ED0E11-4ABB-4AE4-ADC5-72C5A3C2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6A0E30E-2991-4027-9A55-DCBEA2AD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D10DCF-D65B-4B3B-BC7D-AB3E3988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7EE2CAA-5B8B-4A3B-A5FC-98A0D374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F690AB5-430F-4276-9A65-A1B0848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73FC7D9-E175-488A-A43E-8814566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248988A-A220-4E12-BC52-999F3F1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A13DF8C-79BB-4BEE-96E3-9F7E0588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C8B0016-82E0-49CE-B8B8-BEE2B72D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B8025A1-4451-482C-84A5-1F6B243E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10f18008e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e63ec812b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9210218645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72a33fbd2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54a4cfe3d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3aea4dc9843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9e729e81f4e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e8c464c61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c0fb51a99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633bb4af2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f67fb2f34c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49125e5b24a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d59bd3fe1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68e7f440d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f9469fbb8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2026-05-26T13:26:43.3290000Z</dcterms:created>
  <dcterms:modified xsi:type="dcterms:W3CDTF">2026-05-26T13:26:43.3290000Z</dcterms:modified>
</coreProperties>
</file>