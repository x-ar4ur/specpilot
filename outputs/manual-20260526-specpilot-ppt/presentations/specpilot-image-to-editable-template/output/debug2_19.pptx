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d6a30a01483403c" /><Relationship Type="http://schemas.openxmlformats.org/officeDocument/2006/relationships/extended-properties" Target="/docProps/app.xml" Id="R273001948c104cd9" /><Relationship Type="http://schemas.openxmlformats.org/officeDocument/2006/relationships/officeDocument" Target="/ppt/presentation.xml" Id="R0dff03d122294be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40886221304456f"/>
  </p:sldMasterIdLst>
  <p:notesMasterIdLst>
    <p:notesMasterId xmlns:r="http://schemas.openxmlformats.org/officeDocument/2006/relationships" r:id="Raf27f4e80aca4f36"/>
  </p:notesMasterIdLst>
  <p:sldIdLst>
    <p:sldId xmlns:r="http://schemas.openxmlformats.org/officeDocument/2006/relationships" id="256" r:id="R38fd445c7f5d452a"/>
    <p:sldId xmlns:r="http://schemas.openxmlformats.org/officeDocument/2006/relationships" id="257" r:id="R3db3e61148064ba9"/>
    <p:sldId xmlns:r="http://schemas.openxmlformats.org/officeDocument/2006/relationships" id="258" r:id="R27d9ce5b90164144"/>
    <p:sldId xmlns:r="http://schemas.openxmlformats.org/officeDocument/2006/relationships" id="259" r:id="Rd93a4a71c1d840a0"/>
    <p:sldId xmlns:r="http://schemas.openxmlformats.org/officeDocument/2006/relationships" id="260" r:id="R69adaba9185547a9"/>
    <p:sldId xmlns:r="http://schemas.openxmlformats.org/officeDocument/2006/relationships" id="261" r:id="R7c65bd60e4bd4b42"/>
    <p:sldId xmlns:r="http://schemas.openxmlformats.org/officeDocument/2006/relationships" id="262" r:id="R52b4767ab37c4117"/>
    <p:sldId xmlns:r="http://schemas.openxmlformats.org/officeDocument/2006/relationships" id="263" r:id="Rbefc26d0ae2f4555"/>
    <p:sldId xmlns:r="http://schemas.openxmlformats.org/officeDocument/2006/relationships" id="264" r:id="R656236f30f7b43d2"/>
    <p:sldId xmlns:r="http://schemas.openxmlformats.org/officeDocument/2006/relationships" id="265" r:id="R16a55da7ca0247e1"/>
    <p:sldId xmlns:r="http://schemas.openxmlformats.org/officeDocument/2006/relationships" id="266" r:id="Reaa6a44539f6437d"/>
    <p:sldId xmlns:r="http://schemas.openxmlformats.org/officeDocument/2006/relationships" id="267" r:id="Rc02b4616b50d4cb6"/>
    <p:sldId xmlns:r="http://schemas.openxmlformats.org/officeDocument/2006/relationships" id="268" r:id="R27bdd1766104402b"/>
    <p:sldId xmlns:r="http://schemas.openxmlformats.org/officeDocument/2006/relationships" id="269" r:id="R518bef6e35f64590"/>
    <p:sldId xmlns:r="http://schemas.openxmlformats.org/officeDocument/2006/relationships" id="270" r:id="Rbd5f5bbc01b94c3e"/>
    <p:sldId xmlns:r="http://schemas.openxmlformats.org/officeDocument/2006/relationships" id="271" r:id="R2be96e7831904621"/>
    <p:sldId xmlns:r="http://schemas.openxmlformats.org/officeDocument/2006/relationships" id="272" r:id="R22297cd2b86245ca"/>
    <p:sldId xmlns:r="http://schemas.openxmlformats.org/officeDocument/2006/relationships" id="273" r:id="Rcd9936349c284e78"/>
    <p:sldId xmlns:r="http://schemas.openxmlformats.org/officeDocument/2006/relationships" id="274" r:id="Rb4c1e820f3c84b2c"/>
    <p:sldId xmlns:r="http://schemas.openxmlformats.org/officeDocument/2006/relationships" id="275" r:id="R5e78e1c0a91a421c"/>
    <p:sldId xmlns:r="http://schemas.openxmlformats.org/officeDocument/2006/relationships" id="276" r:id="R5d14c4d879074225"/>
    <p:sldId xmlns:r="http://schemas.openxmlformats.org/officeDocument/2006/relationships" id="277" r:id="R798c009c934e4723"/>
    <p:sldId xmlns:r="http://schemas.openxmlformats.org/officeDocument/2006/relationships" id="278" r:id="R5aa334614f2d413b"/>
    <p:sldId xmlns:r="http://schemas.openxmlformats.org/officeDocument/2006/relationships" id="279" r:id="R328e0ea1d39b465d"/>
    <p:sldId xmlns:r="http://schemas.openxmlformats.org/officeDocument/2006/relationships" id="280" r:id="Rb3091cb4cd6947ee"/>
    <p:sldId xmlns:r="http://schemas.openxmlformats.org/officeDocument/2006/relationships" id="281" r:id="R3be2c0920cde4efa"/>
    <p:sldId xmlns:r="http://schemas.openxmlformats.org/officeDocument/2006/relationships" id="282" r:id="Rdc516643d2d84a7b"/>
    <p:sldId xmlns:r="http://schemas.openxmlformats.org/officeDocument/2006/relationships" id="283" r:id="Rfb766da1e51d480f"/>
    <p:sldId xmlns:r="http://schemas.openxmlformats.org/officeDocument/2006/relationships" id="284" r:id="R23686b5fdd734c7a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40886221304456f" /><Relationship Type="http://schemas.openxmlformats.org/officeDocument/2006/relationships/theme" Target="/ppt/theme/theme1.xml" Id="Rd03b76309c534c90" /><Relationship Type="http://schemas.openxmlformats.org/officeDocument/2006/relationships/notesMaster" Target="/ppt/notesMasters/notesMaster1.xml" Id="Raf27f4e80aca4f36" /><Relationship Type="http://schemas.openxmlformats.org/officeDocument/2006/relationships/presProps" Target="/ppt/presProps.xml" Id="R4dff485dd1764600" /><Relationship Type="http://schemas.openxmlformats.org/officeDocument/2006/relationships/viewProps" Target="/ppt/viewProps.xml" Id="R7614bf135e2a4d30" /><Relationship Type="http://schemas.openxmlformats.org/officeDocument/2006/relationships/tableStyles" Target="/ppt/tableStyles.xml" Id="Rebbd9aeda3854b9e" /><Relationship Type="http://schemas.openxmlformats.org/officeDocument/2006/relationships/slide" Target="/ppt/slides/slide1.xml" Id="R38fd445c7f5d452a" /><Relationship Type="http://schemas.openxmlformats.org/officeDocument/2006/relationships/slide" Target="/ppt/slides/slide2.xml" Id="R3db3e61148064ba9" /><Relationship Type="http://schemas.openxmlformats.org/officeDocument/2006/relationships/slide" Target="/ppt/slides/slide3.xml" Id="R27d9ce5b90164144" /><Relationship Type="http://schemas.openxmlformats.org/officeDocument/2006/relationships/slide" Target="/ppt/slides/slide4.xml" Id="Rd93a4a71c1d840a0" /><Relationship Type="http://schemas.openxmlformats.org/officeDocument/2006/relationships/slide" Target="/ppt/slides/slide5.xml" Id="R69adaba9185547a9" /><Relationship Type="http://schemas.openxmlformats.org/officeDocument/2006/relationships/slide" Target="/ppt/slides/slide6.xml" Id="R7c65bd60e4bd4b42" /><Relationship Type="http://schemas.openxmlformats.org/officeDocument/2006/relationships/slide" Target="/ppt/slides/slide7.xml" Id="R52b4767ab37c4117" /><Relationship Type="http://schemas.openxmlformats.org/officeDocument/2006/relationships/slide" Target="/ppt/slides/slide8.xml" Id="Rbefc26d0ae2f4555" /><Relationship Type="http://schemas.openxmlformats.org/officeDocument/2006/relationships/slide" Target="/ppt/slides/slide9.xml" Id="R656236f30f7b43d2" /><Relationship Type="http://schemas.openxmlformats.org/officeDocument/2006/relationships/slide" Target="/ppt/slides/slide10.xml" Id="R16a55da7ca0247e1" /><Relationship Type="http://schemas.openxmlformats.org/officeDocument/2006/relationships/slide" Target="/ppt/slides/slide11.xml" Id="Reaa6a44539f6437d" /><Relationship Type="http://schemas.openxmlformats.org/officeDocument/2006/relationships/slide" Target="/ppt/slides/slide12.xml" Id="Rc02b4616b50d4cb6" /><Relationship Type="http://schemas.openxmlformats.org/officeDocument/2006/relationships/slide" Target="/ppt/slides/slide13.xml" Id="R27bdd1766104402b" /><Relationship Type="http://schemas.openxmlformats.org/officeDocument/2006/relationships/slide" Target="/ppt/slides/slide14.xml" Id="R518bef6e35f64590" /><Relationship Type="http://schemas.openxmlformats.org/officeDocument/2006/relationships/slide" Target="/ppt/slides/slide15.xml" Id="Rbd5f5bbc01b94c3e" /><Relationship Type="http://schemas.openxmlformats.org/officeDocument/2006/relationships/slide" Target="/ppt/slides/slide16.xml" Id="R2be96e7831904621" /><Relationship Type="http://schemas.openxmlformats.org/officeDocument/2006/relationships/slide" Target="/ppt/slides/slide17.xml" Id="R22297cd2b86245ca" /><Relationship Type="http://schemas.openxmlformats.org/officeDocument/2006/relationships/slide" Target="/ppt/slides/slide18.xml" Id="Rcd9936349c284e78" /><Relationship Type="http://schemas.openxmlformats.org/officeDocument/2006/relationships/slide" Target="/ppt/slides/slide19.xml" Id="Rb4c1e820f3c84b2c" /><Relationship Type="http://schemas.openxmlformats.org/officeDocument/2006/relationships/slide" Target="/ppt/slides/slide20.xml" Id="R5e78e1c0a91a421c" /><Relationship Type="http://schemas.openxmlformats.org/officeDocument/2006/relationships/slide" Target="/ppt/slides/slide21.xml" Id="R5d14c4d879074225" /><Relationship Type="http://schemas.openxmlformats.org/officeDocument/2006/relationships/slide" Target="/ppt/slides/slide22.xml" Id="R798c009c934e4723" /><Relationship Type="http://schemas.openxmlformats.org/officeDocument/2006/relationships/slide" Target="/ppt/slides/slide23.xml" Id="R5aa334614f2d413b" /><Relationship Type="http://schemas.openxmlformats.org/officeDocument/2006/relationships/slide" Target="/ppt/slides/slide24.xml" Id="R328e0ea1d39b465d" /><Relationship Type="http://schemas.openxmlformats.org/officeDocument/2006/relationships/slide" Target="/ppt/slides/slide25.xml" Id="Rb3091cb4cd6947ee" /><Relationship Type="http://schemas.openxmlformats.org/officeDocument/2006/relationships/slide" Target="/ppt/slides/slide26.xml" Id="R3be2c0920cde4efa" /><Relationship Type="http://schemas.openxmlformats.org/officeDocument/2006/relationships/slide" Target="/ppt/slides/slide27.xml" Id="Rdc516643d2d84a7b" /><Relationship Type="http://schemas.openxmlformats.org/officeDocument/2006/relationships/slide" Target="/ppt/slides/slide28.xml" Id="Rfb766da1e51d480f" /><Relationship Type="http://schemas.openxmlformats.org/officeDocument/2006/relationships/slide" Target="/ppt/slides/slide29.xml" Id="R23686b5fdd734c7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75124f215c804ba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c59c933daa246c7" /><Relationship Type="http://schemas.openxmlformats.org/officeDocument/2006/relationships/notesMaster" Target="/ppt/notesMasters/notesMaster1.xml" Id="Ra558ae0357654c9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d5a145bce4cf7" /><Relationship Type="http://schemas.openxmlformats.org/officeDocument/2006/relationships/notesMaster" Target="/ppt/notesMasters/notesMaster1.xml" Id="R981da13a6571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7b44965a9104c12" /><Relationship Type="http://schemas.openxmlformats.org/officeDocument/2006/relationships/notesMaster" Target="/ppt/notesMasters/notesMaster1.xml" Id="Rcbbc086addad4320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7899b1a7b1432f" /><Relationship Type="http://schemas.openxmlformats.org/officeDocument/2006/relationships/notesMaster" Target="/ppt/notesMasters/notesMaster1.xml" Id="R8d85d5a4c52a4e6c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73c05a29e774d19" /><Relationship Type="http://schemas.openxmlformats.org/officeDocument/2006/relationships/notesMaster" Target="/ppt/notesMasters/notesMaster1.xml" Id="R2bd47b13ed1c42e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fa5e0e7301d4a01" /><Relationship Type="http://schemas.openxmlformats.org/officeDocument/2006/relationships/notesMaster" Target="/ppt/notesMasters/notesMaster1.xml" Id="R877018ab4d8b451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079c0d05a414aee" /><Relationship Type="http://schemas.openxmlformats.org/officeDocument/2006/relationships/notesMaster" Target="/ppt/notesMasters/notesMaster1.xml" Id="R6fcb23455c39417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bdbf2adcd404d70" /><Relationship Type="http://schemas.openxmlformats.org/officeDocument/2006/relationships/notesMaster" Target="/ppt/notesMasters/notesMaster1.xml" Id="R8639f793ff51402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b82b71150d4105" /><Relationship Type="http://schemas.openxmlformats.org/officeDocument/2006/relationships/notesMaster" Target="/ppt/notesMasters/notesMaster1.xml" Id="R3218179f5234467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06e29a18ddff4c76" /><Relationship Type="http://schemas.openxmlformats.org/officeDocument/2006/relationships/notesMaster" Target="/ppt/notesMasters/notesMaster1.xml" Id="R59d32fb8b72047e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813c5adc814414f" /><Relationship Type="http://schemas.openxmlformats.org/officeDocument/2006/relationships/notesMaster" Target="/ppt/notesMasters/notesMaster1.xml" Id="R78f8dfe1d8d248b6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c0e77e78cb2f4c29" /><Relationship Type="http://schemas.openxmlformats.org/officeDocument/2006/relationships/notesMaster" Target="/ppt/notesMasters/notesMaster1.xml" Id="R924df7b723834c73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340bdbad588497c" /><Relationship Type="http://schemas.openxmlformats.org/officeDocument/2006/relationships/notesMaster" Target="/ppt/notesMasters/notesMaster1.xml" Id="R076a9357442b4e9a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96756bdf67c343cc" /><Relationship Type="http://schemas.openxmlformats.org/officeDocument/2006/relationships/notesMaster" Target="/ppt/notesMasters/notesMaster1.xml" Id="Rbcc01c88c8a64078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64e805e77f542dc" /><Relationship Type="http://schemas.openxmlformats.org/officeDocument/2006/relationships/notesMaster" Target="/ppt/notesMasters/notesMaster1.xml" Id="Rb2b6822a013246b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f66176657548436d" /><Relationship Type="http://schemas.openxmlformats.org/officeDocument/2006/relationships/notesMaster" Target="/ppt/notesMasters/notesMaster1.xml" Id="R3d1fb14a169e4022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1146ce008364432e" /><Relationship Type="http://schemas.openxmlformats.org/officeDocument/2006/relationships/notesMaster" Target="/ppt/notesMasters/notesMaster1.xml" Id="R63a38485c75649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a226178da0134f7c" /><Relationship Type="http://schemas.openxmlformats.org/officeDocument/2006/relationships/notesMaster" Target="/ppt/notesMasters/notesMaster1.xml" Id="Rb182d86f9e1746c8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af840a776dc4f69" /><Relationship Type="http://schemas.openxmlformats.org/officeDocument/2006/relationships/notesMaster" Target="/ppt/notesMasters/notesMaster1.xml" Id="R1a816dae5e9a458b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aaa86385490549da" /><Relationship Type="http://schemas.openxmlformats.org/officeDocument/2006/relationships/notesMaster" Target="/ppt/notesMasters/notesMaster1.xml" Id="R173286432744499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af58fb97b7924b26" /><Relationship Type="http://schemas.openxmlformats.org/officeDocument/2006/relationships/notesMaster" Target="/ppt/notesMasters/notesMaster1.xml" Id="Rfd078b6d35004f60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1c31414ab3884cf2" /><Relationship Type="http://schemas.openxmlformats.org/officeDocument/2006/relationships/notesMaster" Target="/ppt/notesMasters/notesMaster1.xml" Id="Ra7e5124f2f7a4198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9dc7382b872451f" /><Relationship Type="http://schemas.openxmlformats.org/officeDocument/2006/relationships/notesMaster" Target="/ppt/notesMasters/notesMaster1.xml" Id="Raa39f0f10bc4492a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fe5f912cb7e54ff8" /><Relationship Type="http://schemas.openxmlformats.org/officeDocument/2006/relationships/notesMaster" Target="/ppt/notesMasters/notesMaster1.xml" Id="R14105264821a40f1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4d7a7ab1b4054c22" /><Relationship Type="http://schemas.openxmlformats.org/officeDocument/2006/relationships/notesMaster" Target="/ppt/notesMasters/notesMaster1.xml" Id="Rde0ded131d074e0d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9958da82a1ea4d62" /><Relationship Type="http://schemas.openxmlformats.org/officeDocument/2006/relationships/notesMaster" Target="/ppt/notesMasters/notesMaster1.xml" Id="Rbcfa3ebe72ad4f4f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f270698379374006" /><Relationship Type="http://schemas.openxmlformats.org/officeDocument/2006/relationships/notesMaster" Target="/ppt/notesMasters/notesMaster1.xml" Id="R03e732cd1ae14024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419fad5dfdde4ee1" /><Relationship Type="http://schemas.openxmlformats.org/officeDocument/2006/relationships/notesMaster" Target="/ppt/notesMasters/notesMaster1.xml" Id="R97e4b735d0444527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988075aae86a4ea4" /><Relationship Type="http://schemas.openxmlformats.org/officeDocument/2006/relationships/notesMaster" Target="/ppt/notesMasters/notesMaster1.xml" Id="Rbe15ab08841b4b7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3c38f166ebd4c58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c59b90d26c24fb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5a188d9c7704f1b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6ee359b3a9c4d3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1e1f9d7233d4907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845bf9fa904c4b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acff86b2f6a445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355aa15b3574077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e2386fbc309489f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411e852775b424d" /></Relationships>
</file>

<file path=ppt/slideLayouts/_rels/slideLayout1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b6edf7f6d0447db" /></Relationships>
</file>

<file path=ppt/slideLayouts/slideLayout2.xml><?xml version="1.0" encoding="utf-8"?>
<p:sldLayout xmlns:p="http://schemas.openxmlformats.org/presentationml/2006/main" type="objTx">
  <p:cSld name="内容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35B2BC33-62B7-407F-BB27-413D667AC08F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4B827BC-7C6A-4043-B1A7-28E8FC9A2843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67346A8B-D538-4AB2-A384-1527A91E394D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CBA7FB73-C062-451E-9246-F10B852B0857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EF22D85A-3C1C-42B3-B57C-AECC00DF7D0A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4C6EF025-1420-47D9-A2EF-C714CDF6F8D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 type="secHead">
  <p:cSld name="节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64ABCAF-B23B-48AF-A590-09B50630C95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F33F3589-5ED0-4252-A61F-A42B7EB08B9C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358580F6-CF76-4CDB-949C-421A0A0A9B8E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EE7D9FD6-41AB-46F7-845E-587C8291750B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F43CC5C6-8054-442E-B401-E628BECCAB14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 type="blank">
  <p:cSld name="空白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日期占位符 1">
            <a:extLst xmlns:a="http://schemas.openxmlformats.org/drawingml/2006/main">
              <a:ext uri="{FF2B5EF4-FFF2-40B4-BE49-F238E27FC236}">
                <a16:creationId xmlns:a16="http://schemas.microsoft.com/office/drawing/2014/main" id="{660CB3C3-183B-47F0-BF48-7EE0761D4C7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页脚占位符 2">
            <a:extLst xmlns:a="http://schemas.openxmlformats.org/drawingml/2006/main">
              <a:ext uri="{FF2B5EF4-FFF2-40B4-BE49-F238E27FC236}">
                <a16:creationId xmlns:a16="http://schemas.microsoft.com/office/drawing/2014/main" id="{450EEC10-5BC4-4C56-91CA-2C74E21BAB3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灯片编号占位符 3">
            <a:extLst xmlns:a="http://schemas.openxmlformats.org/drawingml/2006/main">
              <a:ext uri="{FF2B5EF4-FFF2-40B4-BE49-F238E27FC236}">
                <a16:creationId xmlns:a16="http://schemas.microsoft.com/office/drawing/2014/main" id="{C53AD91B-799A-45CB-AE8E-A95079D2A98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 type="obj">
  <p:cSld name="标题和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EB61619D-36E2-402F-BF54-B7E675F6BC65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86C45D95-CA64-463F-8303-EB8732457481}"/>
              </a:ext>
            </a:extLst>
          </p:cNvPr>
          <p:cNvSpPr/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601A51D-ED68-4245-9D1B-5B49EEF485C5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260EFF1B-AADF-41B4-82F6-2BC7E328FA19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DC9ABA4E-35B0-4F1A-AC9A-617D3AE219C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title">
  <p:cSld name="标题幻灯片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B6B8501E-2E54-4E7E-BE00-C4B477193BA2}"/>
              </a:ext>
            </a:extLst>
          </p:cNvPr>
          <p:cNvSpPr/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/>
        </p:txBody>
      </p:sp>
      <p:sp>
        <p:nvSpPr>
          <p:cNvPr id="3" name="副标题 2">
            <a:extLst xmlns:a="http://schemas.openxmlformats.org/drawingml/2006/main">
              <a:ext uri="{FF2B5EF4-FFF2-40B4-BE49-F238E27FC236}">
                <a16:creationId xmlns:a16="http://schemas.microsoft.com/office/drawing/2014/main" id="{8506479E-85AD-44E2-821A-04EA70F3BFFB}"/>
              </a:ext>
            </a:extLst>
          </p:cNvPr>
          <p:cNvSpPr/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04016E07-F6B0-41C9-ADC8-042DD928A4C2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9AAFF367-92DB-4449-BE0F-C83564E3768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9F063D46-A9F1-482F-AB1C-52928A74BB20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7.xml><?xml version="1.0" encoding="utf-8"?>
<p:sldLayout xmlns:p="http://schemas.openxmlformats.org/presentationml/2006/main" type="titleOnly">
  <p:cSld name="仅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BBC8C71-601B-4676-ACBC-945022B14D37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日期占位符 2">
            <a:extLst xmlns:a="http://schemas.openxmlformats.org/drawingml/2006/main">
              <a:ext uri="{FF2B5EF4-FFF2-40B4-BE49-F238E27FC236}">
                <a16:creationId xmlns:a16="http://schemas.microsoft.com/office/drawing/2014/main" id="{7275C810-747D-4D44-B27C-A70759C982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页脚占位符 3">
            <a:extLst xmlns:a="http://schemas.openxmlformats.org/drawingml/2006/main">
              <a:ext uri="{FF2B5EF4-FFF2-40B4-BE49-F238E27FC236}">
                <a16:creationId xmlns:a16="http://schemas.microsoft.com/office/drawing/2014/main" id="{8951EDBE-FB0B-48A3-A929-1A5603C05212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灯片编号占位符 4">
            <a:extLst xmlns:a="http://schemas.openxmlformats.org/drawingml/2006/main">
              <a:ext uri="{FF2B5EF4-FFF2-40B4-BE49-F238E27FC236}">
                <a16:creationId xmlns:a16="http://schemas.microsoft.com/office/drawing/2014/main" id="{1B1686A6-27E6-498B-9556-9A3E9F0DB72A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8.xml><?xml version="1.0" encoding="utf-8"?>
<p:sldLayout xmlns:p="http://schemas.openxmlformats.org/presentationml/2006/main" type="vertTitleAndTx">
  <p:cSld name="竖排标题与文本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竖排标题 1">
            <a:extLst xmlns:a="http://schemas.openxmlformats.org/drawingml/2006/main">
              <a:ext uri="{FF2B5EF4-FFF2-40B4-BE49-F238E27FC236}">
                <a16:creationId xmlns:a16="http://schemas.microsoft.com/office/drawing/2014/main" id="{6BDE453F-A641-46FE-86D8-48B4AC6695D3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23539DA3-0AD5-4872-BDE1-917A16310827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63AC4E60-1128-4DFA-86EB-E1FBF4ED639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D5475826-7E35-4AD7-8C4E-778301FC91C6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7AD1073B-A181-4782-8FA8-69E82BF4523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9.xml><?xml version="1.0" encoding="utf-8"?>
<p:sldLayout xmlns:p="http://schemas.openxmlformats.org/presentationml/2006/main" type="twoTxTwoObj">
  <p:cSld name="比较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CD06C58D-B60B-46B1-940F-658824C89CE7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6A3A50D0-0CE3-4225-8575-B5965B67010D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56C69E8E-4163-4A0C-BFBA-E057B91C5115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文本占位符 4">
            <a:extLst xmlns:a="http://schemas.openxmlformats.org/drawingml/2006/main">
              <a:ext uri="{FF2B5EF4-FFF2-40B4-BE49-F238E27FC236}">
                <a16:creationId xmlns:a16="http://schemas.microsoft.com/office/drawing/2014/main" id="{B2ABEA7B-3BFC-4C04-A0EF-516873D06636}"/>
              </a:ext>
            </a:extLst>
          </p:cNvPr>
          <p:cNvSpPr/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/>
        </p:txBody>
      </p:sp>
      <p:sp>
        <p:nvSpPr>
          <p:cNvPr id="6" name="内容占位符 5">
            <a:extLst xmlns:a="http://schemas.openxmlformats.org/drawingml/2006/main">
              <a:ext uri="{FF2B5EF4-FFF2-40B4-BE49-F238E27FC236}">
                <a16:creationId xmlns:a16="http://schemas.microsoft.com/office/drawing/2014/main" id="{B56D2CCC-5921-4AD5-BADC-D3E512DC1B6C}"/>
              </a:ext>
            </a:extLst>
          </p:cNvPr>
          <p:cNvSpPr/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日期占位符 6">
            <a:extLst xmlns:a="http://schemas.openxmlformats.org/drawingml/2006/main">
              <a:ext uri="{FF2B5EF4-FFF2-40B4-BE49-F238E27FC236}">
                <a16:creationId xmlns:a16="http://schemas.microsoft.com/office/drawing/2014/main" id="{374165C6-6E3C-40F9-8A07-B568BEC2384A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页脚占位符 7">
            <a:extLst xmlns:a="http://schemas.openxmlformats.org/drawingml/2006/main">
              <a:ext uri="{FF2B5EF4-FFF2-40B4-BE49-F238E27FC236}">
                <a16:creationId xmlns:a16="http://schemas.microsoft.com/office/drawing/2014/main" id="{8D9700A9-9E74-4A74-8450-49C4F5394B6C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灯片编号占位符 8">
            <a:extLst xmlns:a="http://schemas.openxmlformats.org/drawingml/2006/main">
              <a:ext uri="{FF2B5EF4-FFF2-40B4-BE49-F238E27FC236}">
                <a16:creationId xmlns:a16="http://schemas.microsoft.com/office/drawing/2014/main" id="{65EF7B12-BFBD-4E65-995D-B7DD8699B259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0.xml><?xml version="1.0" encoding="utf-8"?>
<p:sldLayout xmlns:p="http://schemas.openxmlformats.org/presentationml/2006/main" type="vertTx">
  <p:cSld name="标题和竖排文字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59E2B8F5-632F-4FE7-BAAF-9E9B0872A65A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竖排文字占位符 2">
            <a:extLst xmlns:a="http://schemas.openxmlformats.org/drawingml/2006/main">
              <a:ext uri="{FF2B5EF4-FFF2-40B4-BE49-F238E27FC236}">
                <a16:creationId xmlns:a16="http://schemas.microsoft.com/office/drawing/2014/main" id="{F816D912-67DB-48F5-905A-AED250DAF696}"/>
              </a:ext>
            </a:extLst>
          </p:cNvPr>
          <p:cNvSpPr/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FEF29C8E-6B15-4DDF-908A-772224949079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3A04EAC4-6DFC-4E24-8CD3-15AA6E8B94E0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67D9960A-5224-431D-8D0F-C8A872A36298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1.xml><?xml version="1.0" encoding="utf-8"?>
<p:sldLayout xmlns:p="http://schemas.openxmlformats.org/presentationml/2006/main" type="twoObj">
  <p:cSld name="两栏内容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01B1D06A-5393-4764-8130-11F10C99C893}"/>
              </a:ext>
            </a:extLst>
          </p:cNvPr>
          <p:cNvSpPr/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内容占位符 2">
            <a:extLst xmlns:a="http://schemas.openxmlformats.org/drawingml/2006/main">
              <a:ext uri="{FF2B5EF4-FFF2-40B4-BE49-F238E27FC236}">
                <a16:creationId xmlns:a16="http://schemas.microsoft.com/office/drawing/2014/main" id="{1D23CC81-5C72-4866-A072-4E114BFB9D90}"/>
              </a:ext>
            </a:extLst>
          </p:cNvPr>
          <p:cNvSpPr/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内容占位符 3">
            <a:extLst xmlns:a="http://schemas.openxmlformats.org/drawingml/2006/main">
              <a:ext uri="{FF2B5EF4-FFF2-40B4-BE49-F238E27FC236}">
                <a16:creationId xmlns:a16="http://schemas.microsoft.com/office/drawing/2014/main" id="{41322F73-935A-4AB5-9D45-EB2724565552}"/>
              </a:ext>
            </a:extLst>
          </p:cNvPr>
          <p:cNvSpPr/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4ABB10A3-54B1-4F19-83B7-AFEB9142D6D0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9B79EA4F-A556-4BCE-B0D0-94D524BB9CF3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62554723-71B4-48E8-A7B2-4834C541A6BE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Layouts/slideLayout12.xml><?xml version="1.0" encoding="utf-8"?>
<p:sldLayout xmlns:p="http://schemas.openxmlformats.org/presentationml/2006/main" type="picTx">
  <p:cSld name="图片与标题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 1">
            <a:extLst xmlns:a="http://schemas.openxmlformats.org/drawingml/2006/main">
              <a:ext uri="{FF2B5EF4-FFF2-40B4-BE49-F238E27FC236}">
                <a16:creationId xmlns:a16="http://schemas.microsoft.com/office/drawing/2014/main" id="{D1EF5C1E-A3D7-46BC-84A6-9D043E8DEAB2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/>
        </p:txBody>
      </p:sp>
      <p:sp>
        <p:nvSpPr>
          <p:cNvPr id="3" name="图片占位符 2">
            <a:extLst xmlns:a="http://schemas.openxmlformats.org/drawingml/2006/main">
              <a:ext uri="{FF2B5EF4-FFF2-40B4-BE49-F238E27FC236}">
                <a16:creationId xmlns:a16="http://schemas.microsoft.com/office/drawing/2014/main" id="{5F184AF9-034D-4210-AD29-949027A2A115}"/>
              </a:ext>
            </a:extLst>
          </p:cNvPr>
          <p:cNvSpPr/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/>
        </p:txBody>
      </p:sp>
      <p:sp>
        <p:nvSpPr>
          <p:cNvPr id="4" name="文本占位符 3">
            <a:extLst xmlns:a="http://schemas.openxmlformats.org/drawingml/2006/main">
              <a:ext uri="{FF2B5EF4-FFF2-40B4-BE49-F238E27FC236}">
                <a16:creationId xmlns:a16="http://schemas.microsoft.com/office/drawing/2014/main" id="{0B72CC5E-5177-48E4-9CCF-4C5B485B5129}"/>
              </a:ext>
            </a:extLst>
          </p:cNvPr>
          <p:cNvSpPr/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/>
        </p:txBody>
      </p:sp>
      <p:sp>
        <p:nvSpPr>
          <p:cNvPr id="5" name="日期占位符 4">
            <a:extLst xmlns:a="http://schemas.openxmlformats.org/drawingml/2006/main">
              <a:ext uri="{FF2B5EF4-FFF2-40B4-BE49-F238E27FC236}">
                <a16:creationId xmlns:a16="http://schemas.microsoft.com/office/drawing/2014/main" id="{06E3B853-7CF5-4592-90DA-56FB384FA4BC}"/>
              </a:ext>
            </a:extLst>
          </p:cNvPr>
          <p:cNvSpPr/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页脚占位符 5">
            <a:extLst xmlns:a="http://schemas.openxmlformats.org/drawingml/2006/main">
              <a:ext uri="{FF2B5EF4-FFF2-40B4-BE49-F238E27FC236}">
                <a16:creationId xmlns:a16="http://schemas.microsoft.com/office/drawing/2014/main" id="{ADE515C5-3FFA-4F25-91DE-92DAC0617908}"/>
              </a:ext>
            </a:extLst>
          </p:cNvPr>
          <p:cNvSpPr/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灯片编号占位符 6">
            <a:extLst xmlns:a="http://schemas.openxmlformats.org/drawingml/2006/main">
              <a:ext uri="{FF2B5EF4-FFF2-40B4-BE49-F238E27FC236}">
                <a16:creationId xmlns:a16="http://schemas.microsoft.com/office/drawing/2014/main" id="{1F094B46-3548-4643-BBB1-BC856B748D07}"/>
              </a:ext>
            </a:extLst>
          </p:cNvPr>
          <p:cNvSpPr/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82d0b3adc9044f65" /><Relationship Type="http://schemas.openxmlformats.org/officeDocument/2006/relationships/slideLayout" Target="/ppt/slideLayouts/slideLayout2.xml" Id="R7059c45615514a0d" /><Relationship Type="http://schemas.openxmlformats.org/officeDocument/2006/relationships/slideLayout" Target="/ppt/slideLayouts/slideLayout3.xml" Id="R2c74d4893d9c45f9" /><Relationship Type="http://schemas.openxmlformats.org/officeDocument/2006/relationships/slideLayout" Target="/ppt/slideLayouts/slideLayout4.xml" Id="R44f6bd702ed94099" /><Relationship Type="http://schemas.openxmlformats.org/officeDocument/2006/relationships/slideLayout" Target="/ppt/slideLayouts/slideLayout5.xml" Id="Re19c067813114a15" /><Relationship Type="http://schemas.openxmlformats.org/officeDocument/2006/relationships/slideLayout" Target="/ppt/slideLayouts/slideLayout6.xml" Id="Rff49fe8605b14f01" /><Relationship Type="http://schemas.openxmlformats.org/officeDocument/2006/relationships/slideLayout" Target="/ppt/slideLayouts/slideLayout7.xml" Id="Ra8eb458f26954caf" /><Relationship Type="http://schemas.openxmlformats.org/officeDocument/2006/relationships/slideLayout" Target="/ppt/slideLayouts/slideLayout8.xml" Id="R001737030bf7462e" /><Relationship Type="http://schemas.openxmlformats.org/officeDocument/2006/relationships/slideLayout" Target="/ppt/slideLayouts/slideLayout9.xml" Id="Rf532c6512e6a4266" /><Relationship Type="http://schemas.openxmlformats.org/officeDocument/2006/relationships/slideLayout" Target="/ppt/slideLayouts/slideLayout10.xml" Id="R4a3962f6c978484a" /><Relationship Type="http://schemas.openxmlformats.org/officeDocument/2006/relationships/slideLayout" Target="/ppt/slideLayouts/slideLayout11.xml" Id="R5150b9cf3362499b" /><Relationship Type="http://schemas.openxmlformats.org/officeDocument/2006/relationships/slideLayout" Target="/ppt/slideLayouts/slideLayout12.xml" Id="Ra76c79fac74d4216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标题占位符 1">
            <a:extLst xmlns:a="http://schemas.openxmlformats.org/drawingml/2006/main">
              <a:ext uri="{FF2B5EF4-FFF2-40B4-BE49-F238E27FC236}">
                <a16:creationId xmlns:a16="http://schemas.microsoft.com/office/drawing/2014/main" id="{260851FD-6DAA-4D95-90B2-CCAE93D636B8}"/>
              </a:ext>
            </a:extLst>
          </p:cNvPr>
          <p:cNvSpPr/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3" name="文本占位符 2">
            <a:extLst xmlns:a="http://schemas.openxmlformats.org/drawingml/2006/main">
              <a:ext uri="{FF2B5EF4-FFF2-40B4-BE49-F238E27FC236}">
                <a16:creationId xmlns:a16="http://schemas.microsoft.com/office/drawing/2014/main" id="{457B427D-99CE-4777-B4D6-73A400A6961F}"/>
              </a:ext>
            </a:extLst>
          </p:cNvPr>
          <p:cNvSpPr/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/>
        </p:txBody>
      </p:sp>
      <p:sp>
        <p:nvSpPr>
          <p:cNvPr id="4" name="日期占位符 3">
            <a:extLst xmlns:a="http://schemas.openxmlformats.org/drawingml/2006/main">
              <a:ext uri="{FF2B5EF4-FFF2-40B4-BE49-F238E27FC236}">
                <a16:creationId xmlns:a16="http://schemas.microsoft.com/office/drawing/2014/main" id="{2BF18D23-AB65-4357-B080-2ED76CBE928E}"/>
              </a:ext>
            </a:extLst>
          </p:cNvPr>
          <p:cNvSpPr/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5" name="页脚占位符 4">
            <a:extLst xmlns:a="http://schemas.openxmlformats.org/drawingml/2006/main">
              <a:ext uri="{FF2B5EF4-FFF2-40B4-BE49-F238E27FC236}">
                <a16:creationId xmlns:a16="http://schemas.microsoft.com/office/drawing/2014/main" id="{F16DD303-9416-48A3-ADC5-653A2A106938}"/>
              </a:ext>
            </a:extLst>
          </p:cNvPr>
          <p:cNvSpPr/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  <p:sp>
        <p:nvSpPr>
          <p:cNvPr id="6" name="灯片编号占位符 5">
            <a:extLst xmlns:a="http://schemas.openxmlformats.org/drawingml/2006/main">
              <a:ext uri="{FF2B5EF4-FFF2-40B4-BE49-F238E27FC236}">
                <a16:creationId xmlns:a16="http://schemas.microsoft.com/office/drawing/2014/main" id="{A7903E8B-4945-4223-9743-CDC9652C24C3}"/>
              </a:ext>
            </a:extLst>
          </p:cNvPr>
          <p:cNvSpPr/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059c45615514a0d"/>
    <p:sldLayoutId xmlns:r="http://schemas.openxmlformats.org/officeDocument/2006/relationships" id="2147483650" r:id="R2c74d4893d9c45f9"/>
    <p:sldLayoutId xmlns:r="http://schemas.openxmlformats.org/officeDocument/2006/relationships" id="2147483651" r:id="R44f6bd702ed94099"/>
    <p:sldLayoutId xmlns:r="http://schemas.openxmlformats.org/officeDocument/2006/relationships" id="2147483652" r:id="Re19c067813114a15"/>
    <p:sldLayoutId xmlns:r="http://schemas.openxmlformats.org/officeDocument/2006/relationships" id="2147483653" r:id="Rff49fe8605b14f01"/>
    <p:sldLayoutId xmlns:r="http://schemas.openxmlformats.org/officeDocument/2006/relationships" id="2147483654" r:id="Ra8eb458f26954caf"/>
    <p:sldLayoutId xmlns:r="http://schemas.openxmlformats.org/officeDocument/2006/relationships" id="2147483655" r:id="R001737030bf7462e"/>
    <p:sldLayoutId xmlns:r="http://schemas.openxmlformats.org/officeDocument/2006/relationships" id="2147483656" r:id="Rf532c6512e6a4266"/>
    <p:sldLayoutId xmlns:r="http://schemas.openxmlformats.org/officeDocument/2006/relationships" id="2147483657" r:id="R4a3962f6c978484a"/>
    <p:sldLayoutId xmlns:r="http://schemas.openxmlformats.org/officeDocument/2006/relationships" id="2147483658" r:id="R5150b9cf3362499b"/>
    <p:sldLayoutId xmlns:r="http://schemas.openxmlformats.org/officeDocument/2006/relationships" id="2147483659" r:id="Ra76c79fac74d421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52065ca18b5461f" /><Relationship Type="http://schemas.openxmlformats.org/officeDocument/2006/relationships/image" Target="/ppt/media/image.png" Id="Rb4d13f6f559d4148" /><Relationship Type="http://schemas.openxmlformats.org/officeDocument/2006/relationships/image" Target="/ppt/media/image2.png" Id="Ra552ca1535c64490" /><Relationship Type="http://schemas.openxmlformats.org/officeDocument/2006/relationships/notesSlide" Target="/ppt/notesSlides/notesSlide1.xml" Id="R477629c583c542ef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5eb5c181e58f46ad" /><Relationship Type="http://schemas.openxmlformats.org/officeDocument/2006/relationships/image" Target="/ppt/media/image2.png" Id="R66de6e89348a4ed9" /><Relationship Type="http://schemas.openxmlformats.org/officeDocument/2006/relationships/notesSlide" Target="/ppt/notesSlides/notesSlide2.xml" Id="R58f1320c9ca0480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92002651c484090" /><Relationship Type="http://schemas.openxmlformats.org/officeDocument/2006/relationships/image" Target="/ppt/media/image2.png" Id="R841b384569d34b0b" /><Relationship Type="http://schemas.openxmlformats.org/officeDocument/2006/relationships/notesSlide" Target="/ppt/notesSlides/notesSlide3.xml" Id="R75cc4a1db79f4e5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848829675b4b5f" /><Relationship Type="http://schemas.openxmlformats.org/officeDocument/2006/relationships/image" Target="/ppt/media/image3.png" Id="R79a8d42ef00947da" /><Relationship Type="http://schemas.openxmlformats.org/officeDocument/2006/relationships/notesSlide" Target="/ppt/notesSlides/notesSlide4.xml" Id="Rc1eb0030f15e4f8f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7c2338134af42ca" /><Relationship Type="http://schemas.openxmlformats.org/officeDocument/2006/relationships/image" Target="/ppt/media/image3.png" Id="Rd026199eb5244411" /><Relationship Type="http://schemas.openxmlformats.org/officeDocument/2006/relationships/notesSlide" Target="/ppt/notesSlides/notesSlide5.xml" Id="Rb4faf1c62bf4402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34c5a973b3a4b03" /><Relationship Type="http://schemas.openxmlformats.org/officeDocument/2006/relationships/image" Target="/ppt/media/image2.png" Id="Rd5c372a16caf4651" /><Relationship Type="http://schemas.openxmlformats.org/officeDocument/2006/relationships/notesSlide" Target="/ppt/notesSlides/notesSlide6.xml" Id="Rbc40acbfef0e441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398695230d744a27" /><Relationship Type="http://schemas.openxmlformats.org/officeDocument/2006/relationships/image" Target="/ppt/media/image3.png" Id="Rc92870b8fa4e4f4c" /><Relationship Type="http://schemas.openxmlformats.org/officeDocument/2006/relationships/notesSlide" Target="/ppt/notesSlides/notesSlide7.xml" Id="R85b868097aad4de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9b8bb2903b644ac" /><Relationship Type="http://schemas.openxmlformats.org/officeDocument/2006/relationships/image" Target="/ppt/media/image3.png" Id="R37a31bb756444da3" /><Relationship Type="http://schemas.openxmlformats.org/officeDocument/2006/relationships/notesSlide" Target="/ppt/notesSlides/notesSlide8.xml" Id="Rd20a69c2f4bd42cf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062d46b142d4cc0" /><Relationship Type="http://schemas.openxmlformats.org/officeDocument/2006/relationships/image" Target="/ppt/media/image3.png" Id="R6c02c48d319e4d8b" /><Relationship Type="http://schemas.openxmlformats.org/officeDocument/2006/relationships/notesSlide" Target="/ppt/notesSlides/notesSlide9.xml" Id="R2b3c41410c7d426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e6ab3e71d924ccb" /><Relationship Type="http://schemas.openxmlformats.org/officeDocument/2006/relationships/image" Target="/ppt/media/image2.png" Id="R8a9d82b2ad4a495c" /><Relationship Type="http://schemas.openxmlformats.org/officeDocument/2006/relationships/notesSlide" Target="/ppt/notesSlides/notesSlide10.xml" Id="R3919560f156f4de7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282e4642df354f4a" /><Relationship Type="http://schemas.openxmlformats.org/officeDocument/2006/relationships/image" Target="/ppt/media/image3.png" Id="Rf1139b6237e04a9e" /><Relationship Type="http://schemas.openxmlformats.org/officeDocument/2006/relationships/notesSlide" Target="/ppt/notesSlides/notesSlide11.xml" Id="R669447c55f0c424b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f5bc30ba29e6440b" /><Relationship Type="http://schemas.openxmlformats.org/officeDocument/2006/relationships/image" Target="/ppt/media/image3.png" Id="Rda525e743feb41ac" /><Relationship Type="http://schemas.openxmlformats.org/officeDocument/2006/relationships/notesSlide" Target="/ppt/notesSlides/notesSlide12.xml" Id="Re5b66fcc83bd4f7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2b0a9f76017471b" /><Relationship Type="http://schemas.openxmlformats.org/officeDocument/2006/relationships/image" Target="/ppt/media/image3.png" Id="Red3465a6aec04f8a" /><Relationship Type="http://schemas.openxmlformats.org/officeDocument/2006/relationships/notesSlide" Target="/ppt/notesSlides/notesSlide13.xml" Id="Rc70fab8f3bfc430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55ff8572608b4541" /><Relationship Type="http://schemas.openxmlformats.org/officeDocument/2006/relationships/image" Target="/ppt/media/image3.png" Id="R40e3e68c13af47d6" /><Relationship Type="http://schemas.openxmlformats.org/officeDocument/2006/relationships/notesSlide" Target="/ppt/notesSlides/notesSlide14.xml" Id="Rc36ea7963f66404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7044898aeb3428f" /><Relationship Type="http://schemas.openxmlformats.org/officeDocument/2006/relationships/image" Target="/ppt/media/image3.png" Id="R24e4d8935eb24cdd" /><Relationship Type="http://schemas.openxmlformats.org/officeDocument/2006/relationships/notesSlide" Target="/ppt/notesSlides/notesSlide15.xml" Id="R23bb3fd521534fb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887f780a92f4db0" /><Relationship Type="http://schemas.openxmlformats.org/officeDocument/2006/relationships/image" Target="/ppt/media/image3.png" Id="R0a6ee37ee0b64d2b" /><Relationship Type="http://schemas.openxmlformats.org/officeDocument/2006/relationships/notesSlide" Target="/ppt/notesSlides/notesSlide16.xml" Id="Ra6d249b3295442ee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9684fb628df4aa0" /><Relationship Type="http://schemas.openxmlformats.org/officeDocument/2006/relationships/image" Target="/ppt/media/image3.png" Id="Ra9a4ea612fdb4f3c" /><Relationship Type="http://schemas.openxmlformats.org/officeDocument/2006/relationships/notesSlide" Target="/ppt/notesSlides/notesSlide17.xml" Id="R860c5fba643241be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0c5ae0ce9f194798" /><Relationship Type="http://schemas.openxmlformats.org/officeDocument/2006/relationships/image" Target="/ppt/media/image3.png" Id="Rfcd90621f1e04889" /><Relationship Type="http://schemas.openxmlformats.org/officeDocument/2006/relationships/notesSlide" Target="/ppt/notesSlides/notesSlide18.xml" Id="R74ebd70c6f8346f7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1ddadfb29e47d5" /><Relationship Type="http://schemas.openxmlformats.org/officeDocument/2006/relationships/image" Target="/ppt/media/image3.png" Id="Re976410e56774a42" /><Relationship Type="http://schemas.openxmlformats.org/officeDocument/2006/relationships/notesSlide" Target="/ppt/notesSlides/notesSlide19.xml" Id="Rf0905240a3f94ba4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657270ecc8543e3" /><Relationship Type="http://schemas.openxmlformats.org/officeDocument/2006/relationships/image" Target="/ppt/media/image3.png" Id="Rc1b49df444204d38" /><Relationship Type="http://schemas.openxmlformats.org/officeDocument/2006/relationships/notesSlide" Target="/ppt/notesSlides/notesSlide20.xml" Id="Rfb18dfc98b0d4d0c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5e6b222c3f14e1d" /><Relationship Type="http://schemas.openxmlformats.org/officeDocument/2006/relationships/image" Target="/ppt/media/image3.png" Id="R03e074970bfc40a0" /><Relationship Type="http://schemas.openxmlformats.org/officeDocument/2006/relationships/notesSlide" Target="/ppt/notesSlides/notesSlide21.xml" Id="R46e9b5dc18d341a0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7701fbe80c5c4dac" /><Relationship Type="http://schemas.openxmlformats.org/officeDocument/2006/relationships/image" Target="/ppt/media/image3.png" Id="R6d8525303b1e425b" /><Relationship Type="http://schemas.openxmlformats.org/officeDocument/2006/relationships/notesSlide" Target="/ppt/notesSlides/notesSlide22.xml" Id="R5d757558c8ad4280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ee385bbf1554b5a" /><Relationship Type="http://schemas.openxmlformats.org/officeDocument/2006/relationships/image" Target="/ppt/media/image3.png" Id="R3978c79d79e242a0" /><Relationship Type="http://schemas.openxmlformats.org/officeDocument/2006/relationships/notesSlide" Target="/ppt/notesSlides/notesSlide23.xml" Id="Rf4b846e6c7434e50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6894f1ec88f64353" /><Relationship Type="http://schemas.openxmlformats.org/officeDocument/2006/relationships/image" Target="/ppt/media/image3.png" Id="Rfc674f4a0d29486d" /><Relationship Type="http://schemas.openxmlformats.org/officeDocument/2006/relationships/notesSlide" Target="/ppt/notesSlides/notesSlide24.xml" Id="R823d20bf946447b8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f844522e57143dd" /><Relationship Type="http://schemas.openxmlformats.org/officeDocument/2006/relationships/image" Target="/ppt/media/image2.png" Id="Reb323388b5624900" /><Relationship Type="http://schemas.openxmlformats.org/officeDocument/2006/relationships/notesSlide" Target="/ppt/notesSlides/notesSlide25.xml" Id="Rd6f71aae213c4ea0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937f861ed0b54ddd" /><Relationship Type="http://schemas.openxmlformats.org/officeDocument/2006/relationships/image" Target="/ppt/media/image3.png" Id="R50704ad658ae4fd2" /><Relationship Type="http://schemas.openxmlformats.org/officeDocument/2006/relationships/notesSlide" Target="/ppt/notesSlides/notesSlide26.xml" Id="R8d82cab737fa4ec9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499fe457f2d6482a" /><Relationship Type="http://schemas.openxmlformats.org/officeDocument/2006/relationships/image" Target="/ppt/media/image3.png" Id="Rb458e8b5396549e0" /><Relationship Type="http://schemas.openxmlformats.org/officeDocument/2006/relationships/notesSlide" Target="/ppt/notesSlides/notesSlide27.xml" Id="R20ef1503b9c74460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a13ab30fd98e496e" /><Relationship Type="http://schemas.openxmlformats.org/officeDocument/2006/relationships/image" Target="/ppt/media/image3.png" Id="Rb9b8177882884778" /><Relationship Type="http://schemas.openxmlformats.org/officeDocument/2006/relationships/notesSlide" Target="/ppt/notesSlides/notesSlide28.xml" Id="Rebf4d193214d4845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e2f81fbff904f3c" /><Relationship Type="http://schemas.openxmlformats.org/officeDocument/2006/relationships/image" Target="/ppt/media/image2.png" Id="R315d016bd89c4aa0" /><Relationship Type="http://schemas.openxmlformats.org/officeDocument/2006/relationships/notesSlide" Target="/ppt/notesSlides/notesSlide29.xml" Id="Ra2b9a9a82167445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" name="图片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d13f6f559d4148"/>
          <a:srcRect xmlns:a="http://schemas.openxmlformats.org/drawingml/2006/main" l="49938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-1" y="-2407"/>
            <a:ext cx="6103614" cy="6860407"/>
          </a:xfrm>
          <a:prstGeom xmlns:a="http://schemas.openxmlformats.org/drawingml/2006/main" prst="rect">
            <a:avLst/>
          </a:prstGeom>
        </p:spPr>
      </p:pic>
      <p:sp>
        <p:nvSpPr>
          <p:cNvPr id="31" name="直角三角形 30">
            <a:extLst xmlns:a="http://schemas.openxmlformats.org/drawingml/2006/main">
              <a:ext uri="{FF2B5EF4-FFF2-40B4-BE49-F238E27FC236}">
                <a16:creationId xmlns:a16="http://schemas.microsoft.com/office/drawing/2014/main" id="{FBDC6FBC-5B15-4B27-993E-4AF8EAC8B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439426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直角三角形 29">
            <a:extLst xmlns:a="http://schemas.openxmlformats.org/drawingml/2006/main">
              <a:ext uri="{FF2B5EF4-FFF2-40B4-BE49-F238E27FC236}">
                <a16:creationId xmlns:a16="http://schemas.microsoft.com/office/drawing/2014/main" id="{20110538-D038-431A-B0C4-CECA9F1BE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390066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直角三角形 34">
            <a:extLst xmlns:a="http://schemas.openxmlformats.org/drawingml/2006/main">
              <a:ext uri="{FF2B5EF4-FFF2-40B4-BE49-F238E27FC236}">
                <a16:creationId xmlns:a16="http://schemas.microsoft.com/office/drawing/2014/main" id="{277EC6E2-AA3C-42BF-B054-90ABA1A86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783" y="-69784"/>
            <a:ext cx="1384433" cy="1524000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任意多边形: 形状 42">
            <a:extLst xmlns:a="http://schemas.openxmlformats.org/drawingml/2006/main">
              <a:ext uri="{FF2B5EF4-FFF2-40B4-BE49-F238E27FC236}">
                <a16:creationId xmlns:a16="http://schemas.microsoft.com/office/drawing/2014/main" id="{23212421-3CB9-4A6F-B6C5-B3393AE26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3927971" y="-8678"/>
            <a:ext cx="1012807" cy="2939977"/>
          </a:xfrm>
          <a:custGeom xmlns:a="http://schemas.openxmlformats.org/drawingml/2006/main">
            <a:rect l="l" t="t" r="r" b="b"/>
            <a:pathLst>
              <a:path w="1012807" h="2939977">
                <a:moveTo>
                  <a:pt x="1012807" y="0"/>
                </a:moveTo>
                <a:lnTo>
                  <a:pt x="930817" y="0"/>
                </a:lnTo>
                <a:lnTo>
                  <a:pt x="0" y="2939977"/>
                </a:lnTo>
                <a:lnTo>
                  <a:pt x="81990" y="2939977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直角三角形 7">
            <a:extLst xmlns:a="http://schemas.openxmlformats.org/drawingml/2006/main">
              <a:ext uri="{FF2B5EF4-FFF2-40B4-BE49-F238E27FC236}">
                <a16:creationId xmlns:a16="http://schemas.microsoft.com/office/drawing/2014/main" id="{D8BFF7DE-2B79-4692-BE2E-B1CBA969A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062258" y="-2407"/>
            <a:ext cx="2129742" cy="3418574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6D9FEC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直角三角形 8">
            <a:extLst xmlns:a="http://schemas.openxmlformats.org/drawingml/2006/main">
              <a:ext uri="{FF2B5EF4-FFF2-40B4-BE49-F238E27FC236}">
                <a16:creationId xmlns:a16="http://schemas.microsoft.com/office/drawing/2014/main" id="{B9D108E0-DBE7-42E5-9538-1E6F13430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10349608" y="-8678"/>
            <a:ext cx="1842392" cy="2957332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D6EEEC42-9EA5-455A-A84E-6278B55AD6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663" y="2107887"/>
            <a:ext cx="7966365" cy="132343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基于大模型的测试场景生成</a:t>
            </a:r>
          </a:p>
          <a:p xmlns:a="http://schemas.openxmlformats.org/drawingml/2006/main">
            <a:pPr algn="r">
              <a:buNone/>
            </a:pPr>
            <a:r>
              <a:rPr sz="4000" b="1">
                <a:solidFill>
                  <a:schemeClr val="accent1">
                    <a:lumMod val="75000"/>
                  </a:schemeClr>
                </a:solidFill>
                <a:latin typeface="Times New Roman"/>
                <a:ea typeface="Times New Roman"/>
                <a:cs typeface="Times New Roman"/>
              </a:rPr>
              <a:t>与自主 Web 测试智能体</a:t>
            </a:r>
          </a:p>
        </p:txBody>
      </p:sp>
      <p:sp>
        <p:nvSpPr>
          <p:cNvPr id="6" name="直接连接符 5">
            <a:extLst xmlns:a="http://schemas.openxmlformats.org/drawingml/2006/main">
              <a:ext uri="{FF2B5EF4-FFF2-40B4-BE49-F238E27FC236}">
                <a16:creationId xmlns:a16="http://schemas.microsoft.com/office/drawing/2014/main" id="{F36C15F6-4A95-4F0F-A80F-A850FB6581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983" y="3538910"/>
            <a:ext cx="6042821" cy="0"/>
          </a:xfrm>
          <a:prstGeom xmlns:a="http://schemas.openxmlformats.org/drawingml/2006/main" prst="line">
            <a:avLst/>
          </a:prstGeom>
          <a:ln xmlns:a="http://schemas.openxmlformats.org/drawingml/2006/main" w="28575">
            <a:solidFill>
              <a:srgbClr val="17499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17DBEDCC-1672-4670-8F72-9D9E15866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9596" y="3624437"/>
            <a:ext cx="4967368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LLM-driven Test Scenario Generation &amp; Autonomous Web Testing Agent</a:t>
            </a:r>
          </a:p>
        </p:txBody>
      </p:sp>
      <p:sp>
        <p:nvSpPr>
          <p:cNvPr id="21" name="文本框 20">
            <a:extLst xmlns:a="http://schemas.openxmlformats.org/drawingml/2006/main">
              <a:ext uri="{FF2B5EF4-FFF2-40B4-BE49-F238E27FC236}">
                <a16:creationId xmlns:a16="http://schemas.microsoft.com/office/drawing/2014/main" id="{67BF95EB-F667-4E5B-A28F-E2ED490695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4567221"/>
            <a:ext cx="1454244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29" name="矩形 28">
            <a:extLst xmlns:a="http://schemas.openxmlformats.org/drawingml/2006/main">
              <a:ext uri="{FF2B5EF4-FFF2-40B4-BE49-F238E27FC236}">
                <a16:creationId xmlns:a16="http://schemas.microsoft.com/office/drawing/2014/main" id="{AF1E8716-F2BA-4FBE-B4A1-ADD1598CEA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9444" y="5234176"/>
            <a:ext cx="2191584" cy="4671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E7F860F4-B985-41EB-952D-80AA44360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61587" y="5283080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8BC879B-757F-4BAD-BFCA-40E899F42C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0073" y="6147784"/>
            <a:ext cx="151836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53" name="图片 3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552ca1535c644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695036" y="153223"/>
            <a:ext cx="2554357" cy="538993"/>
          </a:xfrm>
          <a:prstGeom xmlns:a="http://schemas.openxmlformats.org/drawingml/2006/main" prst="rect">
            <a:avLst/>
          </a:prstGeom>
        </p:spPr>
      </p:pic>
      <p:sp>
        <p:nvSpPr>
          <p:cNvPr id="20" name="任意多边形: 形状 19">
            <a:extLst xmlns:a="http://schemas.openxmlformats.org/drawingml/2006/main">
              <a:ext uri="{FF2B5EF4-FFF2-40B4-BE49-F238E27FC236}">
                <a16:creationId xmlns:a16="http://schemas.microsoft.com/office/drawing/2014/main" id="{51BCB211-765B-4881-ABBA-67F77D321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319846" y="4401599"/>
            <a:ext cx="1112045" cy="2456401"/>
          </a:xfrm>
          <a:custGeom xmlns:a="http://schemas.openxmlformats.org/drawingml/2006/main">
            <a:rect l="l" t="t" r="r" b="b"/>
            <a:pathLst>
              <a:path w="1751" h="3868">
                <a:moveTo>
                  <a:pt x="1222" y="0"/>
                </a:moveTo>
                <a:lnTo>
                  <a:pt x="1751" y="0"/>
                </a:lnTo>
                <a:lnTo>
                  <a:pt x="527" y="3868"/>
                </a:lnTo>
                <a:lnTo>
                  <a:pt x="0" y="3868"/>
                </a:lnTo>
                <a:lnTo>
                  <a:pt x="1222" y="10"/>
                </a:lnTo>
                <a:lnTo>
                  <a:pt x="1219" y="10"/>
                </a:lnTo>
                <a:lnTo>
                  <a:pt x="1222" y="0"/>
                </a:lnTo>
                <a:close/>
              </a:path>
            </a:pathLst>
          </a:cu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07985768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流程图: 可选过程 25">
            <a:extLst xmlns:a="http://schemas.openxmlformats.org/drawingml/2006/main">
              <a:ext uri="{FF2B5EF4-FFF2-40B4-BE49-F238E27FC236}">
                <a16:creationId xmlns:a16="http://schemas.microsoft.com/office/drawing/2014/main" id="{E6FCCC0D-E720-45DE-904B-A797E02E1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123220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椭圆 14">
            <a:extLst xmlns:a="http://schemas.openxmlformats.org/drawingml/2006/main">
              <a:ext uri="{FF2B5EF4-FFF2-40B4-BE49-F238E27FC236}">
                <a16:creationId xmlns:a16="http://schemas.microsoft.com/office/drawing/2014/main" id="{43035C86-4A89-4F83-B8CF-C0BF38ADE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98650" y="1968500"/>
            <a:ext cx="3240000" cy="3240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文本框 12">
            <a:extLst xmlns:a="http://schemas.openxmlformats.org/drawingml/2006/main">
              <a:ext uri="{FF2B5EF4-FFF2-40B4-BE49-F238E27FC236}">
                <a16:creationId xmlns:a16="http://schemas.microsoft.com/office/drawing/2014/main" id="{DEAA8B84-074A-4B66-AA69-4611251F5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4610" y="3127375"/>
            <a:ext cx="1790065" cy="9220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5400" b="1">
                <a:solidFill>
                  <a:schemeClr val="bg1"/>
                </a:solidFill>
                <a:latin typeface="微软雅黑"/>
                <a:ea typeface="微软雅黑"/>
                <a:cs typeface="微软雅黑"/>
              </a:rPr>
              <a:t>目录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19F6F6DE-D3F1-42A9-AD32-449FC43C3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1295704"/>
            <a:ext cx="2748915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研究背景及意义</a:t>
            </a:r>
          </a:p>
        </p:txBody>
      </p:sp>
      <p:sp>
        <p:nvSpPr>
          <p:cNvPr id="27" name="椭圆 26">
            <a:extLst xmlns:a="http://schemas.openxmlformats.org/drawingml/2006/main">
              <a:ext uri="{FF2B5EF4-FFF2-40B4-BE49-F238E27FC236}">
                <a16:creationId xmlns:a16="http://schemas.microsoft.com/office/drawing/2014/main" id="{F450EE56-BD1B-43EC-B44E-773F2AEB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129951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文本框 27">
            <a:extLst xmlns:a="http://schemas.openxmlformats.org/drawingml/2006/main">
              <a:ext uri="{FF2B5EF4-FFF2-40B4-BE49-F238E27FC236}">
                <a16:creationId xmlns:a16="http://schemas.microsoft.com/office/drawing/2014/main" id="{ABE0A2E6-89EE-4219-9AC1-1CF69F151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132554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01</a:t>
            </a:r>
          </a:p>
        </p:txBody>
      </p:sp>
      <p:sp>
        <p:nvSpPr>
          <p:cNvPr id="29" name="流程图: 可选过程 28">
            <a:extLst xmlns:a="http://schemas.openxmlformats.org/drawingml/2006/main">
              <a:ext uri="{FF2B5EF4-FFF2-40B4-BE49-F238E27FC236}">
                <a16:creationId xmlns:a16="http://schemas.microsoft.com/office/drawing/2014/main" id="{45259BEA-6F2B-4D4D-9330-BBAF6BCB8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2187879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文本框 29">
            <a:extLst xmlns:a="http://schemas.openxmlformats.org/drawingml/2006/main">
              <a:ext uri="{FF2B5EF4-FFF2-40B4-BE49-F238E27FC236}">
                <a16:creationId xmlns:a16="http://schemas.microsoft.com/office/drawing/2014/main" id="{1A4E0E0A-36C9-40E9-B29A-996C8C2C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225137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研究目标与方案</a:t>
            </a:r>
          </a:p>
        </p:txBody>
      </p:sp>
      <p:sp>
        <p:nvSpPr>
          <p:cNvPr id="31" name="椭圆 30">
            <a:extLst xmlns:a="http://schemas.openxmlformats.org/drawingml/2006/main">
              <a:ext uri="{FF2B5EF4-FFF2-40B4-BE49-F238E27FC236}">
                <a16:creationId xmlns:a16="http://schemas.microsoft.com/office/drawing/2014/main" id="{A3003164-CE5B-40C6-8807-85A8E7B8D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225518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文本框 31">
            <a:extLst xmlns:a="http://schemas.openxmlformats.org/drawingml/2006/main">
              <a:ext uri="{FF2B5EF4-FFF2-40B4-BE49-F238E27FC236}">
                <a16:creationId xmlns:a16="http://schemas.microsoft.com/office/drawing/2014/main" id="{B21867E7-A5A1-40D8-80D6-E8B193E23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228122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02</a:t>
            </a:r>
          </a:p>
        </p:txBody>
      </p:sp>
      <p:sp>
        <p:nvSpPr>
          <p:cNvPr id="33" name="流程图: 可选过程 32">
            <a:extLst xmlns:a="http://schemas.openxmlformats.org/drawingml/2006/main">
              <a:ext uri="{FF2B5EF4-FFF2-40B4-BE49-F238E27FC236}">
                <a16:creationId xmlns:a16="http://schemas.microsoft.com/office/drawing/2014/main" id="{CB40E0FD-5F44-4828-99E9-C97F418BF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3141649"/>
            <a:ext cx="3805555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文本框 33">
            <a:extLst xmlns:a="http://schemas.openxmlformats.org/drawingml/2006/main">
              <a:ext uri="{FF2B5EF4-FFF2-40B4-BE49-F238E27FC236}">
                <a16:creationId xmlns:a16="http://schemas.microsoft.com/office/drawing/2014/main" id="{E1E9B471-47C2-43BD-A24D-016D1762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3205149"/>
            <a:ext cx="2694940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研究框架介绍</a:t>
            </a:r>
          </a:p>
        </p:txBody>
      </p:sp>
      <p:sp>
        <p:nvSpPr>
          <p:cNvPr id="35" name="椭圆 34">
            <a:extLst xmlns:a="http://schemas.openxmlformats.org/drawingml/2006/main">
              <a:ext uri="{FF2B5EF4-FFF2-40B4-BE49-F238E27FC236}">
                <a16:creationId xmlns:a16="http://schemas.microsoft.com/office/drawing/2014/main" id="{B17F5E05-D170-44B6-BA4E-7A3862E06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3208959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文本框 35">
            <a:extLst xmlns:a="http://schemas.openxmlformats.org/drawingml/2006/main">
              <a:ext uri="{FF2B5EF4-FFF2-40B4-BE49-F238E27FC236}">
                <a16:creationId xmlns:a16="http://schemas.microsoft.com/office/drawing/2014/main" id="{4B07CFF6-85BC-461F-9B11-2FBFDAEFC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3234994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03</a:t>
            </a:r>
          </a:p>
        </p:txBody>
      </p:sp>
      <p:sp>
        <p:nvSpPr>
          <p:cNvPr id="37" name="流程图: 可选过程 36">
            <a:extLst xmlns:a="http://schemas.openxmlformats.org/drawingml/2006/main">
              <a:ext uri="{FF2B5EF4-FFF2-40B4-BE49-F238E27FC236}">
                <a16:creationId xmlns:a16="http://schemas.microsoft.com/office/drawing/2014/main" id="{081AC40C-2817-4E08-B5EF-F2B7F54A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4092244"/>
            <a:ext cx="380619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8" name="文本框 37">
            <a:extLst xmlns:a="http://schemas.openxmlformats.org/drawingml/2006/main">
              <a:ext uri="{FF2B5EF4-FFF2-40B4-BE49-F238E27FC236}">
                <a16:creationId xmlns:a16="http://schemas.microsoft.com/office/drawing/2014/main" id="{5EBAD52D-FFE9-492C-BFA2-DDF59264C9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4155744"/>
            <a:ext cx="2748280" cy="52197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研究进度安排</a:t>
            </a:r>
          </a:p>
        </p:txBody>
      </p:sp>
      <p:sp>
        <p:nvSpPr>
          <p:cNvPr id="39" name="椭圆 38">
            <a:extLst xmlns:a="http://schemas.openxmlformats.org/drawingml/2006/main">
              <a:ext uri="{FF2B5EF4-FFF2-40B4-BE49-F238E27FC236}">
                <a16:creationId xmlns:a16="http://schemas.microsoft.com/office/drawing/2014/main" id="{2F1E23AB-3E3F-4A6D-B85B-9BAE3719D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415955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文本框 39">
            <a:extLst xmlns:a="http://schemas.openxmlformats.org/drawingml/2006/main">
              <a:ext uri="{FF2B5EF4-FFF2-40B4-BE49-F238E27FC236}">
                <a16:creationId xmlns:a16="http://schemas.microsoft.com/office/drawing/2014/main" id="{9042C2BE-59F2-4025-80AB-3D48CC25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418558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04</a:t>
            </a:r>
          </a:p>
        </p:txBody>
      </p:sp>
      <p:sp>
        <p:nvSpPr>
          <p:cNvPr id="41" name="流程图: 可选过程 40">
            <a:extLst xmlns:a="http://schemas.openxmlformats.org/drawingml/2006/main">
              <a:ext uri="{FF2B5EF4-FFF2-40B4-BE49-F238E27FC236}">
                <a16:creationId xmlns:a16="http://schemas.microsoft.com/office/drawing/2014/main" id="{CFCBD5CC-0295-49A8-BC85-56198CF5D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7975" y="5048554"/>
            <a:ext cx="3804920" cy="637540"/>
          </a:xfrm>
          <a:prstGeom xmlns:a="http://schemas.openxmlformats.org/drawingml/2006/main" prst="flowChartAlternateProcess">
            <a:avLst/>
          </a:prstGeom>
          <a:solidFill xmlns:a="http://schemas.openxmlformats.org/drawingml/2006/main">
            <a:schemeClr val="bg1">
              <a:lumMod val="95000"/>
            </a:schemeClr>
          </a:solidFill>
          <a:ln xmlns:a="http://schemas.openxmlformats.org/drawingml/2006/main">
            <a:noFill/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文本框 41">
            <a:extLst xmlns:a="http://schemas.openxmlformats.org/drawingml/2006/main">
              <a:ext uri="{FF2B5EF4-FFF2-40B4-BE49-F238E27FC236}">
                <a16:creationId xmlns:a16="http://schemas.microsoft.com/office/drawing/2014/main" id="{34785A9E-51FF-4CF5-91C8-2ACF997A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98410" y="5112054"/>
            <a:ext cx="2125345" cy="5232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2800" b="1">
                <a:solidFill>
                  <a:srgbClr val="0A418D"/>
                </a:solidFill>
                <a:latin typeface="微软雅黑"/>
                <a:ea typeface="微软雅黑"/>
                <a:cs typeface="微软雅黑"/>
              </a:rPr>
              <a:t>小组分工</a:t>
            </a:r>
          </a:p>
        </p:txBody>
      </p:sp>
      <p:sp>
        <p:nvSpPr>
          <p:cNvPr id="43" name="椭圆 42">
            <a:extLst xmlns:a="http://schemas.openxmlformats.org/drawingml/2006/main">
              <a:ext uri="{FF2B5EF4-FFF2-40B4-BE49-F238E27FC236}">
                <a16:creationId xmlns:a16="http://schemas.microsoft.com/office/drawing/2014/main" id="{38F727AF-092B-45EA-851D-0572CD8C3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9580" y="5115864"/>
            <a:ext cx="504000" cy="50482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A418D"/>
          </a:solidFill>
          <a:ln xmlns:a="http://schemas.openxmlformats.org/drawingml/2006/main">
            <a:solidFill>
              <a:srgbClr val="0A418D"/>
            </a:solidFill>
          </a:ln>
          <a:effectLst xmlns:a="http://schemas.openxmlformats.org/drawingml/2006/main">
            <a:outerShdw blurRad="228600" dist="38100" dir="2700000" algn="tl" rotWithShape="0">
              <a:prstClr val="black">
                <a:alpha val="40000"/>
              </a:prstClr>
            </a:outerShdw>
          </a:effectLst>
        </p:spPr>
        <p:style>
          <a:lnRef xmlns:a="http://schemas.openxmlformats.org/drawingml/2006/main" idx="2">
            <a:schemeClr val="accent1">
              <a:lumMod val="75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rgbClr val="FFFFFF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vert="horz" wrap="square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文本框 43">
            <a:extLst xmlns:a="http://schemas.openxmlformats.org/drawingml/2006/main">
              <a:ext uri="{FF2B5EF4-FFF2-40B4-BE49-F238E27FC236}">
                <a16:creationId xmlns:a16="http://schemas.microsoft.com/office/drawing/2014/main" id="{6980DEC6-7196-49C2-9CF3-FE339FE47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1485" y="5141899"/>
            <a:ext cx="580390" cy="46037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2400" b="1">
                <a:solidFill>
                  <a:schemeClr val="bg1"/>
                </a:solidFill>
              </a:rPr>
              <a:t>05</a:t>
            </a:r>
          </a:p>
        </p:txBody>
      </p:sp>
      <p:pic>
        <p:nvPicPr>
          <p:cNvPr id="48" name="图片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6de6e89348a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31832" y="351944"/>
            <a:ext cx="3267572" cy="68948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5499599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2EEF5748-A1BE-45B4-843B-EA94B4B0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FB8BC298-0524-4D8D-8535-479387CEF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D268123A-7C8F-48FC-8B19-AD3F5270D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6592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1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E343A0A1-3CC0-4083-AB0C-CA694AADD9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2229" y="2782669"/>
            <a:ext cx="3387725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77E53CA-5C65-4106-A7AD-CAD404572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02505" y="3606757"/>
            <a:ext cx="2586990" cy="33718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Background and Significance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0D9385D7-63EB-4B96-A059-21268544C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76690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41b384569d34b0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427105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9a8d42ef00947d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1.1  研究背景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3BE75FA5-8B51-437A-B27A-AFF5233C5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15C04C5-57AC-4831-9ABC-DC47D05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5CF8CAA6-9E88-47C2-99FA-E2D0B7CD84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真实 Web 流程复杂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FB9033-A7D2-4A25-9BE8-BB21874E54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页面动态、权限状态、弹窗与异步加载交织，传统脚本维护成本高。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F2FAC93-D387-43F7-A34D-FC736F93E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C3719E14-FA7C-4557-B09F-1DE2596B1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FD17978-F253-46BC-BDBC-2F1887573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LLM Agent 仍易失败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80C9B3E-F7D3-4FB0-902E-90795E152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缺少待测系统领域知识时，容易输出与手册或 UI 不一致的操作。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AA5ED4D-3A02-49C2-8B21-CC64025D1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3286125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301C5D2C-4A33-453F-B4B5-8634F864D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381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907CDC4E-A006-40E9-ABB1-546FFBD9D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524125"/>
            <a:ext cx="296227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完成后难以判定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835BBD8F-719D-426D-AE85-C72A31198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2838450"/>
            <a:ext cx="296227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Agent 自报成功不等于功能正确，需要 Trace、截图和验证器复核。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89930465-12F8-401B-8D92-22ECD5645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905250"/>
            <a:ext cx="10001250" cy="1095375"/>
          </a:xfrm>
          <a:prstGeom xmlns:a="http://schemas.openxmlformats.org/drawingml/2006/main" prst="roundRect">
            <a:avLst>
              <a:gd name="adj" fmla="val 6957"/>
            </a:avLst>
          </a:prstGeom>
          <a:solidFill xmlns:a="http://schemas.openxmlformats.org/drawingml/2006/main">
            <a:srgbClr val="F6FAFF"/>
          </a:solidFill>
          <a:ln xmlns:a="http://schemas.openxmlformats.org/drawingml/2006/main" w="12383">
            <a:solidFill>
              <a:srgbClr val="C9DAF0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A704040-EDFE-44E9-8B30-7A62298D9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248150"/>
            <a:ext cx="1143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核心问题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7FC8F52A-2001-42E2-A8A5-D709916FB4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43375"/>
            <a:ext cx="74295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如何把 4ga Boards 手册中的功能描述，变成可执行、可验证、可追溯的 Web 测试任务？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61261CC-A75F-4CA5-ADAC-EE30AB3A9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619625"/>
            <a:ext cx="73342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SpecPilot 的回答：手册证据约束生成，零 locator 保持意图表达，browser-use 自主执行，验证器给出可复查结论。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B74A6671-D989-4460-8AC1-77728FF7D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B02C34EA-4DCD-4F53-9074-FD041DF5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5038" y="0"/>
            <a:ext cx="2011817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1355836C-A950-4A2B-A32B-6363CFE89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27C7E32B-A3CF-4666-86A5-5657E6AEED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90BC898A-C73D-4520-9BBC-F05395EAA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023CB556-E9C7-4976-9AE4-BDE2D4ACA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3583B483-B7A7-4629-A9F7-9A868AA24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26199eb524441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48D3EC0F-DB7B-48DD-A354-7069A9D87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257E2E7D-C342-491F-B11E-F3D2A0D80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08C51AC-3886-4E1B-84C1-F3702CEEBB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C48649A8-C9B5-4E39-89C0-EA2B58A61E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1CB34D15-A6F0-40AB-B46A-723E71B1E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4061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C999504-BE27-4AB4-8610-1F5A39B815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1432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1.2  研究意义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F70E048-6BEB-4AA8-9032-DA0789AD24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2CB9E37-0F5E-473E-BE70-EE642A97B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D0256BA-1A87-47A7-81DC-B4CFB51078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6842C338-96DD-42FA-B292-9A18DB645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04E2958-5C98-498C-ADE9-53CE70E7E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软件手册转为结构化测试知识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EEF9907E-E610-43BF-81B8-A83EC134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95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8F8AD4DD-DF8F-4ECA-83D1-10F728238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EFF14D60-7DA0-4589-89A1-11DB3BBF7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154BFA4-152A-425A-8D71-CF8F05EDD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9DF963DF-23E8-4A06-A7AB-24BF57F88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146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自然语言步骤，不绑定 DOM locator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FFAEE23-F04B-4B75-B437-9C17C7C44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863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C9A86F8A-B238-40A8-A618-C169334C0E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0A6884E6-DEB8-4102-AAB9-911DC9F4C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9CFF0413-347E-4D4D-AC25-23F6D933A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578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143EAFC2-86B2-4C15-ACD2-5BB624D7C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054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Web Agent 自主完成页面操作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4F858707-7418-4EC0-8920-115E2A0B5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770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1AA0C15D-34AB-4329-8C60-A0B01A637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2FFE1412-16D8-4586-A0F5-06E5327EF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D73EA5B6-65FE-454E-A758-9555C9B3DA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4855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F3F61EDA-C15B-40AA-A4FE-45CCCB937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+ 视觉验证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CBB8D483-170E-41CC-A573-470A27EA9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025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0D0FE148-497B-4BEE-AE65-D35951ADA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003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AD553B97-8940-4207-9859-5843BE21D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15550" y="24955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B29E14F0-55FF-45D7-8619-59B461865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2990850"/>
            <a:ext cx="13716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诊断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E536305-93A8-457E-A80F-89668BD3B8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333750"/>
            <a:ext cx="1676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失败分类与报告归档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24164E5-0ECC-4FB2-89CF-C69AFEC8F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381500"/>
            <a:ext cx="96202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9EF"/>
          </a:solidFill>
          <a:ln xmlns:a="http://schemas.openxmlformats.org/drawingml/2006/main" w="12383">
            <a:solidFill>
              <a:srgbClr val="F3D6A2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ED050713-A091-40C5-83FB-4C9B1F0F9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629150"/>
            <a:ext cx="8953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8A5700"/>
                </a:solidFill>
                <a:latin typeface="微软雅黑"/>
                <a:ea typeface="微软雅黑"/>
                <a:cs typeface="微软雅黑"/>
              </a:rPr>
              <a:t>形成“手册证据 → 测试场景 → 智能体执行 → 结果验证 → 失败分析”的闭环，而不是只让大模型写测试用例。</a:t>
            </a:r>
          </a:p>
        </p:txBody>
      </p:sp>
    </p:spTree>
    <p:extLst>
      <p:ext uri="{BB962C8B-B14F-4D97-AF65-F5344CB8AC3E}">
        <p14:creationId xmlns:p14="http://schemas.microsoft.com/office/powerpoint/2010/main" val="999033381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C53D25DD-8F22-4F68-9717-D555EFF2C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ADC7355D-A963-4EF5-A54D-94BD284E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E1CDF316-1371-4DD2-8047-DD78F3FF0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2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ADFE3324-AB82-4283-A144-831DD98F9B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7840" y="2816963"/>
            <a:ext cx="3416320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7A87E50E-1656-4AF9-900E-068E0B99D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8376" y="3606757"/>
            <a:ext cx="3376244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Objectives and Methodology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27A1EA1C-2086-40E7-BDCD-768E9DE1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5c372a16caf465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416247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矩形 3">
            <a:extLst xmlns:a="http://schemas.openxmlformats.org/drawingml/2006/main">
              <a:ext uri="{FF2B5EF4-FFF2-40B4-BE49-F238E27FC236}">
                <a16:creationId xmlns:a16="http://schemas.microsoft.com/office/drawing/2014/main" id="{ADC4B7F6-BF62-4E53-B146-01F852D6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矩形 32">
            <a:extLst xmlns:a="http://schemas.openxmlformats.org/drawingml/2006/main">
              <a:ext uri="{FF2B5EF4-FFF2-40B4-BE49-F238E27FC236}">
                <a16:creationId xmlns:a16="http://schemas.microsoft.com/office/drawing/2014/main" id="{A051C895-FBF6-4A5A-BC63-BF84752C8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文本框 7">
            <a:extLst xmlns:a="http://schemas.openxmlformats.org/drawingml/2006/main">
              <a:ext uri="{FF2B5EF4-FFF2-40B4-BE49-F238E27FC236}">
                <a16:creationId xmlns:a16="http://schemas.microsoft.com/office/drawing/2014/main" id="{89B0B3E7-7DD8-45DE-939C-F9A8FB310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F2445862-16EA-4A7B-819F-88AA98D22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6" name="文本框 15">
            <a:extLst xmlns:a="http://schemas.openxmlformats.org/drawingml/2006/main">
              <a:ext uri="{FF2B5EF4-FFF2-40B4-BE49-F238E27FC236}">
                <a16:creationId xmlns:a16="http://schemas.microsoft.com/office/drawing/2014/main" id="{B3F42468-B0D9-4785-A6E3-C45E4487C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20" name="文本框 19">
            <a:extLst xmlns:a="http://schemas.openxmlformats.org/drawingml/2006/main">
              <a:ext uri="{FF2B5EF4-FFF2-40B4-BE49-F238E27FC236}">
                <a16:creationId xmlns:a16="http://schemas.microsoft.com/office/drawing/2014/main" id="{48820B60-34E7-4E08-AA74-87AE879AA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24" name="文本框 23">
            <a:extLst xmlns:a="http://schemas.openxmlformats.org/drawingml/2006/main">
              <a:ext uri="{FF2B5EF4-FFF2-40B4-BE49-F238E27FC236}">
                <a16:creationId xmlns:a16="http://schemas.microsoft.com/office/drawing/2014/main" id="{9296B7C1-6589-4D9E-B954-249E6FCAFA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39" name="图片 2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92870b8fa4e4f4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28" name="直接连接符 27">
            <a:extLst xmlns:a="http://schemas.openxmlformats.org/drawingml/2006/main">
              <a:ext uri="{FF2B5EF4-FFF2-40B4-BE49-F238E27FC236}">
                <a16:creationId xmlns:a16="http://schemas.microsoft.com/office/drawing/2014/main" id="{50FE17C1-9624-4A9F-9B57-784B471CC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0" name="直接连接符 29">
            <a:extLst xmlns:a="http://schemas.openxmlformats.org/drawingml/2006/main">
              <a:ext uri="{FF2B5EF4-FFF2-40B4-BE49-F238E27FC236}">
                <a16:creationId xmlns:a16="http://schemas.microsoft.com/office/drawing/2014/main" id="{CD71BD3E-851B-4639-9ACA-3D4E4AE92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1" name="直接连接符 30">
            <a:extLst xmlns:a="http://schemas.openxmlformats.org/drawingml/2006/main">
              <a:ext uri="{FF2B5EF4-FFF2-40B4-BE49-F238E27FC236}">
                <a16:creationId xmlns:a16="http://schemas.microsoft.com/office/drawing/2014/main" id="{8D892374-7818-4381-B65B-28BA4F095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直接连接符 31">
            <a:extLst xmlns:a="http://schemas.openxmlformats.org/drawingml/2006/main">
              <a:ext uri="{FF2B5EF4-FFF2-40B4-BE49-F238E27FC236}">
                <a16:creationId xmlns:a16="http://schemas.microsoft.com/office/drawing/2014/main" id="{7C97C541-360D-4782-8469-E7B26CBD6A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等腰三角形 33">
            <a:extLst xmlns:a="http://schemas.openxmlformats.org/drawingml/2006/main">
              <a:ext uri="{FF2B5EF4-FFF2-40B4-BE49-F238E27FC236}">
                <a16:creationId xmlns:a16="http://schemas.microsoft.com/office/drawing/2014/main" id="{C6D0E936-EFA9-40A4-BDDA-02749B0C78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8B89FB35-04FF-43FB-9AC5-472301A1F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2.1  总体流程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847CDFFF-8A37-44E4-9E15-9D0F90F8E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5694D182-060B-42D9-9864-1EDB08231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DF1B8C3-454A-4292-B173-7BD77371C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29531ADC-CB90-4B10-833A-0C3E972BD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53BA7BE-D146-4ABD-BE4A-78697C603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4ga 手册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D84DB63-FDA7-45E1-8FDE-EA9AD7967B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477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英文 user/admin manual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107F4AC8-4834-4D36-BC70-A65AD3B17A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1378010A-88C1-451C-A5FE-773E23EEA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85430889-209A-43D2-852B-B1A615DA5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E36BFE30-A641-45DD-9BFD-76F1712B4C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908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82DDA672-13FC-48F4-ACC7-D56CC428A5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清洗切片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8AEF887-B216-4472-8E1C-4E68AB251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Markdown + heading path</a:t>
            </a:r>
          </a:p>
        </p:txBody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BD95266-1B82-46E2-8D58-3233B674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2907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55C895E9-0ECE-45BF-AF81-4E9C1721E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05A14882-5F82-45A6-B7F0-3011DA77D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E43D345A-583A-4D5A-98B2-617D70B18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4817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9EC1B88-7F0E-4D8A-AD27-B276569CA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向量索引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CF0C1D76-C7AA-4520-8D88-DF9DE1B7F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ChromaDB evidence</a:t>
            </a:r>
          </a:p>
        </p:txBody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15E2887F-A543-4AF0-BA2F-E10542344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E024A4E5-42A6-40FE-AE58-62241112E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33FDF2BC-48EF-4EB5-95F4-8177E56B17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C9166704-F573-4FF8-B5D8-8F5714874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06FC3A0C-AE3F-4D4D-ACBF-CC62ED443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079BC8B5-7C9F-465D-9852-A1155D0A5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Feature + Scenario</a:t>
            </a:r>
          </a:p>
        </p:txBody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E26AE499-1BDF-4D74-A8C9-6ADDD102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43825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CCB4749A-75A5-48AA-B932-12143916D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48625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26A9DA14-3C20-404E-AA68-3A26FED0C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5C9B8765-A377-4B61-8CDF-D91880DD4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2925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D24CFE1E-EA0C-41B6-B322-AD88C0BD3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自主执行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B813D9E0-1412-4546-B645-14FD5A74C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7275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96A2BF2-4A14-4310-A61E-C2F4DBCECF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6193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6E86AA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C25D41DB-83E9-48AD-A89D-3D1496B31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333625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65E8A9EA-4DBE-438B-8118-1A6B96A759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4860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74C3C"/>
          </a:solidFill>
          <a:ln xmlns:a="http://schemas.openxmlformats.org/drawingml/2006/main" w="12383">
            <a:solidFill>
              <a:srgbClr val="E74C3C"/>
            </a:solidFill>
            <a:prstDash val="solid"/>
          </a:ln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9D98FD2C-CB5C-4F88-A801-857EACF52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5812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B9FBE4B0-80BE-4883-B0CE-873FDD8E6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486025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验证报告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F3A8710-8BCC-4B29-9D02-54B62D7E5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34650" y="2762250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DOM/视觉/分类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AA61EEEA-2839-4229-B83A-063B54AA2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276B8D43-E9AF-428B-A528-EA2543501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7741BE3E-231C-4547-B26F-A32653E51F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边界 1：零 locator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D5ABA17C-1538-4F01-8E1E-45696E508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场景只表达用户意图，不写 selector、xpath、DOM id 或 element index。</a:t>
            </a:r>
          </a:p>
        </p:txBody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17256F59-924C-4DBC-9BC9-FE209A219D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615817D8-A19E-41F2-9059-9E16818CF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23F44C0A-5B87-4128-AE7C-80E5B7543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边界 2：browser-use 唯一执行器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254653D1-5777-47D5-B780-DC22CA15A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不使用 Playwright fallback，保持自然语言任务到 Agent 自主执行的路线。</a:t>
            </a:r>
          </a:p>
        </p:txBody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37217737-A1FC-4B19-83E5-E3D5B4E45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3143250" cy="952500"/>
          </a:xfrm>
          <a:prstGeom xmlns:a="http://schemas.openxmlformats.org/drawingml/2006/main" prst="roundRect">
            <a:avLst>
              <a:gd name="adj" fmla="val 8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F431EC81-8A24-4191-BB85-9DBB92148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3905250"/>
            <a:ext cx="66675" cy="952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6756E223-286E-40F0-9290-18E186895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048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边界 3：本地可追溯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0E5B281-D62E-4071-8B09-0E55AF2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0575" y="4362450"/>
            <a:ext cx="28194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Trace、截图、验证结果和报告统一归档到 data/runs/{run_id}/。</a:t>
            </a:r>
          </a:p>
        </p:txBody>
      </p:sp>
    </p:spTree>
    <p:extLst>
      <p:ext uri="{BB962C8B-B14F-4D97-AF65-F5344CB8AC3E}">
        <p14:creationId xmlns:p14="http://schemas.microsoft.com/office/powerpoint/2010/main" val="410192030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3F5AD5A7-F10F-48AD-9516-B0900162B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2.2  研究目标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1515B250-3F65-47D0-A517-C1F5DB30D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  <p:sp>
        <p:nvSpPr>
          <p:cNvPr id="118" name="矩形 117">
            <a:extLst xmlns:a="http://schemas.openxmlformats.org/drawingml/2006/main">
              <a:ext uri="{FF2B5EF4-FFF2-40B4-BE49-F238E27FC236}">
                <a16:creationId xmlns:a16="http://schemas.microsoft.com/office/drawing/2014/main" id="{E10E5026-9769-4FDA-A3C2-689FB4FFE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9" name="矩形 118">
            <a:extLst xmlns:a="http://schemas.openxmlformats.org/drawingml/2006/main">
              <a:ext uri="{FF2B5EF4-FFF2-40B4-BE49-F238E27FC236}">
                <a16:creationId xmlns:a16="http://schemas.microsoft.com/office/drawing/2014/main" id="{651D5F33-4A49-48C5-A33C-ABFDF222B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0" name="文本框 119">
            <a:extLst xmlns:a="http://schemas.openxmlformats.org/drawingml/2006/main">
              <a:ext uri="{FF2B5EF4-FFF2-40B4-BE49-F238E27FC236}">
                <a16:creationId xmlns:a16="http://schemas.microsoft.com/office/drawing/2014/main" id="{CCE41962-D964-415D-8B26-F787AF6B7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24" name="文本框 123">
            <a:extLst xmlns:a="http://schemas.openxmlformats.org/drawingml/2006/main">
              <a:ext uri="{FF2B5EF4-FFF2-40B4-BE49-F238E27FC236}">
                <a16:creationId xmlns:a16="http://schemas.microsoft.com/office/drawing/2014/main" id="{AF17376A-7459-49B5-8BB1-B818CD00B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30" name="文本框 129">
            <a:extLst xmlns:a="http://schemas.openxmlformats.org/drawingml/2006/main">
              <a:ext uri="{FF2B5EF4-FFF2-40B4-BE49-F238E27FC236}">
                <a16:creationId xmlns:a16="http://schemas.microsoft.com/office/drawing/2014/main" id="{599D3835-85B7-47C1-A1A6-FA9C570DC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31" name="文本框 130">
            <a:extLst xmlns:a="http://schemas.openxmlformats.org/drawingml/2006/main">
              <a:ext uri="{FF2B5EF4-FFF2-40B4-BE49-F238E27FC236}">
                <a16:creationId xmlns:a16="http://schemas.microsoft.com/office/drawing/2014/main" id="{FC780630-B8AC-4195-898D-6F8978079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32" name="文本框 131">
            <a:extLst xmlns:a="http://schemas.openxmlformats.org/drawingml/2006/main">
              <a:ext uri="{FF2B5EF4-FFF2-40B4-BE49-F238E27FC236}">
                <a16:creationId xmlns:a16="http://schemas.microsoft.com/office/drawing/2014/main" id="{E921E35E-305E-4103-9911-931745661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33" name="图片 1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7a31bb756444da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34" name="直接连接符 133">
            <a:extLst xmlns:a="http://schemas.openxmlformats.org/drawingml/2006/main">
              <a:ext uri="{FF2B5EF4-FFF2-40B4-BE49-F238E27FC236}">
                <a16:creationId xmlns:a16="http://schemas.microsoft.com/office/drawing/2014/main" id="{4AA1076A-267F-432B-BDC2-E686E3C72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5" name="直接连接符 134">
            <a:extLst xmlns:a="http://schemas.openxmlformats.org/drawingml/2006/main">
              <a:ext uri="{FF2B5EF4-FFF2-40B4-BE49-F238E27FC236}">
                <a16:creationId xmlns:a16="http://schemas.microsoft.com/office/drawing/2014/main" id="{D4DF99EB-20A1-447A-8A73-DDECF5215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6" name="直接连接符 135">
            <a:extLst xmlns:a="http://schemas.openxmlformats.org/drawingml/2006/main">
              <a:ext uri="{FF2B5EF4-FFF2-40B4-BE49-F238E27FC236}">
                <a16:creationId xmlns:a16="http://schemas.microsoft.com/office/drawing/2014/main" id="{50870E47-F85E-4953-9B7F-757B3AF8D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7" name="直接连接符 136">
            <a:extLst xmlns:a="http://schemas.openxmlformats.org/drawingml/2006/main">
              <a:ext uri="{FF2B5EF4-FFF2-40B4-BE49-F238E27FC236}">
                <a16:creationId xmlns:a16="http://schemas.microsoft.com/office/drawing/2014/main" id="{8089A8E7-8F7B-4127-B817-9C735EC32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38" name="等腰三角形 137">
            <a:extLst xmlns:a="http://schemas.openxmlformats.org/drawingml/2006/main">
              <a:ext uri="{FF2B5EF4-FFF2-40B4-BE49-F238E27FC236}">
                <a16:creationId xmlns:a16="http://schemas.microsoft.com/office/drawing/2014/main" id="{4A263288-6E46-4B9E-817D-3C7EB473F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0" name="">
            <a:extLst xmlns:a="http://schemas.openxmlformats.org/drawingml/2006/main">
              <a:ext uri="{FF2B5EF4-FFF2-40B4-BE49-F238E27FC236}">
                <a16:creationId xmlns:a16="http://schemas.microsoft.com/office/drawing/2014/main" id="{B739DC92-DAAD-464F-8E4B-A4CBA838E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1" name="">
            <a:extLst xmlns:a="http://schemas.openxmlformats.org/drawingml/2006/main">
              <a:ext uri="{FF2B5EF4-FFF2-40B4-BE49-F238E27FC236}">
                <a16:creationId xmlns:a16="http://schemas.microsoft.com/office/drawing/2014/main" id="{0B90E2C1-9640-4A1C-BF33-65D9C512D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42" name="">
            <a:extLst xmlns:a="http://schemas.openxmlformats.org/drawingml/2006/main">
              <a:ext uri="{FF2B5EF4-FFF2-40B4-BE49-F238E27FC236}">
                <a16:creationId xmlns:a16="http://schemas.microsoft.com/office/drawing/2014/main" id="{16EE5B77-2C0A-4B27-906C-C17B20638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24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已抽取功能点</a:t>
            </a:r>
          </a:p>
        </p:txBody>
      </p:sp>
      <p:sp>
        <p:nvSpPr>
          <p:cNvPr id="143" name="">
            <a:extLst xmlns:a="http://schemas.openxmlformats.org/drawingml/2006/main">
              <a:ext uri="{FF2B5EF4-FFF2-40B4-BE49-F238E27FC236}">
                <a16:creationId xmlns:a16="http://schemas.microsoft.com/office/drawing/2014/main" id="{7972FD88-A9E4-428F-9ACF-BDC5DF680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03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4" name="">
            <a:extLst xmlns:a="http://schemas.openxmlformats.org/drawingml/2006/main">
              <a:ext uri="{FF2B5EF4-FFF2-40B4-BE49-F238E27FC236}">
                <a16:creationId xmlns:a16="http://schemas.microsoft.com/office/drawing/2014/main" id="{7B755D48-3D25-4CF0-AD72-373F600DB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18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45" name="">
            <a:extLst xmlns:a="http://schemas.openxmlformats.org/drawingml/2006/main">
              <a:ext uri="{FF2B5EF4-FFF2-40B4-BE49-F238E27FC236}">
                <a16:creationId xmlns:a16="http://schemas.microsoft.com/office/drawing/2014/main" id="{71A1FDDF-D258-4405-B892-CED2C8165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95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已生成测试场景</a:t>
            </a:r>
          </a:p>
        </p:txBody>
      </p:sp>
      <p:sp>
        <p:nvSpPr>
          <p:cNvPr id="146" name="">
            <a:extLst xmlns:a="http://schemas.openxmlformats.org/drawingml/2006/main">
              <a:ext uri="{FF2B5EF4-FFF2-40B4-BE49-F238E27FC236}">
                <a16:creationId xmlns:a16="http://schemas.microsoft.com/office/drawing/2014/main" id="{3CF99F9E-551E-45D3-B8B2-DF1AF5160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95875" y="24288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47" name="">
            <a:extLst xmlns:a="http://schemas.openxmlformats.org/drawingml/2006/main">
              <a:ext uri="{FF2B5EF4-FFF2-40B4-BE49-F238E27FC236}">
                <a16:creationId xmlns:a16="http://schemas.microsoft.com/office/drawing/2014/main" id="{5B5010E7-3C73-44B6-8B6F-836FCBC5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67325" y="25717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48" name="">
            <a:extLst xmlns:a="http://schemas.openxmlformats.org/drawingml/2006/main">
              <a:ext uri="{FF2B5EF4-FFF2-40B4-BE49-F238E27FC236}">
                <a16:creationId xmlns:a16="http://schemas.microsoft.com/office/drawing/2014/main" id="{57E29194-2E81-4B2A-8F5D-73B3BAA21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15025" y="26193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本地运行记录</a:t>
            </a:r>
          </a:p>
        </p:txBody>
      </p:sp>
      <p:sp>
        <p:nvSpPr>
          <p:cNvPr id="149" name="">
            <a:extLst xmlns:a="http://schemas.openxmlformats.org/drawingml/2006/main">
              <a:ext uri="{FF2B5EF4-FFF2-40B4-BE49-F238E27FC236}">
                <a16:creationId xmlns:a16="http://schemas.microsoft.com/office/drawing/2014/main" id="{D80EF5F3-8292-495D-998B-9C101D777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2362200"/>
            <a:ext cx="3381375" cy="904875"/>
          </a:xfrm>
          <a:prstGeom xmlns:a="http://schemas.openxmlformats.org/drawingml/2006/main" prst="roundRect">
            <a:avLst>
              <a:gd name="adj" fmla="val 8421"/>
            </a:avLst>
          </a:prstGeom>
          <a:solidFill xmlns:a="http://schemas.openxmlformats.org/drawingml/2006/main">
            <a:srgbClr val="F3FAFF"/>
          </a:solidFill>
          <a:ln xmlns:a="http://schemas.openxmlformats.org/drawingml/2006/main" w="12383">
            <a:solidFill>
              <a:srgbClr val="BBD9F4"/>
            </a:solidFill>
            <a:prstDash val="solid"/>
          </a:ln>
        </p:spPr>
      </p:sp>
      <p:sp>
        <p:nvSpPr>
          <p:cNvPr id="150" name="">
            <a:extLst xmlns:a="http://schemas.openxmlformats.org/drawingml/2006/main">
              <a:ext uri="{FF2B5EF4-FFF2-40B4-BE49-F238E27FC236}">
                <a16:creationId xmlns:a16="http://schemas.microsoft.com/office/drawing/2014/main" id="{84B02623-0C75-4845-A59F-A9FF0AB57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29550" y="2609850"/>
            <a:ext cx="2571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可运行本地闭环</a:t>
            </a:r>
          </a:p>
        </p:txBody>
      </p:sp>
      <p:sp>
        <p:nvSpPr>
          <p:cNvPr id="151" name="">
            <a:extLst xmlns:a="http://schemas.openxmlformats.org/drawingml/2006/main">
              <a:ext uri="{FF2B5EF4-FFF2-40B4-BE49-F238E27FC236}">
                <a16:creationId xmlns:a16="http://schemas.microsoft.com/office/drawing/2014/main" id="{554A84A1-2CB6-45E7-BAB4-1829C36C4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33700"/>
            <a:ext cx="2571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从手册到执行记录，已形成端到端系统形态</a:t>
            </a:r>
          </a:p>
        </p:txBody>
      </p:sp>
      <p:sp>
        <p:nvSpPr>
          <p:cNvPr id="152" name="">
            <a:extLst xmlns:a="http://schemas.openxmlformats.org/drawingml/2006/main">
              <a:ext uri="{FF2B5EF4-FFF2-40B4-BE49-F238E27FC236}">
                <a16:creationId xmlns:a16="http://schemas.microsoft.com/office/drawing/2014/main" id="{975FCFD7-B8AB-4250-ADDC-3AB55364B0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8576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3" name="">
            <a:extLst xmlns:a="http://schemas.openxmlformats.org/drawingml/2006/main">
              <a:ext uri="{FF2B5EF4-FFF2-40B4-BE49-F238E27FC236}">
                <a16:creationId xmlns:a16="http://schemas.microsoft.com/office/drawing/2014/main" id="{72B7150B-F083-4B31-A62B-85C9E6258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9528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54" name="">
            <a:extLst xmlns:a="http://schemas.openxmlformats.org/drawingml/2006/main">
              <a:ext uri="{FF2B5EF4-FFF2-40B4-BE49-F238E27FC236}">
                <a16:creationId xmlns:a16="http://schemas.microsoft.com/office/drawing/2014/main" id="{48758716-B5E4-4B47-9B30-F53F41D28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39052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自动抽取 4ga Boards 主要功能点</a:t>
            </a:r>
          </a:p>
        </p:txBody>
      </p:sp>
      <p:sp>
        <p:nvSpPr>
          <p:cNvPr id="155" name="">
            <a:extLst xmlns:a="http://schemas.openxmlformats.org/drawingml/2006/main">
              <a:ext uri="{FF2B5EF4-FFF2-40B4-BE49-F238E27FC236}">
                <a16:creationId xmlns:a16="http://schemas.microsoft.com/office/drawing/2014/main" id="{0F663096-E878-41A7-AE9E-9D17D0BF6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2767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56" name="">
            <a:extLst xmlns:a="http://schemas.openxmlformats.org/drawingml/2006/main">
              <a:ext uri="{FF2B5EF4-FFF2-40B4-BE49-F238E27FC236}">
                <a16:creationId xmlns:a16="http://schemas.microsoft.com/office/drawing/2014/main" id="{E8FE3A8B-2824-4E55-B718-09EC0B9FA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3719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57" name="">
            <a:extLst xmlns:a="http://schemas.openxmlformats.org/drawingml/2006/main">
              <a:ext uri="{FF2B5EF4-FFF2-40B4-BE49-F238E27FC236}">
                <a16:creationId xmlns:a16="http://schemas.microsoft.com/office/drawing/2014/main" id="{D671F95D-0939-48AB-849A-B5B7D810BC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3243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生成结构化、可执行、带证据的测试场景</a:t>
            </a:r>
          </a:p>
        </p:txBody>
      </p:sp>
      <p:sp>
        <p:nvSpPr>
          <p:cNvPr id="158" name="">
            <a:extLst xmlns:a="http://schemas.openxmlformats.org/drawingml/2006/main">
              <a:ext uri="{FF2B5EF4-FFF2-40B4-BE49-F238E27FC236}">
                <a16:creationId xmlns:a16="http://schemas.microsoft.com/office/drawing/2014/main" id="{28F4D735-3324-4FD4-B58E-89C4462E73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6958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59" name="">
            <a:extLst xmlns:a="http://schemas.openxmlformats.org/drawingml/2006/main">
              <a:ext uri="{FF2B5EF4-FFF2-40B4-BE49-F238E27FC236}">
                <a16:creationId xmlns:a16="http://schemas.microsoft.com/office/drawing/2014/main" id="{5811AA79-F7C3-4C58-8820-FBD14A40A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910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0" name="">
            <a:extLst xmlns:a="http://schemas.openxmlformats.org/drawingml/2006/main">
              <a:ext uri="{FF2B5EF4-FFF2-40B4-BE49-F238E27FC236}">
                <a16:creationId xmlns:a16="http://schemas.microsoft.com/office/drawing/2014/main" id="{129E1EEF-2182-4377-971F-4BA7B4361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47434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实时展示 Agent 节点状态、动作、截图与事件流</a:t>
            </a:r>
          </a:p>
        </p:txBody>
      </p:sp>
      <p:sp>
        <p:nvSpPr>
          <p:cNvPr id="161" name="">
            <a:extLst xmlns:a="http://schemas.openxmlformats.org/drawingml/2006/main">
              <a:ext uri="{FF2B5EF4-FFF2-40B4-BE49-F238E27FC236}">
                <a16:creationId xmlns:a16="http://schemas.microsoft.com/office/drawing/2014/main" id="{F8B44682-79DD-4B88-BB76-987769626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114925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62" name="">
            <a:extLst xmlns:a="http://schemas.openxmlformats.org/drawingml/2006/main">
              <a:ext uri="{FF2B5EF4-FFF2-40B4-BE49-F238E27FC236}">
                <a16:creationId xmlns:a16="http://schemas.microsoft.com/office/drawing/2014/main" id="{0D9F0747-2997-44C6-86EA-50ABA7194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210175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63" name="">
            <a:extLst xmlns:a="http://schemas.openxmlformats.org/drawingml/2006/main">
              <a:ext uri="{FF2B5EF4-FFF2-40B4-BE49-F238E27FC236}">
                <a16:creationId xmlns:a16="http://schemas.microsoft.com/office/drawing/2014/main" id="{3661511A-FDB7-4E66-B7B0-5C0A07100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57350" y="5162550"/>
            <a:ext cx="9010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对执行结果进行验证、失败分类和报告归档</a:t>
            </a:r>
          </a:p>
        </p:txBody>
      </p:sp>
    </p:spTree>
    <p:extLst>
      <p:ext uri="{BB962C8B-B14F-4D97-AF65-F5344CB8AC3E}">
        <p14:creationId xmlns:p14="http://schemas.microsoft.com/office/powerpoint/2010/main" val="104861567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C5DA7CA1-70B9-4E2A-ACCE-A2B0364CA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2.3  总体架构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27FAC13A-C4B2-4A07-B247-B6FC609DD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  <p:sp>
        <p:nvSpPr>
          <p:cNvPr id="100" name="矩形 99">
            <a:extLst xmlns:a="http://schemas.openxmlformats.org/drawingml/2006/main">
              <a:ext uri="{FF2B5EF4-FFF2-40B4-BE49-F238E27FC236}">
                <a16:creationId xmlns:a16="http://schemas.microsoft.com/office/drawing/2014/main" id="{F352DA87-3D00-4C14-AB17-254EA311B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1" name="矩形 100">
            <a:extLst xmlns:a="http://schemas.openxmlformats.org/drawingml/2006/main">
              <a:ext uri="{FF2B5EF4-FFF2-40B4-BE49-F238E27FC236}">
                <a16:creationId xmlns:a16="http://schemas.microsoft.com/office/drawing/2014/main" id="{73B58A2F-2613-4675-91B4-F5E9275911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6" y="0"/>
            <a:ext cx="2615316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02" name="文本框 101">
            <a:extLst xmlns:a="http://schemas.openxmlformats.org/drawingml/2006/main">
              <a:ext uri="{FF2B5EF4-FFF2-40B4-BE49-F238E27FC236}">
                <a16:creationId xmlns:a16="http://schemas.microsoft.com/office/drawing/2014/main" id="{E4E5C484-F627-4B59-AD16-6479AC5B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103" name="文本框 102">
            <a:extLst xmlns:a="http://schemas.openxmlformats.org/drawingml/2006/main">
              <a:ext uri="{FF2B5EF4-FFF2-40B4-BE49-F238E27FC236}">
                <a16:creationId xmlns:a16="http://schemas.microsoft.com/office/drawing/2014/main" id="{68569EF0-A4A4-4B56-B77A-6F56F2FA0D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104" name="文本框 103">
            <a:extLst xmlns:a="http://schemas.openxmlformats.org/drawingml/2006/main">
              <a:ext uri="{FF2B5EF4-FFF2-40B4-BE49-F238E27FC236}">
                <a16:creationId xmlns:a16="http://schemas.microsoft.com/office/drawing/2014/main" id="{27BB5293-4B48-4EB3-82A0-C3EEE4BA8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5" name="文本框 104">
            <a:extLst xmlns:a="http://schemas.openxmlformats.org/drawingml/2006/main">
              <a:ext uri="{FF2B5EF4-FFF2-40B4-BE49-F238E27FC236}">
                <a16:creationId xmlns:a16="http://schemas.microsoft.com/office/drawing/2014/main" id="{8EC6E344-EBC5-475B-A47E-1A6F083656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6" name="文本框 105">
            <a:extLst xmlns:a="http://schemas.openxmlformats.org/drawingml/2006/main">
              <a:ext uri="{FF2B5EF4-FFF2-40B4-BE49-F238E27FC236}">
                <a16:creationId xmlns:a16="http://schemas.microsoft.com/office/drawing/2014/main" id="{98566DDC-D397-4A51-A9F8-B89FDBECD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107" name="图片 10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02c48d319e4d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108" name="直接连接符 107">
            <a:extLst xmlns:a="http://schemas.openxmlformats.org/drawingml/2006/main">
              <a:ext uri="{FF2B5EF4-FFF2-40B4-BE49-F238E27FC236}">
                <a16:creationId xmlns:a16="http://schemas.microsoft.com/office/drawing/2014/main" id="{86C1ED2F-F6CB-41FD-8287-03980FA3A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9" name="直接连接符 108">
            <a:extLst xmlns:a="http://schemas.openxmlformats.org/drawingml/2006/main">
              <a:ext uri="{FF2B5EF4-FFF2-40B4-BE49-F238E27FC236}">
                <a16:creationId xmlns:a16="http://schemas.microsoft.com/office/drawing/2014/main" id="{B7050A9C-5873-4754-8D9D-B127A3FB2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直接连接符 109">
            <a:extLst xmlns:a="http://schemas.openxmlformats.org/drawingml/2006/main">
              <a:ext uri="{FF2B5EF4-FFF2-40B4-BE49-F238E27FC236}">
                <a16:creationId xmlns:a16="http://schemas.microsoft.com/office/drawing/2014/main" id="{1DDF999B-915D-4CD2-999C-FAA9327E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直接连接符 110">
            <a:extLst xmlns:a="http://schemas.openxmlformats.org/drawingml/2006/main">
              <a:ext uri="{FF2B5EF4-FFF2-40B4-BE49-F238E27FC236}">
                <a16:creationId xmlns:a16="http://schemas.microsoft.com/office/drawing/2014/main" id="{4EE3BF20-BD17-4CC5-BA20-DD86AC12AC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等腰三角形 111">
            <a:extLst xmlns:a="http://schemas.openxmlformats.org/drawingml/2006/main">
              <a:ext uri="{FF2B5EF4-FFF2-40B4-BE49-F238E27FC236}">
                <a16:creationId xmlns:a16="http://schemas.microsoft.com/office/drawing/2014/main" id="{8B64758C-5507-40E3-90A1-72C6F587B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097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B698988-EEEC-4468-B0F8-33969CEED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143125"/>
            <a:ext cx="93345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1BD7E591-4A6D-470D-A516-41AD4E616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62125" y="22574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Next.js 中文控制台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30DECA27-FA67-4B43-8124-27EC76608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2276475"/>
            <a:ext cx="5715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Dashboard / Features / Scenarios / Live Run / Reports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0A786105-1B4A-4FBF-9FD1-7C343F60B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2733675"/>
            <a:ext cx="89916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DE603D55-A803-4C81-AF91-8D63D5874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33575" y="28479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REST API + SSE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7AAD560F-4C68-42F1-96D7-9DEDAB840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867025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运行创建、事件推送、报告导出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6A19007-7FFA-4A0D-9637-95647692D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24225"/>
            <a:ext cx="86487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586066C9-00E4-417D-A43B-DCA125F2D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05025" y="34385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15054A3-4F86-40E3-BC9F-F4606AB4C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457575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SQLModel / SQLite / ChromaDB / Artifact storage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A95FE8A3-375F-474B-8958-365CCAB819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914775"/>
            <a:ext cx="83058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6D56E0C-3838-4989-89A3-87633A49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76475" y="40290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4B67EC9-4C80-43A1-BCA3-9DC188D5F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0100" y="4048125"/>
            <a:ext cx="457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ScenarioLoader → BrowserUseRun → Verifier → Reporter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884552C-D5D5-40A8-ACB9-94C84D0FF5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4505325"/>
            <a:ext cx="79629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A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1103996-9B91-4A14-B890-D6ED61ABD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7925" y="461962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5B4E58F2-75BC-4CA8-B9AD-7120699D44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638675"/>
            <a:ext cx="4191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DeepSeek / OpenAI-compatible / Browser Use hosted LLM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C496ADEA-C806-4CED-A5EB-AE63D738CB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5095875"/>
            <a:ext cx="762000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4FBFF"/>
          </a:solidFill>
          <a:ln xmlns:a="http://schemas.openxmlformats.org/drawingml/2006/main" w="12383">
            <a:solidFill>
              <a:srgbClr val="B9D1EC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FC23402-C6E5-4F76-840E-DD4495848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19375" y="5210175"/>
            <a:ext cx="2143125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验证与报告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A2438EE-3A59-4B01-8614-A4BC2A12E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29225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 + GLM-4.6V + FailureClassifier</a:t>
            </a:r>
          </a:p>
        </p:txBody>
      </p:sp>
    </p:spTree>
    <p:extLst>
      <p:ext uri="{BB962C8B-B14F-4D97-AF65-F5344CB8AC3E}">
        <p14:creationId xmlns:p14="http://schemas.microsoft.com/office/powerpoint/2010/main" val="71849164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0A7C0DCB-7EEF-4038-B0F9-818B301C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DD40740B-FE96-4EF6-86AD-CF918FD930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07EA6693-60B7-4D50-B21C-80AEA1D91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3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26ABAB6-7A09-46C0-A59D-4BA7229D1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3028" y="2753201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B176D3F8-51CC-4A58-AF83-F49915A18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3024" y="3612894"/>
            <a:ext cx="3005951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Framework Introduction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D28486A4-1558-4BFD-A981-FF400CBF6C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a9d82b2ad4a495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12956045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  整体技术栈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1139b6237e04a9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FCCFAFD-0799-497C-9204-66F73B7B9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1B5CEC0-61A7-4B2C-842D-A8DF1C054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7E5BDE9D-02A2-4E59-B7D9-7DCAA901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前端展示层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C14ED94D-5101-4647-B114-1B4814E27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Next.js App Router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TypeScript / Tailwind CSS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Radix UI / Lucide Icons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/ TanStack Query / Recharts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29649666-8A9F-4A3F-A7EA-372CBF13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EEE8E0E8-D8D9-4294-A8F0-E675C60A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223837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494634C-5083-44B1-8E68-8CE473919A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38125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后端服务层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06A6046-1650-4D09-A443-EA39D5000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269557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FastAPI / SQLModel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SQLite / ChromaDB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sse-starlette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persistence + artifacts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936AF71-4EA8-468B-9833-AE12DC636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46CB2E88-C97D-4785-BAD2-223ACB51D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5E90C55-E9DF-4C43-B4F6-426E7D1E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智能体层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1E3581D-0A7A-47F1-A265-86E35F4BA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LangGraph workflow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browser-use Agent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OpenAI-compatible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langchain-deepseek adapter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67B0F39-7FB7-435C-80F3-1C3F4E1D6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4762500" cy="1285875"/>
          </a:xfrm>
          <a:prstGeom xmlns:a="http://schemas.openxmlformats.org/drawingml/2006/main" prst="roundRect">
            <a:avLst>
              <a:gd name="adj" fmla="val 592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2FD13CDF-1F61-47A9-AE34-536947447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971925"/>
            <a:ext cx="66675" cy="1285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63ACD3CA-2C77-45B9-8171-3FBF75F4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114800"/>
            <a:ext cx="4438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验证与存储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BE03B28E-EE5F-4B9E-A1D1-5B43A74FB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850" y="4429125"/>
            <a:ext cx="4438650" cy="7334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Deterministic Verifier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GLM-4.6V adapter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data/runs/{run_id}/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3.2  系统模块划分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525e743feb41a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485CD6E-5972-4F37-A6C9-95D90033A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2669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84E05D6E-0428-4F4C-9E8E-29836BDEEF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3622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DOC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9DCBA9C8-7156-4C01-AF12-90CC6701A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1907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95ED2C4A-0957-473B-B5E4-31AF9DA07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23241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手册知识层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F67DBB0-C588-44BE-B28D-F6BC50B65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23431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爬取 / 清洗 / 切片 / 索引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F5BCB95-DE31-4F51-B03B-EF141F205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2860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1E353070-4902-4B8B-A3EA-DF3A66FB5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2764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EBF3CBF7-FDC8-404C-AEF5-23FCA08F7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9527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25D703E9-7B41-4073-9B3A-4B5F57121D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0480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SCN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782A9FF5-5B82-4DE2-901A-430D342FD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28765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D48D8D5D-2CC2-4B5D-8359-6851288C8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0099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场景生成层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2EE7FE6E-CEAF-40E0-BDCC-9AD73B37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0289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功能点抽取 / 零 locator 场景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F2CC8BA-75AC-4A1D-A447-1C08C3009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2971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6BE0CBBB-A7B0-4D92-946A-A578D60F9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9622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5CD076B-E46A-4C6F-B9ED-816896A67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6385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2CCD97A1-6807-4878-BDB0-5FD14A189A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7338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AGT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5C6D739-C224-476D-BEBB-B3012D221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35623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B308A43-DEA8-444F-907A-B0B9559F1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36957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智能体执行层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A9A7B0F6-1A4E-40CE-8FC7-DEEB6CC0C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37147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任务构造 / browser-use 执行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81571843-ED9B-4FE7-BA33-6BF3F4B04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3657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F073C6A8-EEDE-49CB-A0AB-4600E0212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6480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0197FB6-9290-4DFF-B7F4-E98997B11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3243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7AE60"/>
          </a:solidFill>
          <a:ln xmlns:a="http://schemas.openxmlformats.org/drawingml/2006/main" w="12383">
            <a:solidFill>
              <a:srgbClr val="27AE60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9A705C96-293D-417F-833B-671C3BE1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4196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CHK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FE0B73A1-1464-4AD9-88AD-CDDB89C71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2481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CF949C39-DC97-4A36-AAA2-A9BE9AD5CC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43815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验证与诊断层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B0B06BF-FA83-4BF9-A6B9-96E9B9575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4005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确定性验证 / GLM 视觉 / 分类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D7F4A74-B384-4820-AA97-21343E9EFB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43434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F737E1F-CAFF-4F33-88F6-B8415BE1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3338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BBCC389A-2D05-47C3-BB12-376F9E5DA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010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12383">
            <a:solidFill>
              <a:srgbClr val="F5A623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F73CF443-9F14-43C7-8D88-BD2A4C0B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5105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UI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4EC2F39-4656-491C-B627-9B007173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1625" y="4933950"/>
            <a:ext cx="8382000" cy="514350"/>
          </a:xfrm>
          <a:prstGeom xmlns:a="http://schemas.openxmlformats.org/drawingml/2006/main" prst="roundRect">
            <a:avLst>
              <a:gd name="adj" fmla="val 14815"/>
            </a:avLst>
          </a:prstGeom>
          <a:solidFill xmlns:a="http://schemas.openxmlformats.org/drawingml/2006/main">
            <a:srgbClr val="F9FC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B6527A6-DA9C-4D66-A380-DEFF3A46B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0" y="5067300"/>
            <a:ext cx="1809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前端控制台层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6FEDF5BD-CCDD-4EA5-943A-B71D643B7A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086350"/>
            <a:ext cx="4095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状态可视化 / 报告 / 运行历史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F0F17DEC-DEA0-4EFD-9800-3F21AE873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29750" y="50292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7EE7C3AA-96D5-45E0-B938-C90AA433A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5019675"/>
            <a:ext cx="952500" cy="342900"/>
          </a:xfrm>
          <a:prstGeom xmlns:a="http://schemas.openxmlformats.org/drawingml/2006/main" prst="roundRect">
            <a:avLst>
              <a:gd name="adj" fmla="val 22222"/>
            </a:avLst>
          </a:prstGeom>
          <a:solidFill xmlns:a="http://schemas.openxmlformats.org/drawingml/2006/main">
            <a:srgbClr val="EEF7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3.3  手册知识层与场景生成层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3465a6aec04f8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DF449CE-6346-45DD-8418-7C7193E47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0E957AF-2A54-4AEC-B1DD-30A5F1DD03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E0791EE5-EC14-4B70-A7A4-57E9E3735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A4A686EE-571C-487A-9305-30EAE4819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手册页面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E7A65B56-9733-4B7B-BF44-C2F45151C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2ED70523-989F-4980-A114-4C904D0EB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85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1D22C7F-F786-40F0-A23F-70C760A61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FCD00ED2-FC0F-4F13-A692-F00B4E867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11BEFCA4-3D09-44DA-95E4-122EB8313E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3D503B55-C12F-4577-85EC-32F2AAE92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爬取清洗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04F03FB-8930-4EAB-B91A-E9102CD126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232A1EE-47FE-4B94-84DB-2F63A585F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4A28F6D-68A6-4B4F-A6F7-ADD92EF3A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909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7F1587F1-54D5-45DC-8C32-34393BEFD8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BE126EF-55A2-4758-AD33-540E5CBD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080033F6-6C4E-49BA-8B53-76D8E06E55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标题切片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0003CA8D-1056-4265-9673-8198122FA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BBCF53E2-B52F-4CDD-93A1-FE420A031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8B915A7C-210C-422E-8981-948C15EC1B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FAB4A1C-CB47-4101-8DE6-61164EE25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5D9A726E-E01C-4862-9E13-A1629AA70D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02751E91-CFDF-4358-96D7-706403A9D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ChromaDB索引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4B27120-33E8-49EB-A439-8F8F04176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证据保真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AD0D951F-30A2-4643-BA20-6361EC7FC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865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0C05DB6F-FCC8-46E7-981C-86CECFFD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913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CADDA29D-0CB1-4345-A9C8-A08FB75AD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806ED506-4382-45EC-964D-A94185E51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6DB3763E-C27C-4F9B-B131-2BC7F61193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功能点抽取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F8A19E1-094A-42C9-AF2A-B773B93B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61F675A5-DD24-41A4-91A8-A916171E7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A943068A-E504-45D0-A5C1-1F9EB47E15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CD688DE6-A9FD-47BC-A44B-198A10911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5ED8385-8B22-478B-872D-53E59DE7A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EA23B61-EA84-4D2C-9C2E-BBB396F62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零locator场景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2539C2A-A5F3-4A43-AE62-9C420C4D2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E2D53227-DC29-4BFF-8F2E-BB5D2E0EA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2476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EE395790-9862-4F3E-AE8B-B3EA96C368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209800"/>
            <a:ext cx="12954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53F4813C-4B34-4591-95A7-52CC2A4C5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36220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C219D8E5-DE0C-4F4F-A1CF-F9498375C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6050" y="245745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7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8039DC98-71AB-4F3A-AE09-DFD523658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362200"/>
            <a:ext cx="5334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校验入库</a:t>
            </a:r>
          </a:p>
        </p:txBody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9F05077B-E410-4DF3-A918-454661415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0400" y="2638425"/>
            <a:ext cx="5334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结构化输出</a:t>
            </a:r>
          </a:p>
        </p:txBody>
      </p:sp>
      <p:sp>
        <p:nvSpPr>
          <p:cNvPr id="136" name="">
            <a:extLst xmlns:a="http://schemas.openxmlformats.org/drawingml/2006/main">
              <a:ext uri="{FF2B5EF4-FFF2-40B4-BE49-F238E27FC236}">
                <a16:creationId xmlns:a16="http://schemas.microsoft.com/office/drawing/2014/main" id="{BBBEF327-FC07-4439-B3FD-7179CF181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3F8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7" name="">
            <a:extLst xmlns:a="http://schemas.openxmlformats.org/drawingml/2006/main">
              <a:ext uri="{FF2B5EF4-FFF2-40B4-BE49-F238E27FC236}">
                <a16:creationId xmlns:a16="http://schemas.microsoft.com/office/drawing/2014/main" id="{1E3A37AB-9E14-4869-A2FA-965555322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029075"/>
            <a:ext cx="7715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手册知识层：URL / title / heading path / manual section / content hash</a:t>
            </a:r>
          </a:p>
        </p:txBody>
      </p:sp>
      <p:sp>
        <p:nvSpPr>
          <p:cNvPr id="138" name="">
            <a:extLst xmlns:a="http://schemas.openxmlformats.org/drawingml/2006/main">
              <a:ext uri="{FF2B5EF4-FFF2-40B4-BE49-F238E27FC236}">
                <a16:creationId xmlns:a16="http://schemas.microsoft.com/office/drawing/2014/main" id="{1F39B2B9-7BDF-4036-BA0A-71A881C4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572000"/>
            <a:ext cx="102870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4FFFD"/>
          </a:solidFill>
          <a:ln xmlns:a="http://schemas.openxmlformats.org/drawingml/2006/main" w="12383">
            <a:solidFill>
              <a:srgbClr val="BFE8E4"/>
            </a:solidFill>
            <a:prstDash val="solid"/>
          </a:ln>
        </p:spPr>
      </p:sp>
      <p:sp>
        <p:nvSpPr>
          <p:cNvPr id="139" name="">
            <a:extLst xmlns:a="http://schemas.openxmlformats.org/drawingml/2006/main">
              <a:ext uri="{FF2B5EF4-FFF2-40B4-BE49-F238E27FC236}">
                <a16:creationId xmlns:a16="http://schemas.microsoft.com/office/drawing/2014/main" id="{EC056539-F211-4578-8FBC-B3F0B2CB9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743450"/>
            <a:ext cx="8572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场景生成层：Feature → Scenario → evidence quotes → 零 locator 校验 → SQLite 持久化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3.4  后端 API 与数据存储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e3e68c13af47d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7A0C39C2-0618-4131-9A7F-BD783F73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2E04EAB8-8317-4433-93CF-874665AC3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4CA5B921-BED8-4E4A-966F-66A342F84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47650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前端请求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513E24B-A5E4-43CB-9901-E9B0E5049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9082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2880C93-59CF-4391-95C0-AD51EC17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66700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12F0290E-C66D-4BE4-938A-883AB45E8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25146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1DDC3F5-EFCC-44CC-B5A0-CBBB52449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0284DD4-E294-41C6-B9E4-ADD8EE7E6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238500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8B804574-0F2C-4F0D-96F2-77DF3F91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381375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手册生成任务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6454E41A-FDAE-43C3-8A8B-8FD4D84A9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3695700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/api/pipeline/manual-to-scenarios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BC15585A-13A6-415E-9343-14168399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571875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31BF4FBB-36B7-4EB2-BBB8-59899E4A1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34194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58B3293F-9693-41EB-B534-F29272A42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24765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B7C0FEC-12CC-4608-AF0D-BF26A0F14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143375"/>
            <a:ext cx="666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A343CAD0-E770-48B7-89C1-EAFE94BD0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286250"/>
            <a:ext cx="215265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运行请求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1D59990A-69E2-4016-935C-5369AC933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4600575"/>
            <a:ext cx="215265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/events / artifacts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A8CEEF2-60C3-4E65-ACCC-47EA719B2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476750"/>
            <a:ext cx="1123950" cy="95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156A9E88-8239-4752-9558-693D104E0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43243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686321C5-FEDF-4E53-B09F-64862CDE4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2428875"/>
            <a:ext cx="285750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6FEFD"/>
          </a:solidFill>
          <a:ln xmlns:a="http://schemas.openxmlformats.org/drawingml/2006/main" w="12383">
            <a:solidFill>
              <a:srgbClr val="70D3CB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9B162EF-CE43-46D6-91A6-DFF1339A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14625"/>
            <a:ext cx="1905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FastAPI 后端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337A744D-60AC-4900-9C07-FC8D5EABD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750" y="3190875"/>
            <a:ext cx="12382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/api/features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/api/scenarios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/api/runs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/api/settings</a:t>
            </a:r>
          </a:p>
          <a:p xmlns:a="http://schemas.openxmlformats.org/drawingml/2006/main">
            <a:pPr algn="ctr">
              <a:def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/api/doctor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82E15F53-78EB-4C49-81E4-0C354C78CE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1431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5C4CA33-9EFA-44CA-A24E-385D81E90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2764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SQLite 元数据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005CD3B0-5B01-462F-AE0B-F54F24B56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362200"/>
            <a:ext cx="695325" cy="3048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FA2E6FBC-C4D0-4D38-84BF-0DFF2D62F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2098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173C155-DCA8-4037-9007-717E7110B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78130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B7562F1-7A9E-4219-87E8-551ECC50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91465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ChromaDB 索引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F74B52FE-D47D-4AAE-8DEC-BCB0AEB3E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33337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0FAFB316-3D09-4984-A36C-0DF576CC9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284797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A08A6F5D-88E5-4A24-B50B-F47E086715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41947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B81A98D5-81A4-4C95-A976-BD0F5B22A2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55282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Artifacts 文件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04FF49B4-64FE-43F8-BAFD-53FEBF381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9715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05742F67-647C-43EB-8389-84DB16F7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34861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D326BE4-BD04-4543-9F08-90158FC41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057650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EA0AFF0-0884-42EC-9F0D-42A047D6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191000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SSE 事件流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8C563368-D3E1-4E3E-B012-9A57651FA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1609725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CC8D0501-C2D9-475F-848B-717B9A97B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1243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BD4C6372-7DBC-4931-B041-086F1A5D1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695825"/>
            <a:ext cx="2333625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C8DAEE"/>
            </a:solidFill>
            <a:prstDash val="solid"/>
          </a:ln>
        </p:spPr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7658241D-84D4-4189-A261-32449070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29175"/>
            <a:ext cx="1714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报告导出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1960351F-532A-4F66-A552-5DE8382F2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7625" y="2667000"/>
            <a:ext cx="695325" cy="224790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4288">
            <a:solidFill>
              <a:srgbClr val="7A97BE"/>
            </a:solidFill>
            <a:prstDash val="solid"/>
          </a:ln>
        </p:spPr>
      </p:sp>
      <p:sp>
        <p:nvSpPr>
          <p:cNvPr id="135" name="">
            <a:extLst xmlns:a="http://schemas.openxmlformats.org/drawingml/2006/main">
              <a:ext uri="{FF2B5EF4-FFF2-40B4-BE49-F238E27FC236}">
                <a16:creationId xmlns:a16="http://schemas.microsoft.com/office/drawing/2014/main" id="{89B98DD9-D9BE-4DA9-A9F6-86A52A00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476250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3.5  前端控制台与可视化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15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e4d8935eb24cd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50D07637-BF82-4717-B5CD-4128597A2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9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EC6422F3-9DB1-43F0-8B03-BB5DEF3CCD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143125"/>
            <a:ext cx="6572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5F868359-1E69-44CE-86FD-22396232D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57425"/>
            <a:ext cx="2286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SpecPilot 中文控制台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1DE9239-BEBF-4589-BBC0-0B20BC2A7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43A903A-0294-4AEE-A273-BC5ECBCA1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工作台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4BB6C61E-7749-4ACD-BB4E-D0FFE2E3E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7E130FD6-E6DE-4722-BCC6-DA5BA65A7A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717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1D0E1F7F-32E9-48D8-901E-3C4F897F6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F808616F-100F-4B21-9C22-CD1122976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测试场景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A582BD95-20C2-4E85-9523-41B28C95A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5CBD0EC-C44E-4031-95B3-E723B3254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960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执行过程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DAC22B00-4AFF-4A43-8C6A-1304DFC07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781300"/>
            <a:ext cx="83820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1CAE0E05-5CB9-4B78-A8D5-48605B9E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847975"/>
            <a:ext cx="8382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执行记录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BF7EF2EB-0209-4416-82FA-C3470387F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781FB915-6786-4290-90E5-72C98EB55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48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39A632D-4D49-45E0-B937-C8E5C22B9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431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功能点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21783430-8831-4AFD-AAE9-54CF33287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FF32055-3FC0-454F-9F85-313D8646E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62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C258FB9C-985C-4172-9C32-F8EBDDEF85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4335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</a:t>
            </a:r>
          </a:p>
        </p:txBody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0802872C-5ABD-4786-9111-64C83AE2F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3381375"/>
            <a:ext cx="1619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D6E6F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4E742A8B-7256-40B5-89FF-1D359035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3524250"/>
            <a:ext cx="619125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5DE8BF9E-2285-40B5-98C6-D2A7CA09B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3571875"/>
            <a:ext cx="6477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975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运行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EC32B1B8-C94F-4923-8550-62406CDA8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4429125"/>
            <a:ext cx="266700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2159E01C-7884-4C17-8031-EFE20D6C8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SSE 实时事件流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12408FDB-F554-4C2B-8A37-A149557F3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14800" y="4429125"/>
            <a:ext cx="2619375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F024C894-7A93-466C-913B-5D72FE405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4591050"/>
            <a:ext cx="2000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报告与运行历史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D5F1F1D0-104A-46B5-86FC-1410932BF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31432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8F388EC6-BD33-4D37-8C74-148EFAC9E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05750" y="2381250"/>
            <a:ext cx="6667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572AD188-6417-4BD4-B427-44EFD2D59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524125"/>
            <a:ext cx="2819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控制台职责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14354D8-BFA1-4753-9763-18742F7FC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38450"/>
            <a:ext cx="2819400" cy="182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用中文界面串起功能点、场景、运行、报告四类工作流；通过实时事件流让智能体执行过程可观察、可解释、可复盘。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3.6  智能体层总体设计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6ee37ee0b64d2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C586ED24-4AB9-49F0-9BA5-B05E697DC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2190750"/>
            <a:ext cx="10668000" cy="3048000"/>
          </a:xfrm>
          <a:prstGeom xmlns:a="http://schemas.openxmlformats.org/drawingml/2006/main" prst="roundRect">
            <a:avLst>
              <a:gd name="adj" fmla="val 2500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AAD3F5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FD16DF9-F9AC-41B7-8996-A4354CE95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" y="2714625"/>
            <a:ext cx="4000500" cy="1619250"/>
          </a:xfrm>
          <a:prstGeom xmlns:a="http://schemas.openxmlformats.org/drawingml/2006/main" prst="roundRect">
            <a:avLst>
              <a:gd name="adj" fmla="val 470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186A24CB-1F2A-43ED-BEAF-5F7428301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293370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browser-use 内部 Agent loop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08A23F2-0174-4D58-B9D8-CABA28FEB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8A945BEE-5AB3-44FA-A0E4-06FAE15389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D7A45DD6-A0D8-4424-88AB-67E3AF974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D3DC9378-1C6C-4287-A0E1-1F8ADC550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观察页面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6EE6BC75-DF19-453C-8A6C-B0305E14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DOM + screenshot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A5039488-A380-4221-BEC0-A5A6D40B41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3337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06F7320-C671-4952-9731-ACA4A81C9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4861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5BAC400B-538C-4092-B6B6-517A37018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35814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F5A71E75-C959-4788-8EC1-98E5C855BA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4861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规划动作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D26CB721-69C1-4ECB-83BC-791AC2E61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37623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click/input/drag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F423C027-C9AF-4517-BB9F-68746526C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3500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D0065D16-1F9D-41E1-8F00-11BBB64C51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12383">
            <a:solidFill>
              <a:srgbClr val="0F4C9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C9A6F058-AE47-4764-8F0E-4DBA277B6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383A0558-BB38-4428-A02B-8AE33E64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执行动作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EF4269CF-2875-4155-8891-606B6BE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本地浏览器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1205B7FD-BEE0-4393-927A-1FD2E888E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95625" y="3981450"/>
            <a:ext cx="1524000" cy="876300"/>
          </a:xfrm>
          <a:prstGeom xmlns:a="http://schemas.openxmlformats.org/drawingml/2006/main" prst="roundRect">
            <a:avLst>
              <a:gd name="adj" fmla="val 8696"/>
            </a:avLst>
          </a:prstGeom>
          <a:solidFill xmlns:a="http://schemas.openxmlformats.org/drawingml/2006/main">
            <a:srgbClr val="F8FBFF"/>
          </a:solidFill>
          <a:ln xmlns:a="http://schemas.openxmlformats.org/drawingml/2006/main" w="12383">
            <a:solidFill>
              <a:srgbClr val="B9D5F5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A7FF48AA-F1A0-431A-BB8A-9811F8021D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1338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2DD9F0CC-0B32-4C17-8C9F-80EFC5982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9925" y="4229100"/>
            <a:ext cx="419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9205C15A-6860-4938-BDAD-E6E27C3699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133850"/>
            <a:ext cx="762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1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返回轨迹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8FDC8E83-8485-463B-B7FE-A75C13FFE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24275" y="4410075"/>
            <a:ext cx="7620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history + errors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872B9223-D065-468A-B52E-1F9440E8C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2619375"/>
            <a:ext cx="4762500" cy="1809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2EB1FB6E-52EC-44A4-8F65-CD47BC5BB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876550"/>
            <a:ext cx="3333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LangGraph 外部工作流</a:t>
            </a:r>
          </a:p>
        </p:txBody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48ABCED0-2216-44B9-8DA3-54B842C69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0430B7D1-E285-4F07-A070-988D1EDC7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739FDC9C-5249-475C-977C-47A18C3215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E8FA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75E4DB5A-F52C-4785-AFCF-229D16832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92EBA91-19E7-401F-AD58-B610BE4716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33375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E5BA91-D03F-4148-933E-B6ED8F119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45757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9691BF8A-65E1-46DD-92CE-2231189C9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150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BF20F5A2-1E89-4F85-828B-3AE96E84C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Verifier</a:t>
            </a:r>
          </a:p>
        </p:txBody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A56F2707-5F5B-497C-8D15-F409C353E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4FE835F3-1838-47E7-809A-FF4EF2B549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FB601CC4-3117-4FE0-A110-B06DE8945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924300"/>
            <a:ext cx="12192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F7FB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107EA02D-3B5D-4B2A-A22A-188E7619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4048125"/>
            <a:ext cx="10668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863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EF2D1444-7B43-499D-B882-895A54B4EF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4714875"/>
            <a:ext cx="8572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0B2F63"/>
                </a:solidFill>
                <a:latin typeface="微软雅黑"/>
                <a:ea typeface="微软雅黑"/>
                <a:cs typeface="微软雅黑"/>
              </a:rPr>
              <a:t>职责边界：browser-use 负责单场景内部执行 loop；LangGraph 负责执行前后编排、记录、验证、分类和报告。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3.7  LangGraph 的作用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9a4ea612fdb4f3c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A537F2E7-D01B-42E8-A435-4FB939905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77CFEDD2-C86D-49C3-B2CA-186DF866F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ScenarioLoader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842A6A1-E3BC-4910-A132-609D8DB71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33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2B276FDA-738D-4F50-BC44-3E496BF3B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E6F8FF"/>
          </a:solidFill>
          <a:ln xmlns:a="http://schemas.openxmlformats.org/drawingml/2006/main" w="12383">
            <a:solidFill>
              <a:srgbClr val="11B8D7"/>
            </a:solidFill>
            <a:prstDash val="solid"/>
          </a:ln>
        </p:spPr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B43D7D-499A-4F27-8CF7-F3CE38869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76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BrowserUseRun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E14F9C9-C666-46B4-81AF-C2FEF93E0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029308F3-5087-42FD-810A-A72125B4F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106A5FF-9D95-4F27-B4CA-276304ECB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TraceCollector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090CEBAF-2DEE-441F-9F7D-6ED6C3172F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F4074DC7-8402-46B8-AC8E-537458058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214D533B-EA20-493E-8FBA-5F1582681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DeterministicVerifier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7AC7797A-B849-4EB8-B6AF-5F8E923F7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CCFC7CD2-53D3-4A5B-894C-6D17E22A41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0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C4A22BEA-B3D4-46D7-AC05-796B89946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VisionVerifier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5FF89490-9315-45E8-A5C0-62AA7D63A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9D40809-B4A2-4140-B355-F91EB2CDB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48C516C9-913A-41D9-A89E-E48C8387B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0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FailureClassifier</a:t>
            </a:r>
          </a:p>
        </p:txBody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FA58D982-9D7C-4742-A162-A1160AEA3A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2589638A-03DC-4DDA-859C-D9AE3DD45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C6A21977-2FF2-4F56-80F6-06FB578A3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RepairPlanner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D81D032A-12E3-4C65-B0C8-F8033162C8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3028950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19C08C74-540F-4483-BBBC-6F4EC64A6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905125"/>
            <a:ext cx="1095375" cy="523875"/>
          </a:xfrm>
          <a:prstGeom xmlns:a="http://schemas.openxmlformats.org/drawingml/2006/main" prst="roundRect">
            <a:avLst>
              <a:gd name="adj" fmla="val 1454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F0F222F8-55F0-4E67-8A0F-6F7D1461E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77450" y="3057525"/>
            <a:ext cx="952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788" b="1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Reporter</a:t>
            </a:r>
          </a:p>
        </p:txBody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3FE05D67-F0F1-46C6-B372-CCDA19A909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E103D647-86E2-41CE-A2F8-954AE9120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BFBDB03E-347E-435F-8A29-EEC6F44AB7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固定运行阶段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315384DF-F8C4-4E47-A8E9-31638FE94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把一次 Agent 测试运行拆成可观测节点。</a:t>
            </a:r>
          </a:p>
        </p:txBody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B2F5197A-27AF-4D8E-A9AE-AE51B86118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FEE507E3-2F8B-4E73-93C3-ADBBEFCB9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2EAAB663-5EDD-4A8B-9583-A36C9195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支撑实时可视化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90BF3052-05B0-4332-82FB-F4B32654F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8620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React Flow 根据 TraceEvent 展示节点流转。</a:t>
            </a:r>
          </a:p>
        </p:txBody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D96B32F5-20A8-4BA1-967F-50D499404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59A575C1-4023-4D1C-9A59-46D6DF219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DA300D5B-957A-4A50-8E18-C94E48CFAB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便于后续扩展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D70C119D-1475-473E-B85D-4D151BFD6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0825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可插入二次验证、修补策略或人工审核节点。</a:t>
            </a:r>
          </a:p>
        </p:txBody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57738EB3-B5C7-49FB-84B4-9C2552687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219075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BAF68B4D-7287-4CB9-B7AB-963E07E0A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952875"/>
            <a:ext cx="66675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F5A623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8A270641-0BEF-40E3-AB29-88BDDD0303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095750"/>
            <a:ext cx="18669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5A623"/>
                </a:solidFill>
                <a:latin typeface="微软雅黑"/>
                <a:ea typeface="微软雅黑"/>
                <a:cs typeface="微软雅黑"/>
              </a:rPr>
              <a:t>不替代 browser-use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78D5C50-3116-415B-9891-5DDB1520F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5450" y="4410075"/>
            <a:ext cx="1866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不重新规划每一次 click，避免职责重叠。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3.8  从测试场景到 Agent 任务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d90621f1e0488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D2D00194-D661-4BDB-B9BF-C7E7CE08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2381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10F555D3-BC4F-4227-A01E-E98BBAFA0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F4C9A"/>
          </a:solidFill>
          <a:ln xmlns:a="http://schemas.openxmlformats.org/drawingml/2006/main" w="0">
            <a:solidFill>
              <a:srgbClr val="0F4C9A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B1E9C339-C914-4FB2-A0ED-7D920F8AE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619375"/>
            <a:ext cx="2057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F4C9A"/>
                </a:solidFill>
                <a:latin typeface="微软雅黑"/>
                <a:ea typeface="微软雅黑"/>
                <a:cs typeface="微软雅黑"/>
              </a:rPr>
              <a:t>TestScenario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1037B59D-F510-43CA-8663-51F9796BE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933700"/>
            <a:ext cx="2057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title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preconditions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test_data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steps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expectations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D74EEBA8-320C-4036-A99C-F61E5A6AE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B4026750-2314-4564-ABE3-5302BB1D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2BA917A9-D157-4E1A-B99A-C8FE72E62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3862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B8D7"/>
          </a:solidFill>
          <a:ln xmlns:a="http://schemas.openxmlformats.org/drawingml/2006/main" w="0">
            <a:solidFill>
              <a:srgbClr val="11B8D7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4C162838-1ACB-4921-981F-C84297E51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1B8D7"/>
                </a:solidFill>
                <a:latin typeface="微软雅黑"/>
                <a:ea typeface="微软雅黑"/>
                <a:cs typeface="微软雅黑"/>
              </a:rPr>
              <a:t>TaskBuilder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6AEFC8CD-D816-4060-8D85-7891C0759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1007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字段筛选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敏感信息过滤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内容转换与规范化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补充执行规则</a:t>
            </a:r>
          </a:p>
        </p:txBody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1A8E486-32B3-48D1-972A-ACFD3D47E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3286125"/>
            <a:ext cx="3619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defRPr>
            </a:pPr>
            <a:r>
              <a:rPr sz="2250" b="1">
                <a:solidFill>
                  <a:srgbClr val="7A97BE"/>
                </a:solidFill>
                <a:latin typeface="微软雅黑"/>
                <a:ea typeface="微软雅黑"/>
                <a:cs typeface="微软雅黑"/>
              </a:rPr>
              <a:t>→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EB65EBBA-02B1-4154-BFB8-F82022536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2762250" cy="2000250"/>
          </a:xfrm>
          <a:prstGeom xmlns:a="http://schemas.openxmlformats.org/drawingml/2006/main" prst="roundRect">
            <a:avLst>
              <a:gd name="adj" fmla="val 381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D6E2F3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46AB8A98-1B8D-456F-9BF5-1C41B1ACC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53375" y="2476500"/>
            <a:ext cx="66675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A6A6"/>
          </a:solidFill>
          <a:ln xmlns:a="http://schemas.openxmlformats.org/drawingml/2006/main" w="0">
            <a:solidFill>
              <a:srgbClr val="10A6A6"/>
            </a:solidFill>
            <a:prstDash val="solid"/>
          </a:ln>
        </p:spPr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8DA93F4F-A5B2-496B-A26E-0B1C13BF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619375"/>
            <a:ext cx="24384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10A6A6"/>
                </a:solidFill>
                <a:latin typeface="微软雅黑"/>
                <a:ea typeface="微软雅黑"/>
                <a:cs typeface="微软雅黑"/>
              </a:rPr>
              <a:t>browser-use 任务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112EFFEB-0CAB-4270-B549-3B0E3EB15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4825" y="2933700"/>
            <a:ext cx="2438400" cy="1447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场景标题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前置条件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非敏感测试数据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操作步骤</a:t>
            </a:r>
          </a:p>
          <a:p xmlns:a="http://schemas.openxmlformats.org/drawingml/2006/main">
            <a:pPr algn="l">
              <a:def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defRPr>
            </a:pPr>
            <a:r>
              <a:rPr sz="1013" b="0">
                <a:solidFill>
                  <a:srgbClr val="5B6B83"/>
                </a:solidFill>
                <a:latin typeface="微软雅黑"/>
                <a:ea typeface="微软雅黑"/>
                <a:cs typeface="微软雅黑"/>
              </a:rPr>
              <a:t>执行规则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10992046-352A-4D73-B7D1-A6190C430F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57450" y="4810125"/>
            <a:ext cx="3429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FF2F0"/>
          </a:solidFill>
          <a:ln xmlns:a="http://schemas.openxmlformats.org/drawingml/2006/main" w="12383">
            <a:solidFill>
              <a:srgbClr val="F4B0A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82E4B66A-067B-465E-9964-FEB7CA151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4972050"/>
            <a:ext cx="300037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E74C3C"/>
                </a:solidFill>
                <a:latin typeface="微软雅黑"/>
                <a:ea typeface="微软雅黑"/>
                <a:cs typeface="微软雅黑"/>
              </a:rPr>
              <a:t>password / token / api_key 不进入任务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95865884-D2E0-4895-B76F-ACE111738F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4810125"/>
            <a:ext cx="3619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0FFF7"/>
          </a:solidFill>
          <a:ln xmlns:a="http://schemas.openxmlformats.org/drawingml/2006/main" w="12383">
            <a:solidFill>
              <a:srgbClr val="B9EBCF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A240C8C5-F9CF-4170-8C2B-1CDCD88AD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7550" y="4972050"/>
            <a:ext cx="32385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1">
                <a:solidFill>
                  <a:srgbClr val="27AE60"/>
                </a:solidFill>
                <a:latin typeface="微软雅黑"/>
                <a:ea typeface="微软雅黑"/>
                <a:cs typeface="微软雅黑"/>
              </a:rPr>
              <a:t>expectations 只交给后置验证器，避免 Agent 迎合答案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3.9  为什么选择 browser-use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19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76410e56774a4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840729E1-576E-454B-B145-6A3238ED0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CCD5F771-E165-491F-BFA5-D30DB274D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0B2F63"/>
          </a:solidFill>
          <a:ln xmlns:a="http://schemas.openxmlformats.org/drawingml/2006/main" w="12383">
            <a:solidFill>
              <a:srgbClr val="0B2F63"/>
            </a:solidFill>
            <a:prstDash val="solid"/>
          </a:ln>
        </p:spPr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FCFD62F0-6DD1-46DF-BBA8-FBB7DBA6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Playwright</a:t>
            </a:r>
          </a:p>
        </p:txBody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6381E862-49E6-41BA-A850-DD2ACE42B3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脚本驱动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3D6ABEB6-4702-49FD-939C-7C58B969D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依赖 locator</a:t>
            </a:r>
          </a:p>
        </p:txBody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CC7A1D95-133A-4AF2-9656-86698F6423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确定性 E2E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CC29E0D7-1F7B-47D6-B958-697EFFA4B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适合已知流程</a:t>
            </a:r>
          </a:p>
        </p:txBody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8575BAF5-69B2-4DF3-A69C-522F2EDE6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2476500"/>
          </a:xfrm>
          <a:prstGeom xmlns:a="http://schemas.openxmlformats.org/drawingml/2006/main" prst="roundRect">
            <a:avLst>
              <a:gd name="adj" fmla="val 30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2383">
            <a:solidFill>
              <a:srgbClr val="BFD5EF"/>
            </a:solidFill>
            <a:prstDash val="solid"/>
          </a:ln>
        </p:spPr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3B6C07F7-8ACE-4506-AC6E-5C1E6A31E1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238375"/>
            <a:ext cx="447675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0A6A6"/>
          </a:solidFill>
          <a:ln xmlns:a="http://schemas.openxmlformats.org/drawingml/2006/main" w="12383">
            <a:solidFill>
              <a:srgbClr val="10A6A6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C0AD8F8F-6CBA-4B2F-9BF3-E62054BA35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2352675"/>
            <a:ext cx="4476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browser-use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49895FE5-E21D-494F-83CE-3ADB270DA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29051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自然语言任务</a:t>
            </a:r>
          </a:p>
        </p:txBody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841FE100-A0F1-4615-B440-811C24A6F9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2670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运行时观察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4E6E45F6-C23B-4288-A6A6-716A74BC1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62902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自主规划动作</a:t>
            </a:r>
          </a:p>
        </p:txBody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477E9C94-0DEA-4A03-ACFE-5E261BB1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1375" y="3990975"/>
            <a:ext cx="3048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102033"/>
                </a:solidFill>
                <a:latin typeface="微软雅黑"/>
                <a:ea typeface="微软雅黑"/>
                <a:cs typeface="微软雅黑"/>
              </a:rPr>
              <a:t>• 返回执行轨迹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E33579E6-E55D-4FC0-9FE4-D9BCD3A71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47875" y="5095875"/>
            <a:ext cx="8096250" cy="438150"/>
          </a:xfrm>
          <a:prstGeom xmlns:a="http://schemas.openxmlformats.org/drawingml/2006/main" prst="roundRect">
            <a:avLst>
              <a:gd name="adj" fmla="val 17391"/>
            </a:avLst>
          </a:prstGeom>
          <a:solidFill xmlns:a="http://schemas.openxmlformats.org/drawingml/2006/main">
            <a:srgbClr val="FFF8E8"/>
          </a:solidFill>
          <a:ln xmlns:a="http://schemas.openxmlformats.org/drawingml/2006/main" w="12383">
            <a:solidFill>
              <a:srgbClr val="F1CE78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EE05F68C-E802-4039-B13F-CB54F7FA90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5219700"/>
            <a:ext cx="7524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9A6500"/>
                </a:solidFill>
                <a:latin typeface="微软雅黑"/>
                <a:ea typeface="微软雅黑"/>
                <a:cs typeface="微软雅黑"/>
              </a:rPr>
              <a:t>手册场景需要 Agent 自主执行：没有 selector，只有自然语言意图。</a:t>
            </a: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3.10  运行编排与实时事件流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20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1b49df444204d3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3.11  双通道验证与仲裁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21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3e074970bfc40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3.12  失败分类器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22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8525303b1e425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3.13  运行报告与证据归档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23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978c79d79e242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3.14  框架创新点总结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24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674f4a0d29486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直角三角形 4">
            <a:extLst xmlns:a="http://schemas.openxmlformats.org/drawingml/2006/main">
              <a:ext uri="{FF2B5EF4-FFF2-40B4-BE49-F238E27FC236}">
                <a16:creationId xmlns:a16="http://schemas.microsoft.com/office/drawing/2014/main" id="{3F5602B9-D756-4A9B-A735-8F910598A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039139"/>
            <a:ext cx="1818861" cy="1818861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直角三角形 5">
            <a:extLst xmlns:a="http://schemas.openxmlformats.org/drawingml/2006/main">
              <a:ext uri="{FF2B5EF4-FFF2-40B4-BE49-F238E27FC236}">
                <a16:creationId xmlns:a16="http://schemas.microsoft.com/office/drawing/2014/main" id="{C6BD1E9E-462A-4E05-A64D-8C9D2DB32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1">
            <a:off x="9786082" y="-1"/>
            <a:ext cx="2405917" cy="2405917"/>
          </a:xfrm>
          <a:prstGeom xmlns:a="http://schemas.openxmlformats.org/drawingml/2006/main" prst="rt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" name="文本框 6">
            <a:extLst xmlns:a="http://schemas.openxmlformats.org/drawingml/2006/main">
              <a:ext uri="{FF2B5EF4-FFF2-40B4-BE49-F238E27FC236}">
                <a16:creationId xmlns:a16="http://schemas.microsoft.com/office/drawing/2014/main" id="{72044AB2-5CCD-4B04-9B1B-948258709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7091" y="1694838"/>
            <a:ext cx="1446530" cy="315341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19900" b="1">
                <a:solidFill>
                  <a:srgbClr val="174994">
                    <a:alpha val="38000"/>
                  </a:srgbClr>
                </a:solidFill>
                <a:latin typeface="Times New Roman"/>
                <a:ea typeface="Times New Roman"/>
                <a:cs typeface="Times New Roman"/>
              </a:rPr>
              <a:t>4</a:t>
            </a:r>
          </a:p>
        </p:txBody>
      </p:sp>
      <p:sp>
        <p:nvSpPr>
          <p:cNvPr id="9" name="文本框 8">
            <a:extLst xmlns:a="http://schemas.openxmlformats.org/drawingml/2006/main">
              <a:ext uri="{FF2B5EF4-FFF2-40B4-BE49-F238E27FC236}">
                <a16:creationId xmlns:a16="http://schemas.microsoft.com/office/drawing/2014/main" id="{3CD0D9A1-6AFA-4A97-A0B0-A846D6F9A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672" y="2782669"/>
            <a:ext cx="2954655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10" name="文本框 9">
            <a:extLst xmlns:a="http://schemas.openxmlformats.org/drawingml/2006/main">
              <a:ext uri="{FF2B5EF4-FFF2-40B4-BE49-F238E27FC236}">
                <a16:creationId xmlns:a16="http://schemas.microsoft.com/office/drawing/2014/main" id="{261419B7-1DE9-46A8-9CB1-3FB4A1F1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45397" y="3606757"/>
            <a:ext cx="1722202" cy="33855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1600">
                <a:latin typeface="Times New Roman"/>
                <a:ea typeface="Times New Roman"/>
                <a:cs typeface="Times New Roman"/>
              </a:rPr>
              <a:t>Research Timeline</a:t>
            </a:r>
          </a:p>
        </p:txBody>
      </p:sp>
      <p:sp>
        <p:nvSpPr>
          <p:cNvPr id="11" name="矩形 10">
            <a:extLst xmlns:a="http://schemas.openxmlformats.org/drawingml/2006/main">
              <a:ext uri="{FF2B5EF4-FFF2-40B4-BE49-F238E27FC236}">
                <a16:creationId xmlns:a16="http://schemas.microsoft.com/office/drawing/2014/main" id="{51ABCCC2-961B-49D2-B301-F53C64D74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1">
            <a:off x="3487189" y="3512166"/>
            <a:ext cx="5238619" cy="457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pic>
        <p:nvPicPr>
          <p:cNvPr id="12" name="图片 1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b323388b562490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9513" y="78833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2993548"/>
      </p:ext>
    </p:extLst>
  </p:cSld>
</p:sld>
</file>

<file path=ppt/slides/slide2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D34687BB-B6DE-4E27-BB3C-8B9654AC52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2839239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4.1  当前实现成果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A1D445DB-6A01-473C-9EE1-EE1EDCAC0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26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0557CE87-89DC-48A8-B4E6-092A0F5A4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ED59D59-57B1-4B1C-B0CB-36E87DD21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0"/>
            <a:ext cx="2060295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52715EE3-2B08-48F7-B201-3F58D02B3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09787789-72F3-4AFF-8D52-DE0601899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2D6DA868-582C-4F92-9A9C-79C8E04C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03CED111-5D84-47E3-8EBB-DD8B1038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D5AFCF99-AA03-462C-B4C0-256DB517B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0704ad658ae4fd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1766B8C3-A303-4CEA-8193-856EC6883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E1F36224-82BF-48F8-914E-38CCEA4700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E0268BEB-35B6-4FB6-BE9E-BEF2EA562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A9B3173F-339E-425F-8B11-5CE9AE0D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7F1CFACF-F41A-42E0-ADDB-BBF7E38E73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17092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 7">
            <a:extLst xmlns:a="http://schemas.openxmlformats.org/drawingml/2006/main">
              <a:ext uri="{FF2B5EF4-FFF2-40B4-BE49-F238E27FC236}">
                <a16:creationId xmlns:a16="http://schemas.microsoft.com/office/drawing/2014/main" id="{3AC16CC3-01E4-4C53-90D3-317D53FF40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05.01</a:t>
            </a:r>
          </a:p>
        </p:txBody>
      </p:sp>
      <p:sp>
        <p:nvSpPr>
          <p:cNvPr id="31" name="Text 8">
            <a:extLst xmlns:a="http://schemas.openxmlformats.org/drawingml/2006/main">
              <a:ext uri="{FF2B5EF4-FFF2-40B4-BE49-F238E27FC236}">
                <a16:creationId xmlns:a16="http://schemas.microsoft.com/office/drawing/2014/main" id="{BD713278-2AE9-4F52-BC9F-1E76C4D4C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01 · DEADLINE</a:t>
            </a:r>
          </a:p>
        </p:txBody>
      </p:sp>
      <p:sp>
        <p:nvSpPr>
          <p:cNvPr id="32" name="Shape 9">
            <a:extLst xmlns:a="http://schemas.openxmlformats.org/drawingml/2006/main">
              <a:ext uri="{FF2B5EF4-FFF2-40B4-BE49-F238E27FC236}">
                <a16:creationId xmlns:a16="http://schemas.microsoft.com/office/drawing/2014/main" id="{119ACF3B-8E70-4451-986A-BC5B33B5C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2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36" name="Text 12">
            <a:extLst xmlns:a="http://schemas.openxmlformats.org/drawingml/2006/main">
              <a:ext uri="{FF2B5EF4-FFF2-40B4-BE49-F238E27FC236}">
                <a16:creationId xmlns:a16="http://schemas.microsoft.com/office/drawing/2014/main" id="{12F16069-DB6E-42C4-A916-3A648717F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05.30</a:t>
            </a:r>
          </a:p>
        </p:txBody>
      </p:sp>
      <p:sp>
        <p:nvSpPr>
          <p:cNvPr id="37" name="Text 13">
            <a:extLst xmlns:a="http://schemas.openxmlformats.org/drawingml/2006/main">
              <a:ext uri="{FF2B5EF4-FFF2-40B4-BE49-F238E27FC236}">
                <a16:creationId xmlns:a16="http://schemas.microsoft.com/office/drawing/2014/main" id="{51980742-5472-46D5-BBFB-EAE104C1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02 · DEADLINE</a:t>
            </a:r>
          </a:p>
        </p:txBody>
      </p:sp>
      <p:sp>
        <p:nvSpPr>
          <p:cNvPr id="51" name="Shape 14">
            <a:extLst xmlns:a="http://schemas.openxmlformats.org/drawingml/2006/main">
              <a:ext uri="{FF2B5EF4-FFF2-40B4-BE49-F238E27FC236}">
                <a16:creationId xmlns:a16="http://schemas.microsoft.com/office/drawing/2014/main" id="{43537C3E-3D2D-4F19-A412-547BA82E5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514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4" name="Text 17">
            <a:extLst xmlns:a="http://schemas.openxmlformats.org/drawingml/2006/main">
              <a:ext uri="{FF2B5EF4-FFF2-40B4-BE49-F238E27FC236}">
                <a16:creationId xmlns:a16="http://schemas.microsoft.com/office/drawing/2014/main" id="{690B71BF-2C76-4D13-9F1C-1D1D49C0D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06.15</a:t>
            </a:r>
          </a:p>
        </p:txBody>
      </p:sp>
      <p:sp>
        <p:nvSpPr>
          <p:cNvPr id="55" name="Text 18">
            <a:extLst xmlns:a="http://schemas.openxmlformats.org/drawingml/2006/main">
              <a:ext uri="{FF2B5EF4-FFF2-40B4-BE49-F238E27FC236}">
                <a16:creationId xmlns:a16="http://schemas.microsoft.com/office/drawing/2014/main" id="{801F2E21-1A64-48F4-9EB9-C6EB4785F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03 · DEADLINE</a:t>
            </a:r>
          </a:p>
        </p:txBody>
      </p:sp>
      <p:sp>
        <p:nvSpPr>
          <p:cNvPr id="56" name="Shape 19">
            <a:extLst xmlns:a="http://schemas.openxmlformats.org/drawingml/2006/main">
              <a:ext uri="{FF2B5EF4-FFF2-40B4-BE49-F238E27FC236}">
                <a16:creationId xmlns:a16="http://schemas.microsoft.com/office/drawing/2014/main" id="{2736ACC0-27E8-4A0C-9177-0FBF9BF538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46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  <p:sp>
        <p:nvSpPr>
          <p:cNvPr id="59" name="Text 22">
            <a:extLst xmlns:a="http://schemas.openxmlformats.org/drawingml/2006/main">
              <a:ext uri="{FF2B5EF4-FFF2-40B4-BE49-F238E27FC236}">
                <a16:creationId xmlns:a16="http://schemas.microsoft.com/office/drawing/2014/main" id="{E9D31FC1-4BC2-43ED-8BF6-AB7E2B719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2882229"/>
            <a:ext cx="2642362" cy="3048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 lnSpcReduction="20000"/>
          </a:bodyPr>
          <a:lstStyle xmlns:a="http://schemas.openxmlformats.org/drawingml/2006/main"/>
          <a:p xmlns:a="http://schemas.openxmlformats.org/drawingml/2006/main">
            <a:r>
              <a:rPr sz="2200" b="1" spc="22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06.30</a:t>
            </a:r>
          </a:p>
        </p:txBody>
      </p:sp>
      <p:sp>
        <p:nvSpPr>
          <p:cNvPr id="60" name="Text 23">
            <a:extLst xmlns:a="http://schemas.openxmlformats.org/drawingml/2006/main">
              <a:ext uri="{FF2B5EF4-FFF2-40B4-BE49-F238E27FC236}">
                <a16:creationId xmlns:a16="http://schemas.microsoft.com/office/drawing/2014/main" id="{B2F62955-4A21-43C6-ADCE-6C8D4E83F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199729"/>
            <a:ext cx="2642362" cy="1968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16933" tIns="16933" rIns="16933" bIns="16933" anchor="t">
            <a:normAutofit fontScale="92500"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900" spc="108">
                <a:solidFill>
                  <a:srgbClr val="6B7280"/>
                </a:solidFill>
                <a:latin typeface="Times New Roman"/>
                <a:ea typeface="Times New Roman"/>
                <a:cs typeface="Times New Roman"/>
              </a:rPr>
              <a:t>PHASE 04 · DEADLINE</a:t>
            </a:r>
          </a:p>
        </p:txBody>
      </p:sp>
      <p:sp>
        <p:nvSpPr>
          <p:cNvPr id="61" name="Shape 24">
            <a:extLst xmlns:a="http://schemas.openxmlformats.org/drawingml/2006/main">
              <a:ext uri="{FF2B5EF4-FFF2-40B4-BE49-F238E27FC236}">
                <a16:creationId xmlns:a16="http://schemas.microsoft.com/office/drawing/2014/main" id="{B09ABEB9-FDDB-49CB-B6C7-FEAA8C475C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37828" y="3485479"/>
            <a:ext cx="2565400" cy="2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E1726"/>
          </a:solidFill>
        </p:spPr>
      </p:sp>
    </p:spTree>
    <p:extLst>
      <p:ext uri="{BB962C8B-B14F-4D97-AF65-F5344CB8AC3E}">
        <p14:creationId xmlns:p14="http://schemas.microsoft.com/office/powerpoint/2010/main" val="504823097"/>
      </p:ext>
    </p:extLst>
  </p:cSld>
</p:sld>
</file>

<file path=ppt/slides/slide2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4.2  测试与验收情况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27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458e8b5396549e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文本框 34">
            <a:extLst xmlns:a="http://schemas.openxmlformats.org/drawingml/2006/main">
              <a:ext uri="{FF2B5EF4-FFF2-40B4-BE49-F238E27FC236}">
                <a16:creationId xmlns:a16="http://schemas.microsoft.com/office/drawing/2014/main" id="{B4FBA366-54D4-4BA9-B42C-1177675AFA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507" y="1470061"/>
            <a:ext cx="3300904" cy="64633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5.1  小组分工</a:t>
            </a:r>
          </a:p>
        </p:txBody>
      </p:sp>
      <p:sp>
        <p:nvSpPr>
          <p:cNvPr id="47" name="矩形 46">
            <a:extLst xmlns:a="http://schemas.openxmlformats.org/drawingml/2006/main">
              <a:ext uri="{FF2B5EF4-FFF2-40B4-BE49-F238E27FC236}">
                <a16:creationId xmlns:a16="http://schemas.microsoft.com/office/drawing/2014/main" id="{B452C0D7-B37F-43A2-B486-58A1E2746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46759" y="6130925"/>
            <a:ext cx="508000" cy="50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solidFill>
              <a:srgbClr val="174994"/>
            </a:solidFill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lt1"/>
                </a:solidFill>
                <a:latin typeface="微软雅黑"/>
                <a:ea typeface="微软雅黑"/>
                <a:cs typeface="微软雅黑"/>
              </a:rPr>
              <a:t>28</a:t>
            </a:r>
          </a:p>
        </p:txBody>
      </p:sp>
      <p:sp>
        <p:nvSpPr>
          <p:cNvPr id="81" name="矩形 80">
            <a:extLst xmlns:a="http://schemas.openxmlformats.org/drawingml/2006/main">
              <a:ext uri="{FF2B5EF4-FFF2-40B4-BE49-F238E27FC236}">
                <a16:creationId xmlns:a16="http://schemas.microsoft.com/office/drawing/2014/main" id="{48B67799-EAB8-4038-8133-7AA3CC348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-1"/>
            <a:ext cx="12192000" cy="120376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矩形 81">
            <a:extLst xmlns:a="http://schemas.openxmlformats.org/drawingml/2006/main">
              <a:ext uri="{FF2B5EF4-FFF2-40B4-BE49-F238E27FC236}">
                <a16:creationId xmlns:a16="http://schemas.microsoft.com/office/drawing/2014/main" id="{7618DFB8-9A5A-456E-B964-39FCCC1C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0"/>
            <a:ext cx="2650603" cy="1203766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3" name="文本框 82">
            <a:extLst xmlns:a="http://schemas.openxmlformats.org/drawingml/2006/main">
              <a:ext uri="{FF2B5EF4-FFF2-40B4-BE49-F238E27FC236}">
                <a16:creationId xmlns:a16="http://schemas.microsoft.com/office/drawing/2014/main" id="{EE8BAED2-0ED5-4BBE-89F5-3C9830933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7216"/>
            <a:ext cx="2316627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研究背景及意义</a:t>
            </a:r>
          </a:p>
        </p:txBody>
      </p:sp>
      <p:sp>
        <p:nvSpPr>
          <p:cNvPr id="84" name="文本框 83">
            <a:extLst xmlns:a="http://schemas.openxmlformats.org/drawingml/2006/main">
              <a:ext uri="{FF2B5EF4-FFF2-40B4-BE49-F238E27FC236}">
                <a16:creationId xmlns:a16="http://schemas.microsoft.com/office/drawing/2014/main" id="{F0916D0F-A50A-4E89-979A-0657F8E39E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873" y="417216"/>
            <a:ext cx="295465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研究目标与方案</a:t>
            </a:r>
          </a:p>
        </p:txBody>
      </p:sp>
      <p:sp>
        <p:nvSpPr>
          <p:cNvPr id="85" name="文本框 84">
            <a:extLst xmlns:a="http://schemas.openxmlformats.org/drawingml/2006/main">
              <a:ext uri="{FF2B5EF4-FFF2-40B4-BE49-F238E27FC236}">
                <a16:creationId xmlns:a16="http://schemas.microsoft.com/office/drawing/2014/main" id="{D60737E1-A6B8-41C4-A7A8-7A1BAEF6D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19373" y="427155"/>
            <a:ext cx="2954655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rgbClr val="174994"/>
                </a:solidFill>
                <a:latin typeface="Times New Roman"/>
                <a:ea typeface="Times New Roman"/>
                <a:cs typeface="Times New Roman"/>
              </a:rPr>
              <a:t>研究框架介绍</a:t>
            </a:r>
          </a:p>
        </p:txBody>
      </p:sp>
      <p:sp>
        <p:nvSpPr>
          <p:cNvPr id="86" name="文本框 85">
            <a:extLst xmlns:a="http://schemas.openxmlformats.org/drawingml/2006/main">
              <a:ext uri="{FF2B5EF4-FFF2-40B4-BE49-F238E27FC236}">
                <a16:creationId xmlns:a16="http://schemas.microsoft.com/office/drawing/2014/main" id="{66297B84-6EFF-40AB-A53D-3C70859BC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90874" y="417215"/>
            <a:ext cx="2316628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研究进度安排</a:t>
            </a:r>
          </a:p>
        </p:txBody>
      </p:sp>
      <p:sp>
        <p:nvSpPr>
          <p:cNvPr id="87" name="文本框 86">
            <a:extLst xmlns:a="http://schemas.openxmlformats.org/drawingml/2006/main">
              <a:ext uri="{FF2B5EF4-FFF2-40B4-BE49-F238E27FC236}">
                <a16:creationId xmlns:a16="http://schemas.microsoft.com/office/drawing/2014/main" id="{75DC209D-EBD6-48A3-A875-278F50EE2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24348" y="427155"/>
            <a:ext cx="1763684" cy="3683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小组分工</a:t>
            </a:r>
          </a:p>
        </p:txBody>
      </p:sp>
      <p:pic>
        <p:nvPicPr>
          <p:cNvPr id="88" name="图片 8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9b817788288477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5963" y="168319"/>
            <a:ext cx="867126" cy="867126"/>
          </a:xfrm>
          <a:prstGeom xmlns:a="http://schemas.openxmlformats.org/drawingml/2006/main" prst="rect">
            <a:avLst/>
          </a:prstGeom>
        </p:spPr>
      </p:pic>
      <p:sp>
        <p:nvSpPr>
          <p:cNvPr id="89" name="直接连接符 88">
            <a:extLst xmlns:a="http://schemas.openxmlformats.org/drawingml/2006/main">
              <a:ext uri="{FF2B5EF4-FFF2-40B4-BE49-F238E27FC236}">
                <a16:creationId xmlns:a16="http://schemas.microsoft.com/office/drawing/2014/main" id="{AEC731C6-3A93-48EC-9740-0B376D106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6855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0" name="直接连接符 89">
            <a:extLst xmlns:a="http://schemas.openxmlformats.org/drawingml/2006/main">
              <a:ext uri="{FF2B5EF4-FFF2-40B4-BE49-F238E27FC236}">
                <a16:creationId xmlns:a16="http://schemas.microsoft.com/office/drawing/2014/main" id="{F4DDAE19-5915-4940-B7E9-3DE0F34D6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2171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1" name="直接连接符 90">
            <a:extLst xmlns:a="http://schemas.openxmlformats.org/drawingml/2006/main">
              <a:ext uri="{FF2B5EF4-FFF2-40B4-BE49-F238E27FC236}">
                <a16:creationId xmlns:a16="http://schemas.microsoft.com/office/drawing/2014/main" id="{864E3B89-389B-49AF-AAD1-09CADE7DA8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92774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2" name="直接连接符 91">
            <a:extLst xmlns:a="http://schemas.openxmlformats.org/drawingml/2006/main">
              <a:ext uri="{FF2B5EF4-FFF2-40B4-BE49-F238E27FC236}">
                <a16:creationId xmlns:a16="http://schemas.microsoft.com/office/drawing/2014/main" id="{017FED8B-64D0-4756-B26A-A577B7463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53068" y="311408"/>
            <a:ext cx="0" cy="574541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93" name="等腰三角形 92">
            <a:extLst xmlns:a="http://schemas.openxmlformats.org/drawingml/2006/main">
              <a:ext uri="{FF2B5EF4-FFF2-40B4-BE49-F238E27FC236}">
                <a16:creationId xmlns:a16="http://schemas.microsoft.com/office/drawing/2014/main" id="{D51AB20F-761E-45F5-B030-75D3E3FC8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4604" y="986817"/>
            <a:ext cx="664192" cy="213744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</p:spTree>
    <p:extLst>
      <p:ext uri="{BB962C8B-B14F-4D97-AF65-F5344CB8AC3E}">
        <p14:creationId xmlns:p14="http://schemas.microsoft.com/office/powerpoint/2010/main" val="1361452389"/>
      </p:ext>
    </p:extLst>
  </p:cSld>
</p:sld>
</file>

<file path=ppt/slides/slide2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矩形 4">
            <a:extLst xmlns:a="http://schemas.openxmlformats.org/drawingml/2006/main">
              <a:ext uri="{FF2B5EF4-FFF2-40B4-BE49-F238E27FC236}">
                <a16:creationId xmlns:a16="http://schemas.microsoft.com/office/drawing/2014/main" id="{B75B1E27-B13F-4025-AF3D-12626A482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7617" y="1438103"/>
            <a:ext cx="9710531" cy="439616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499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rot="0" spcFirstLastPara="0" vert="horz" wrap="square" lIns="91440" tIns="45720" rIns="91440" bIns="4572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文本框 3">
            <a:extLst xmlns:a="http://schemas.openxmlformats.org/drawingml/2006/main">
              <a:ext uri="{FF2B5EF4-FFF2-40B4-BE49-F238E27FC236}">
                <a16:creationId xmlns:a16="http://schemas.microsoft.com/office/drawing/2014/main" id="{15101F59-0547-4625-9D11-56ED6460AF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4" y="3286495"/>
            <a:ext cx="5676900" cy="645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敬请</a:t>
            </a:r>
            <a:r>
              <a:rPr sz="36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各位老师同学批评指正</a:t>
            </a:r>
          </a:p>
        </p:txBody>
      </p:sp>
      <p:sp>
        <p:nvSpPr>
          <p:cNvPr id="6" name="文本框 5">
            <a:extLst xmlns:a="http://schemas.openxmlformats.org/drawingml/2006/main">
              <a:ext uri="{FF2B5EF4-FFF2-40B4-BE49-F238E27FC236}">
                <a16:creationId xmlns:a16="http://schemas.microsoft.com/office/drawing/2014/main" id="{45611ECF-9700-4D3A-B594-A59298F40D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3843" y="2340358"/>
            <a:ext cx="5600885" cy="76835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4400"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汇报结束     感谢观看</a:t>
            </a:r>
          </a:p>
        </p:txBody>
      </p:sp>
      <p:sp>
        <p:nvSpPr>
          <p:cNvPr id="9" name="直接连接符 8">
            <a:extLst xmlns:a="http://schemas.openxmlformats.org/drawingml/2006/main">
              <a:ext uri="{FF2B5EF4-FFF2-40B4-BE49-F238E27FC236}">
                <a16:creationId xmlns:a16="http://schemas.microsoft.com/office/drawing/2014/main" id="{D0843B20-529F-4BA5-A985-F6B812D86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248478" y="4643854"/>
            <a:ext cx="1299044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" name="文本框 10">
            <a:extLst xmlns:a="http://schemas.openxmlformats.org/drawingml/2006/main">
              <a:ext uri="{FF2B5EF4-FFF2-40B4-BE49-F238E27FC236}">
                <a16:creationId xmlns:a16="http://schemas.microsoft.com/office/drawing/2014/main" id="{8ABF4C17-E7B2-4183-A778-509571B4F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7457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汇报人：第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7</a:t>
            </a:r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组</a:t>
            </a:r>
          </a:p>
        </p:txBody>
      </p:sp>
      <p:sp>
        <p:nvSpPr>
          <p:cNvPr id="12" name="文本框 11">
            <a:extLst xmlns:a="http://schemas.openxmlformats.org/drawingml/2006/main">
              <a:ext uri="{FF2B5EF4-FFF2-40B4-BE49-F238E27FC236}">
                <a16:creationId xmlns:a16="http://schemas.microsoft.com/office/drawing/2014/main" id="{81EE79FE-A7C6-4974-8B17-3C0741C250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5831" y="5050565"/>
            <a:ext cx="1685077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r>
              <a:rPr b="1">
                <a:solidFill>
                  <a:schemeClr val="bg1"/>
                </a:solidFill>
                <a:latin typeface="Times New Roman"/>
                <a:ea typeface="Times New Roman"/>
                <a:cs typeface="Times New Roman"/>
              </a:rPr>
              <a:t>2026年5月26日</a:t>
            </a:r>
          </a:p>
        </p:txBody>
      </p:sp>
      <p:pic>
        <p:nvPicPr>
          <p:cNvPr id="13" name="图片 1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15d016bd89c4aa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16999" y="188082"/>
            <a:ext cx="2554357" cy="53899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0222704"/>
      </p:ext>
    </p:extLst>
  </p:cSld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2026-05-26T13:29:48.4310000Z</dcterms:created>
  <dcterms:modified xsi:type="dcterms:W3CDTF">2026-05-26T13:29:48.4310000Z</dcterms:modified>
</coreProperties>
</file>