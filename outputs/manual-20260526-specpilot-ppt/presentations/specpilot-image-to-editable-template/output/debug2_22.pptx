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c1f67a408e437f" /><Relationship Type="http://schemas.openxmlformats.org/officeDocument/2006/relationships/extended-properties" Target="/docProps/app.xml" Id="Rab352f27b7594b82" /><Relationship Type="http://schemas.openxmlformats.org/officeDocument/2006/relationships/officeDocument" Target="/ppt/presentation.xml" Id="R5f80ea42d5424f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cff19cd077431c"/>
  </p:sldMasterIdLst>
  <p:notesMasterIdLst>
    <p:notesMasterId xmlns:r="http://schemas.openxmlformats.org/officeDocument/2006/relationships" r:id="Rc9f82d7e4da74bfc"/>
  </p:notesMasterIdLst>
  <p:sldIdLst>
    <p:sldId xmlns:r="http://schemas.openxmlformats.org/officeDocument/2006/relationships" id="256" r:id="Rc7af3ce14be842ae"/>
    <p:sldId xmlns:r="http://schemas.openxmlformats.org/officeDocument/2006/relationships" id="257" r:id="R33b53b761ddd40e9"/>
    <p:sldId xmlns:r="http://schemas.openxmlformats.org/officeDocument/2006/relationships" id="258" r:id="Rc645da553ff54490"/>
    <p:sldId xmlns:r="http://schemas.openxmlformats.org/officeDocument/2006/relationships" id="259" r:id="R1c1ed1b4cc8c4050"/>
    <p:sldId xmlns:r="http://schemas.openxmlformats.org/officeDocument/2006/relationships" id="260" r:id="R6e18dbcf500e4931"/>
    <p:sldId xmlns:r="http://schemas.openxmlformats.org/officeDocument/2006/relationships" id="261" r:id="Ra78156c840134819"/>
    <p:sldId xmlns:r="http://schemas.openxmlformats.org/officeDocument/2006/relationships" id="262" r:id="Rc86eaa1f59c94aae"/>
    <p:sldId xmlns:r="http://schemas.openxmlformats.org/officeDocument/2006/relationships" id="263" r:id="R2385180ccef7455a"/>
    <p:sldId xmlns:r="http://schemas.openxmlformats.org/officeDocument/2006/relationships" id="264" r:id="R6d568e98ae16481b"/>
    <p:sldId xmlns:r="http://schemas.openxmlformats.org/officeDocument/2006/relationships" id="265" r:id="Rc855bdfbc8cf402f"/>
    <p:sldId xmlns:r="http://schemas.openxmlformats.org/officeDocument/2006/relationships" id="266" r:id="Rda33bb18147b498d"/>
    <p:sldId xmlns:r="http://schemas.openxmlformats.org/officeDocument/2006/relationships" id="267" r:id="R18be1b06535c4036"/>
    <p:sldId xmlns:r="http://schemas.openxmlformats.org/officeDocument/2006/relationships" id="268" r:id="R50ba182f79874c88"/>
    <p:sldId xmlns:r="http://schemas.openxmlformats.org/officeDocument/2006/relationships" id="269" r:id="R32d247e818e74d13"/>
    <p:sldId xmlns:r="http://schemas.openxmlformats.org/officeDocument/2006/relationships" id="270" r:id="R8dd4f8b296954d73"/>
    <p:sldId xmlns:r="http://schemas.openxmlformats.org/officeDocument/2006/relationships" id="271" r:id="Rb105baa664bd4f12"/>
    <p:sldId xmlns:r="http://schemas.openxmlformats.org/officeDocument/2006/relationships" id="272" r:id="Rcf1712f494ea4760"/>
    <p:sldId xmlns:r="http://schemas.openxmlformats.org/officeDocument/2006/relationships" id="273" r:id="Rb888486a378c4446"/>
    <p:sldId xmlns:r="http://schemas.openxmlformats.org/officeDocument/2006/relationships" id="274" r:id="R5a18b028111c46bb"/>
    <p:sldId xmlns:r="http://schemas.openxmlformats.org/officeDocument/2006/relationships" id="275" r:id="Rb01f4ed004534e4b"/>
    <p:sldId xmlns:r="http://schemas.openxmlformats.org/officeDocument/2006/relationships" id="276" r:id="R2ed530e00ffb4eba"/>
    <p:sldId xmlns:r="http://schemas.openxmlformats.org/officeDocument/2006/relationships" id="277" r:id="Rd430937e4f694c12"/>
    <p:sldId xmlns:r="http://schemas.openxmlformats.org/officeDocument/2006/relationships" id="278" r:id="R2b065eacb4a449de"/>
    <p:sldId xmlns:r="http://schemas.openxmlformats.org/officeDocument/2006/relationships" id="279" r:id="R317eef169c2e4204"/>
    <p:sldId xmlns:r="http://schemas.openxmlformats.org/officeDocument/2006/relationships" id="280" r:id="R9330e63c386043eb"/>
    <p:sldId xmlns:r="http://schemas.openxmlformats.org/officeDocument/2006/relationships" id="281" r:id="R3d203843985747fc"/>
    <p:sldId xmlns:r="http://schemas.openxmlformats.org/officeDocument/2006/relationships" id="282" r:id="Rce20639094e747ab"/>
    <p:sldId xmlns:r="http://schemas.openxmlformats.org/officeDocument/2006/relationships" id="283" r:id="Rcbc8b2a914374118"/>
    <p:sldId xmlns:r="http://schemas.openxmlformats.org/officeDocument/2006/relationships" id="284" r:id="R0a62e279f95a41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ff19cd077431c" /><Relationship Type="http://schemas.openxmlformats.org/officeDocument/2006/relationships/theme" Target="/ppt/theme/theme1.xml" Id="Rd1406aefc1124268" /><Relationship Type="http://schemas.openxmlformats.org/officeDocument/2006/relationships/notesMaster" Target="/ppt/notesMasters/notesMaster1.xml" Id="Rc9f82d7e4da74bfc" /><Relationship Type="http://schemas.openxmlformats.org/officeDocument/2006/relationships/presProps" Target="/ppt/presProps.xml" Id="Rfbe684da7bc44000" /><Relationship Type="http://schemas.openxmlformats.org/officeDocument/2006/relationships/viewProps" Target="/ppt/viewProps.xml" Id="Rf37250408675450d" /><Relationship Type="http://schemas.openxmlformats.org/officeDocument/2006/relationships/tableStyles" Target="/ppt/tableStyles.xml" Id="Rdd8f6da74e9a47c2" /><Relationship Type="http://schemas.openxmlformats.org/officeDocument/2006/relationships/slide" Target="/ppt/slides/slide1.xml" Id="Rc7af3ce14be842ae" /><Relationship Type="http://schemas.openxmlformats.org/officeDocument/2006/relationships/slide" Target="/ppt/slides/slide2.xml" Id="R33b53b761ddd40e9" /><Relationship Type="http://schemas.openxmlformats.org/officeDocument/2006/relationships/slide" Target="/ppt/slides/slide3.xml" Id="Rc645da553ff54490" /><Relationship Type="http://schemas.openxmlformats.org/officeDocument/2006/relationships/slide" Target="/ppt/slides/slide4.xml" Id="R1c1ed1b4cc8c4050" /><Relationship Type="http://schemas.openxmlformats.org/officeDocument/2006/relationships/slide" Target="/ppt/slides/slide5.xml" Id="R6e18dbcf500e4931" /><Relationship Type="http://schemas.openxmlformats.org/officeDocument/2006/relationships/slide" Target="/ppt/slides/slide6.xml" Id="Ra78156c840134819" /><Relationship Type="http://schemas.openxmlformats.org/officeDocument/2006/relationships/slide" Target="/ppt/slides/slide7.xml" Id="Rc86eaa1f59c94aae" /><Relationship Type="http://schemas.openxmlformats.org/officeDocument/2006/relationships/slide" Target="/ppt/slides/slide8.xml" Id="R2385180ccef7455a" /><Relationship Type="http://schemas.openxmlformats.org/officeDocument/2006/relationships/slide" Target="/ppt/slides/slide9.xml" Id="R6d568e98ae16481b" /><Relationship Type="http://schemas.openxmlformats.org/officeDocument/2006/relationships/slide" Target="/ppt/slides/slide10.xml" Id="Rc855bdfbc8cf402f" /><Relationship Type="http://schemas.openxmlformats.org/officeDocument/2006/relationships/slide" Target="/ppt/slides/slide11.xml" Id="Rda33bb18147b498d" /><Relationship Type="http://schemas.openxmlformats.org/officeDocument/2006/relationships/slide" Target="/ppt/slides/slide12.xml" Id="R18be1b06535c4036" /><Relationship Type="http://schemas.openxmlformats.org/officeDocument/2006/relationships/slide" Target="/ppt/slides/slide13.xml" Id="R50ba182f79874c88" /><Relationship Type="http://schemas.openxmlformats.org/officeDocument/2006/relationships/slide" Target="/ppt/slides/slide14.xml" Id="R32d247e818e74d13" /><Relationship Type="http://schemas.openxmlformats.org/officeDocument/2006/relationships/slide" Target="/ppt/slides/slide15.xml" Id="R8dd4f8b296954d73" /><Relationship Type="http://schemas.openxmlformats.org/officeDocument/2006/relationships/slide" Target="/ppt/slides/slide16.xml" Id="Rb105baa664bd4f12" /><Relationship Type="http://schemas.openxmlformats.org/officeDocument/2006/relationships/slide" Target="/ppt/slides/slide17.xml" Id="Rcf1712f494ea4760" /><Relationship Type="http://schemas.openxmlformats.org/officeDocument/2006/relationships/slide" Target="/ppt/slides/slide18.xml" Id="Rb888486a378c4446" /><Relationship Type="http://schemas.openxmlformats.org/officeDocument/2006/relationships/slide" Target="/ppt/slides/slide19.xml" Id="R5a18b028111c46bb" /><Relationship Type="http://schemas.openxmlformats.org/officeDocument/2006/relationships/slide" Target="/ppt/slides/slide20.xml" Id="Rb01f4ed004534e4b" /><Relationship Type="http://schemas.openxmlformats.org/officeDocument/2006/relationships/slide" Target="/ppt/slides/slide21.xml" Id="R2ed530e00ffb4eba" /><Relationship Type="http://schemas.openxmlformats.org/officeDocument/2006/relationships/slide" Target="/ppt/slides/slide22.xml" Id="Rd430937e4f694c12" /><Relationship Type="http://schemas.openxmlformats.org/officeDocument/2006/relationships/slide" Target="/ppt/slides/slide23.xml" Id="R2b065eacb4a449de" /><Relationship Type="http://schemas.openxmlformats.org/officeDocument/2006/relationships/slide" Target="/ppt/slides/slide24.xml" Id="R317eef169c2e4204" /><Relationship Type="http://schemas.openxmlformats.org/officeDocument/2006/relationships/slide" Target="/ppt/slides/slide25.xml" Id="R9330e63c386043eb" /><Relationship Type="http://schemas.openxmlformats.org/officeDocument/2006/relationships/slide" Target="/ppt/slides/slide26.xml" Id="R3d203843985747fc" /><Relationship Type="http://schemas.openxmlformats.org/officeDocument/2006/relationships/slide" Target="/ppt/slides/slide27.xml" Id="Rce20639094e747ab" /><Relationship Type="http://schemas.openxmlformats.org/officeDocument/2006/relationships/slide" Target="/ppt/slides/slide28.xml" Id="Rcbc8b2a914374118" /><Relationship Type="http://schemas.openxmlformats.org/officeDocument/2006/relationships/slide" Target="/ppt/slides/slide29.xml" Id="R0a62e279f95a41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8c7b57ea63042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ea98e76da7452a" /><Relationship Type="http://schemas.openxmlformats.org/officeDocument/2006/relationships/notesMaster" Target="/ppt/notesMasters/notesMaster1.xml" Id="Rfe4a7eb2c00c47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010408037443ce" /><Relationship Type="http://schemas.openxmlformats.org/officeDocument/2006/relationships/notesMaster" Target="/ppt/notesMasters/notesMaster1.xml" Id="Rd33e0674cf974e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9ecd71f07c474a" /><Relationship Type="http://schemas.openxmlformats.org/officeDocument/2006/relationships/notesMaster" Target="/ppt/notesMasters/notesMaster1.xml" Id="R5482c17f673a45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c943c8af42411d" /><Relationship Type="http://schemas.openxmlformats.org/officeDocument/2006/relationships/notesMaster" Target="/ppt/notesMasters/notesMaster1.xml" Id="R207b855c660d4c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e43eaf4c1349bf" /><Relationship Type="http://schemas.openxmlformats.org/officeDocument/2006/relationships/notesMaster" Target="/ppt/notesMasters/notesMaster1.xml" Id="Re45c6dd7490f43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2be856a1b04947" /><Relationship Type="http://schemas.openxmlformats.org/officeDocument/2006/relationships/notesMaster" Target="/ppt/notesMasters/notesMaster1.xml" Id="R571b171df19142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a84d41b71f4a2f" /><Relationship Type="http://schemas.openxmlformats.org/officeDocument/2006/relationships/notesMaster" Target="/ppt/notesMasters/notesMaster1.xml" Id="R09cae45770c440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51634b115842ab" /><Relationship Type="http://schemas.openxmlformats.org/officeDocument/2006/relationships/notesMaster" Target="/ppt/notesMasters/notesMaster1.xml" Id="R1cf8ab4381204d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4f26d9965849bb" /><Relationship Type="http://schemas.openxmlformats.org/officeDocument/2006/relationships/notesMaster" Target="/ppt/notesMasters/notesMaster1.xml" Id="Rb48af3ac16b44d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1cbae6add24b9f" /><Relationship Type="http://schemas.openxmlformats.org/officeDocument/2006/relationships/notesMaster" Target="/ppt/notesMasters/notesMaster1.xml" Id="Re22c0f8d611a4f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95ee2892284db6" /><Relationship Type="http://schemas.openxmlformats.org/officeDocument/2006/relationships/notesMaster" Target="/ppt/notesMasters/notesMaster1.xml" Id="Rdc245ae4205f46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1fe58e18ad40d4" /><Relationship Type="http://schemas.openxmlformats.org/officeDocument/2006/relationships/notesMaster" Target="/ppt/notesMasters/notesMaster1.xml" Id="R00556457422e43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c99d76d7344cd6" /><Relationship Type="http://schemas.openxmlformats.org/officeDocument/2006/relationships/notesMaster" Target="/ppt/notesMasters/notesMaster1.xml" Id="R5b098f679c4e40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c5cda9c7ce42d2" /><Relationship Type="http://schemas.openxmlformats.org/officeDocument/2006/relationships/notesMaster" Target="/ppt/notesMasters/notesMaster1.xml" Id="R6462551ba36849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d2ee57b0ef4636" /><Relationship Type="http://schemas.openxmlformats.org/officeDocument/2006/relationships/notesMaster" Target="/ppt/notesMasters/notesMaster1.xml" Id="Re1d74fcd6d6c4d2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8acb202f3e4265" /><Relationship Type="http://schemas.openxmlformats.org/officeDocument/2006/relationships/notesMaster" Target="/ppt/notesMasters/notesMaster1.xml" Id="R1cdc971f4ada47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b7c93e0185f4fed" /><Relationship Type="http://schemas.openxmlformats.org/officeDocument/2006/relationships/notesMaster" Target="/ppt/notesMasters/notesMaster1.xml" Id="R46dea108bea04e3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1694d3cb9b4e1d" /><Relationship Type="http://schemas.openxmlformats.org/officeDocument/2006/relationships/notesMaster" Target="/ppt/notesMasters/notesMaster1.xml" Id="Rd7150d15e54c49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13dedcf50c44561" /><Relationship Type="http://schemas.openxmlformats.org/officeDocument/2006/relationships/notesMaster" Target="/ppt/notesMasters/notesMaster1.xml" Id="Rb521fd56d21d491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f233f102047475c" /><Relationship Type="http://schemas.openxmlformats.org/officeDocument/2006/relationships/notesMaster" Target="/ppt/notesMasters/notesMaster1.xml" Id="R319a6c339c6e40c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a83b31001234bdf" /><Relationship Type="http://schemas.openxmlformats.org/officeDocument/2006/relationships/notesMaster" Target="/ppt/notesMasters/notesMaster1.xml" Id="Rbe081e190ded4d4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5b9585e0797433d" /><Relationship Type="http://schemas.openxmlformats.org/officeDocument/2006/relationships/notesMaster" Target="/ppt/notesMasters/notesMaster1.xml" Id="Re50a6bddc43c40c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99b881530374cf8" /><Relationship Type="http://schemas.openxmlformats.org/officeDocument/2006/relationships/notesMaster" Target="/ppt/notesMasters/notesMaster1.xml" Id="Rfd1aa8e95c0644c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8387ba9ab2f45d0" /><Relationship Type="http://schemas.openxmlformats.org/officeDocument/2006/relationships/notesMaster" Target="/ppt/notesMasters/notesMaster1.xml" Id="R6b035537db5c461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e1e787345354c3e" /><Relationship Type="http://schemas.openxmlformats.org/officeDocument/2006/relationships/notesMaster" Target="/ppt/notesMasters/notesMaster1.xml" Id="Rcb3ca2592fd9426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a534b7afd5c4c51" /><Relationship Type="http://schemas.openxmlformats.org/officeDocument/2006/relationships/notesMaster" Target="/ppt/notesMasters/notesMaster1.xml" Id="R4cbb9b48514b4f8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684fb2d5cf2482f" /><Relationship Type="http://schemas.openxmlformats.org/officeDocument/2006/relationships/notesMaster" Target="/ppt/notesMasters/notesMaster1.xml" Id="R403ca92ae318477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1d0cffefa8940e7" /><Relationship Type="http://schemas.openxmlformats.org/officeDocument/2006/relationships/notesMaster" Target="/ppt/notesMasters/notesMaster1.xml" Id="R2dc9936a97d0458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8e747a6186d4331" /><Relationship Type="http://schemas.openxmlformats.org/officeDocument/2006/relationships/notesMaster" Target="/ppt/notesMasters/notesMaster1.xml" Id="Rb5996de914744b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e04e741d0d45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dd0e1fec7b43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2a9d5836a40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1f895f30a42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a2ee3413b841b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e7e9d0729445a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8d0918f2e4d6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5e91df93642e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47ee03c8934f7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339c4628994a4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592759ce44722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1d5045b23d4408b" /><Relationship Type="http://schemas.openxmlformats.org/officeDocument/2006/relationships/slideLayout" Target="/ppt/slideLayouts/slideLayout2.xml" Id="R9888e1e3acd64266" /><Relationship Type="http://schemas.openxmlformats.org/officeDocument/2006/relationships/slideLayout" Target="/ppt/slideLayouts/slideLayout3.xml" Id="Rf98f5b49f65748a6" /><Relationship Type="http://schemas.openxmlformats.org/officeDocument/2006/relationships/slideLayout" Target="/ppt/slideLayouts/slideLayout4.xml" Id="R22f41b91ee5446f4" /><Relationship Type="http://schemas.openxmlformats.org/officeDocument/2006/relationships/slideLayout" Target="/ppt/slideLayouts/slideLayout5.xml" Id="Rb945a04b8fc54c69" /><Relationship Type="http://schemas.openxmlformats.org/officeDocument/2006/relationships/slideLayout" Target="/ppt/slideLayouts/slideLayout6.xml" Id="R274c826fd2f043c1" /><Relationship Type="http://schemas.openxmlformats.org/officeDocument/2006/relationships/slideLayout" Target="/ppt/slideLayouts/slideLayout7.xml" Id="R7d5c651dfbea485c" /><Relationship Type="http://schemas.openxmlformats.org/officeDocument/2006/relationships/slideLayout" Target="/ppt/slideLayouts/slideLayout8.xml" Id="Rf2c123f68e7e4b19" /><Relationship Type="http://schemas.openxmlformats.org/officeDocument/2006/relationships/slideLayout" Target="/ppt/slideLayouts/slideLayout9.xml" Id="R762bdc85a04e45b8" /><Relationship Type="http://schemas.openxmlformats.org/officeDocument/2006/relationships/slideLayout" Target="/ppt/slideLayouts/slideLayout10.xml" Id="R3e5265eb84824f46" /><Relationship Type="http://schemas.openxmlformats.org/officeDocument/2006/relationships/slideLayout" Target="/ppt/slideLayouts/slideLayout11.xml" Id="R91ed33ad3fef427c" /><Relationship Type="http://schemas.openxmlformats.org/officeDocument/2006/relationships/slideLayout" Target="/ppt/slideLayouts/slideLayout12.xml" Id="R7f9242f49f3b42c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88e1e3acd64266"/>
    <p:sldLayoutId xmlns:r="http://schemas.openxmlformats.org/officeDocument/2006/relationships" id="2147483650" r:id="Rf98f5b49f65748a6"/>
    <p:sldLayoutId xmlns:r="http://schemas.openxmlformats.org/officeDocument/2006/relationships" id="2147483651" r:id="R22f41b91ee5446f4"/>
    <p:sldLayoutId xmlns:r="http://schemas.openxmlformats.org/officeDocument/2006/relationships" id="2147483652" r:id="Rb945a04b8fc54c69"/>
    <p:sldLayoutId xmlns:r="http://schemas.openxmlformats.org/officeDocument/2006/relationships" id="2147483653" r:id="R274c826fd2f043c1"/>
    <p:sldLayoutId xmlns:r="http://schemas.openxmlformats.org/officeDocument/2006/relationships" id="2147483654" r:id="R7d5c651dfbea485c"/>
    <p:sldLayoutId xmlns:r="http://schemas.openxmlformats.org/officeDocument/2006/relationships" id="2147483655" r:id="Rf2c123f68e7e4b19"/>
    <p:sldLayoutId xmlns:r="http://schemas.openxmlformats.org/officeDocument/2006/relationships" id="2147483656" r:id="R762bdc85a04e45b8"/>
    <p:sldLayoutId xmlns:r="http://schemas.openxmlformats.org/officeDocument/2006/relationships" id="2147483657" r:id="R3e5265eb84824f46"/>
    <p:sldLayoutId xmlns:r="http://schemas.openxmlformats.org/officeDocument/2006/relationships" id="2147483658" r:id="R91ed33ad3fef427c"/>
    <p:sldLayoutId xmlns:r="http://schemas.openxmlformats.org/officeDocument/2006/relationships" id="2147483659" r:id="R7f9242f49f3b42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f1cfe10a0734d3c" /><Relationship Type="http://schemas.openxmlformats.org/officeDocument/2006/relationships/image" Target="/ppt/media/image.png" Id="R81df11c73ad247a8" /><Relationship Type="http://schemas.openxmlformats.org/officeDocument/2006/relationships/image" Target="/ppt/media/image2.png" Id="Rf65d52cb68024eef" /><Relationship Type="http://schemas.openxmlformats.org/officeDocument/2006/relationships/notesSlide" Target="/ppt/notesSlides/notesSlide1.xml" Id="R141a6506a65a40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b1711eabf34ccf" /><Relationship Type="http://schemas.openxmlformats.org/officeDocument/2006/relationships/image" Target="/ppt/media/image2.png" Id="Re4fc4fa8904042ba" /><Relationship Type="http://schemas.openxmlformats.org/officeDocument/2006/relationships/notesSlide" Target="/ppt/notesSlides/notesSlide2.xml" Id="Rd0c99608e75347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25f4fd71ccf461e" /><Relationship Type="http://schemas.openxmlformats.org/officeDocument/2006/relationships/image" Target="/ppt/media/image2.png" Id="R81990c4d347b4991" /><Relationship Type="http://schemas.openxmlformats.org/officeDocument/2006/relationships/notesSlide" Target="/ppt/notesSlides/notesSlide3.xml" Id="R9e915ca4be104b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6f50d510fb54ece" /><Relationship Type="http://schemas.openxmlformats.org/officeDocument/2006/relationships/image" Target="/ppt/media/image3.png" Id="Rbe010f614c1741b3" /><Relationship Type="http://schemas.openxmlformats.org/officeDocument/2006/relationships/notesSlide" Target="/ppt/notesSlides/notesSlide4.xml" Id="R08d2985a4dbc47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01c02d2ae5d4155" /><Relationship Type="http://schemas.openxmlformats.org/officeDocument/2006/relationships/image" Target="/ppt/media/image3.png" Id="R67fff21a057649f5" /><Relationship Type="http://schemas.openxmlformats.org/officeDocument/2006/relationships/notesSlide" Target="/ppt/notesSlides/notesSlide5.xml" Id="R18f61b3c5ac44b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4f7d050351c4331" /><Relationship Type="http://schemas.openxmlformats.org/officeDocument/2006/relationships/image" Target="/ppt/media/image2.png" Id="R7feada9d5a4d404c" /><Relationship Type="http://schemas.openxmlformats.org/officeDocument/2006/relationships/notesSlide" Target="/ppt/notesSlides/notesSlide6.xml" Id="R77a0d274c51e44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20d2939bdde4740" /><Relationship Type="http://schemas.openxmlformats.org/officeDocument/2006/relationships/image" Target="/ppt/media/image3.png" Id="R887434baff2a47f8" /><Relationship Type="http://schemas.openxmlformats.org/officeDocument/2006/relationships/notesSlide" Target="/ppt/notesSlides/notesSlide7.xml" Id="R8dee00337b564e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063073edc25475a" /><Relationship Type="http://schemas.openxmlformats.org/officeDocument/2006/relationships/image" Target="/ppt/media/image3.png" Id="R3cd57bd9d7e64482" /><Relationship Type="http://schemas.openxmlformats.org/officeDocument/2006/relationships/notesSlide" Target="/ppt/notesSlides/notesSlide8.xml" Id="Ra56d7332390c48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4876289ed7947f2" /><Relationship Type="http://schemas.openxmlformats.org/officeDocument/2006/relationships/image" Target="/ppt/media/image3.png" Id="R617d57e18a0e46df" /><Relationship Type="http://schemas.openxmlformats.org/officeDocument/2006/relationships/notesSlide" Target="/ppt/notesSlides/notesSlide9.xml" Id="R717022c5b5cc44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b3e59b5d14e4191" /><Relationship Type="http://schemas.openxmlformats.org/officeDocument/2006/relationships/image" Target="/ppt/media/image2.png" Id="R08e192b87e8e4269" /><Relationship Type="http://schemas.openxmlformats.org/officeDocument/2006/relationships/notesSlide" Target="/ppt/notesSlides/notesSlide10.xml" Id="Ra3afb23297674f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7f9095cba7c4fe3" /><Relationship Type="http://schemas.openxmlformats.org/officeDocument/2006/relationships/image" Target="/ppt/media/image3.png" Id="R3d5b51869d2e410e" /><Relationship Type="http://schemas.openxmlformats.org/officeDocument/2006/relationships/notesSlide" Target="/ppt/notesSlides/notesSlide11.xml" Id="R26740e40b4ef43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b964e3f067540e2" /><Relationship Type="http://schemas.openxmlformats.org/officeDocument/2006/relationships/image" Target="/ppt/media/image3.png" Id="R54a3b257dc3b46ed" /><Relationship Type="http://schemas.openxmlformats.org/officeDocument/2006/relationships/notesSlide" Target="/ppt/notesSlides/notesSlide12.xml" Id="R3f32268b52bd4d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c446acc2e294b7e" /><Relationship Type="http://schemas.openxmlformats.org/officeDocument/2006/relationships/image" Target="/ppt/media/image3.png" Id="R98986463939b4619" /><Relationship Type="http://schemas.openxmlformats.org/officeDocument/2006/relationships/notesSlide" Target="/ppt/notesSlides/notesSlide13.xml" Id="Reb4b93566f384f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22f7cf4a8bc46aa" /><Relationship Type="http://schemas.openxmlformats.org/officeDocument/2006/relationships/image" Target="/ppt/media/image3.png" Id="Rf244d125d8194d15" /><Relationship Type="http://schemas.openxmlformats.org/officeDocument/2006/relationships/notesSlide" Target="/ppt/notesSlides/notesSlide14.xml" Id="R63af7ef22c4b4a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4362016809b462c" /><Relationship Type="http://schemas.openxmlformats.org/officeDocument/2006/relationships/image" Target="/ppt/media/image3.png" Id="Rc1ba4718bb18427e" /><Relationship Type="http://schemas.openxmlformats.org/officeDocument/2006/relationships/notesSlide" Target="/ppt/notesSlides/notesSlide15.xml" Id="R4fe0e7c905ec42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de07b57fc2a4a11" /><Relationship Type="http://schemas.openxmlformats.org/officeDocument/2006/relationships/image" Target="/ppt/media/image3.png" Id="Re9c3a23edcc84c05" /><Relationship Type="http://schemas.openxmlformats.org/officeDocument/2006/relationships/notesSlide" Target="/ppt/notesSlides/notesSlide16.xml" Id="R23a555a4914748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dfdefe0864b4222" /><Relationship Type="http://schemas.openxmlformats.org/officeDocument/2006/relationships/image" Target="/ppt/media/image3.png" Id="R21f20192140847af" /><Relationship Type="http://schemas.openxmlformats.org/officeDocument/2006/relationships/notesSlide" Target="/ppt/notesSlides/notesSlide17.xml" Id="R0f5a21734dc4424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f658c1f113a499e" /><Relationship Type="http://schemas.openxmlformats.org/officeDocument/2006/relationships/image" Target="/ppt/media/image3.png" Id="Rf926d9e258284346" /><Relationship Type="http://schemas.openxmlformats.org/officeDocument/2006/relationships/notesSlide" Target="/ppt/notesSlides/notesSlide18.xml" Id="R3aa57cf482ef4ac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b664d63d03c40fa" /><Relationship Type="http://schemas.openxmlformats.org/officeDocument/2006/relationships/image" Target="/ppt/media/image3.png" Id="R53973e786cb44928" /><Relationship Type="http://schemas.openxmlformats.org/officeDocument/2006/relationships/notesSlide" Target="/ppt/notesSlides/notesSlide19.xml" Id="R3222d9e2164f431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0782a42da7f4b7c" /><Relationship Type="http://schemas.openxmlformats.org/officeDocument/2006/relationships/image" Target="/ppt/media/image3.png" Id="R4df61f8222744aec" /><Relationship Type="http://schemas.openxmlformats.org/officeDocument/2006/relationships/notesSlide" Target="/ppt/notesSlides/notesSlide20.xml" Id="Rbc2cab354776455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1966504d4e849c4" /><Relationship Type="http://schemas.openxmlformats.org/officeDocument/2006/relationships/image" Target="/ppt/media/image3.png" Id="Re2a748ccb5b24ab1" /><Relationship Type="http://schemas.openxmlformats.org/officeDocument/2006/relationships/notesSlide" Target="/ppt/notesSlides/notesSlide21.xml" Id="R1ad8398245c4471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69816a86f854da3" /><Relationship Type="http://schemas.openxmlformats.org/officeDocument/2006/relationships/image" Target="/ppt/media/image3.png" Id="R4b8405a7f31f42ff" /><Relationship Type="http://schemas.openxmlformats.org/officeDocument/2006/relationships/notesSlide" Target="/ppt/notesSlides/notesSlide22.xml" Id="R9f224f07ba9b458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73fc079b11f4475" /><Relationship Type="http://schemas.openxmlformats.org/officeDocument/2006/relationships/image" Target="/ppt/media/image3.png" Id="Re6a6df8699f840fb" /><Relationship Type="http://schemas.openxmlformats.org/officeDocument/2006/relationships/notesSlide" Target="/ppt/notesSlides/notesSlide23.xml" Id="R042d346ddf60458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45a2ea06b6547b8" /><Relationship Type="http://schemas.openxmlformats.org/officeDocument/2006/relationships/image" Target="/ppt/media/image3.png" Id="Rd7127c1e52bb4a82" /><Relationship Type="http://schemas.openxmlformats.org/officeDocument/2006/relationships/notesSlide" Target="/ppt/notesSlides/notesSlide24.xml" Id="Rf0a5fcd065b94e7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85f227a44e849bf" /><Relationship Type="http://schemas.openxmlformats.org/officeDocument/2006/relationships/image" Target="/ppt/media/image2.png" Id="R8f395aea2a0e4482" /><Relationship Type="http://schemas.openxmlformats.org/officeDocument/2006/relationships/notesSlide" Target="/ppt/notesSlides/notesSlide25.xml" Id="R2cbbd2ce6260414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6853733b7304480" /><Relationship Type="http://schemas.openxmlformats.org/officeDocument/2006/relationships/image" Target="/ppt/media/image3.png" Id="R98f776b119094855" /><Relationship Type="http://schemas.openxmlformats.org/officeDocument/2006/relationships/notesSlide" Target="/ppt/notesSlides/notesSlide26.xml" Id="Rd44a9417964d461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75d7c0918b34227" /><Relationship Type="http://schemas.openxmlformats.org/officeDocument/2006/relationships/image" Target="/ppt/media/image3.png" Id="R035cb8ded3e44db8" /><Relationship Type="http://schemas.openxmlformats.org/officeDocument/2006/relationships/notesSlide" Target="/ppt/notesSlides/notesSlide27.xml" Id="R8d833c96b29948f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ee7aa083d6f4bdd" /><Relationship Type="http://schemas.openxmlformats.org/officeDocument/2006/relationships/image" Target="/ppt/media/image3.png" Id="R825cf8b7191a407a" /><Relationship Type="http://schemas.openxmlformats.org/officeDocument/2006/relationships/notesSlide" Target="/ppt/notesSlides/notesSlide28.xml" Id="R728b608a933e4f4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8a71fc28f944700" /><Relationship Type="http://schemas.openxmlformats.org/officeDocument/2006/relationships/image" Target="/ppt/media/image2.png" Id="R5a735637b92244f0" /><Relationship Type="http://schemas.openxmlformats.org/officeDocument/2006/relationships/notesSlide" Target="/ppt/notesSlides/notesSlide29.xml" Id="Rcdeba2433a2340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f11c73ad247a8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d52cb68024e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c4fa8904042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90c4d347b49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10f614c1741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1000C7-A60F-49BB-91E6-F3F861B2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BAF001-885A-4691-958F-521A6AED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8C2DAD-CEA0-4DF6-8A0F-C5C02C70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26FF45-67FC-49F9-AE3E-CA08C334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99C3F7-4431-462A-BC81-A8CD319C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3D20C2-422F-4D69-8627-A91A801C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0FF3B3-8ADD-46D7-A16D-E471127C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24F7AB5-A9C4-4604-BDFB-FEEC2865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5A17C7-1668-4EDA-B9E9-2ECD0706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1E8787-3E1D-4B62-A357-CB0BD3E9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D1A4D7-04AB-4E5A-88B2-16040E25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E34D5D-324F-4131-9CF9-FF40A378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0855D8-5F9E-4AFE-A7AC-AB23C8A0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1982D4-B9E8-4D1C-BA7F-EC60BAE2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4425144-4188-4D0D-BDA4-8C1ECB53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86C243D-A469-46E6-93CA-601DA532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ff21a057649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4A84F5-657B-4D2F-9DEC-1A295615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4DDA50-5E21-459F-A62A-4EAAD447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2F9DAA-3A72-4D87-AB30-CDEEC4E3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9AAD8C-A983-4243-969B-866D074C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192340-DB60-4601-A1FD-26D10CE3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EF70D7-A5FE-45B5-A315-FAF96FEB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DC293F-C98A-4739-8671-24D4785B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C62988E-692D-4909-AAC5-9F905CE8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4AA732-96AC-4D48-88DE-D0DB85A5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43919F-0D02-4423-940E-F259CA66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D91A4B-E52C-46A5-A0B6-C7FD8970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1CF7B4-3924-4949-9D75-C2CA34AF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42B659-3A73-4E8D-9849-F3DA7275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ABE82B-265C-4E5B-A7EC-E8054EAC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722CB1-6A45-41F5-B95C-E4DCBA0B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181CF4-0391-4A19-B63E-54F5A0BC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06260A-BC3A-401D-8CA2-C4D05BFD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A1976DA-5EF6-4C17-B8C5-176603B1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EBCF54B-AA71-4EB6-A4E6-9635AB21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812A95-72CF-4A67-8756-346648B3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7568CA3-37BD-495D-A1D4-A37D6C7B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DE2514-D028-4317-AE27-C38E0F7F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DA2B619-821A-4660-AC04-D190D324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36D0347-9ACB-4577-BD5F-6B4A91F9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98F4D6D-C16E-4604-BE8E-1BE98C48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C1DBB2A-8797-4F39-A871-12D3FB5D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ada9d5a4d40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434baff2a47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092B85-71D9-4D66-9D3A-7E2AE73D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3EDB2D-62FA-401B-A846-0B58C183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865FAD-1C64-4195-A4D3-492AE492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0A3D98-7283-4336-8C5B-8F856613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CE68EB-377D-4F05-8716-E0A49F15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77DEE5-4F87-485E-BAD2-940C8605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03F117-43D1-4521-BCB6-2290F83B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F25891-90C4-4518-8F49-7BDE916D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E1A9ED-08C1-4A32-B7EC-E204F692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06DE18-6F3F-4F2F-95C3-9AFADCD5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190E9B-DB66-4ECA-A8C5-4C9CFB2D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30B222-55F1-45AB-9B13-518E0DDC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52B5B9-8765-44AC-A189-D05A4F45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C428CF-3286-4E1D-ADD2-63AFADEF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9BE6E6-910C-4D51-838D-56F50EF6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D9C5BE5-990B-47C7-AE3F-E90D1EE3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E679C49-1108-4C51-8B08-B1B625A9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CF658B0-754F-47C5-AE8C-41DEC95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2DFCD53-A5B7-465D-BEFA-2E26E0DB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1CC96A-F9EE-47A5-AF9B-44794971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05C3281-4896-4BFF-BA1C-29C262F6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2BE3706-F122-4775-94DB-92453C3F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C969EFA-2A7B-4537-8A78-9266E242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19186A1-1E4D-4907-9996-C77A49B9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6823183-62D3-41F8-8BD0-7EC96D05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F9BB629-F458-4F6E-AB39-04D4CB32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9BCB04A-7200-4FC6-92BF-7CD613E3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6D68124-62F5-421E-AF12-EFFE6D03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F673F4D-C80E-4051-9F34-E7056758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7D63650-BFA5-4F6F-BC88-59F32098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98B4791-5548-430E-AE47-55802C7F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0D54245-2922-459F-B883-CDBC3D04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E05EC07-2009-4ABB-8BA6-64587F39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AC960C9-B60A-4F0F-B18E-37F7E7F6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7A5E8FC-475B-44F1-94FA-ECC88EC7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F941944-A0D0-406D-8521-089EAD37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143A51F-CF48-47F9-83D0-9AA65D45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0571689-981C-48D4-9C3A-BCF338B0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F311893-1312-4495-863C-78B7ACD3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568018E-75C7-4472-B5EB-4707DF46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1DB21AC-F739-4E91-B731-F27CA0F2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614A30B-6916-4DA1-AC57-2450B682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2366DE9-BAD2-4A80-A7BC-A9781143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D7E3BD1-69E4-4BD9-A1EF-76700BDA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5652874-7180-4CC5-806E-7A7E5214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C9A0120-8A2F-4055-A089-7E774E6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EA3FCB5-47E1-41C0-9DB6-992EB183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57bd9d7e644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3F42C2F-D249-41C4-BB94-7A571AF5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C677BA0-D8E1-4B8B-9566-6779A10D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5B6D998-2816-4541-A904-7511E7F2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9F3B975-B456-4AA8-ACDB-6F5B767E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D80CE97-934B-42F7-9D63-6425F45F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114F294-36E8-476F-B40D-3F0B7EFC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7F1A654-0409-431C-9252-7C05E0B9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54BEE5D-45A4-4275-9FFF-806ED6BE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F7D9A3E-22C6-4F91-98A4-23358334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CA80B3B-91B6-48DF-BB3B-FE500F9D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E326584-78A6-4725-AB7E-0EC71DFF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9725E7B-11BE-4B50-900D-41E1EFB8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D3CB14F-93B9-4299-A9CE-28F2ABB0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937DAA0-7D66-4D3E-B82B-4E576417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8CD49FC-F73B-46FC-BBF1-868E0B57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EB14FA6-6778-42F0-948A-25BF1840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178AE24-16B4-4420-9E54-336F8A02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F4D29A6-FC1A-4331-924F-B6F07539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C699B65-F59E-4865-B477-249F8298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014674F-C189-450F-9C9A-1978FC28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D817A5C-95D1-4E54-889A-A4C7493F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A4D217D-BB47-4B60-8857-12C7F65E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5122B24-6CAC-4771-AA59-D323ACCB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E227BC4-9048-43FE-B66C-C69AF46D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d57e18a0e46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7919FA5-0067-406C-B2C3-ED182E70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17B8D82-F94D-42E8-8199-C9FF92D4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01762DC-338F-4513-87CF-88A37A6D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84D15F8-D25E-4E18-8F58-C350ECE1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18002E1-412D-4765-A146-FE28A3A0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D5DB625-D3BB-40E4-A1BF-A1E7A9B9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776DB4C-3225-4800-9788-56572FDF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895663A-904F-432B-B0E5-02C03A52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54568F4-910D-4F00-9D0A-2F553059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B613786-F696-4418-BF26-A45DCCC8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8A7ED17-98E3-4544-BFE9-FE5BE344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BC2488E-CEC4-4146-8EBB-17A47ABB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D0DEE3F-0831-40E0-8F42-E64820BE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FCE8311-A128-47B0-B6C7-881EE780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188BA6A-40EA-4D24-98A0-21001919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9CE100A-A374-4BE0-8540-F202EBF5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C4615FB-2761-434F-8D12-570E5977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95303BC-C704-4BCD-91A6-2A5274DF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192b87e8e42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b51869d2e41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315A686-64E8-4111-957E-E46F9162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CEF6259-F307-4121-BE8D-2BB13B2D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8063F43-4957-40FA-9B81-7625D88B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99A616D-2358-4F39-ACC5-C8BFA1B6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CE28EC3-2E30-4E22-B7B1-5EA2E081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F7FC0DF-4B38-4A34-BD88-871EFF14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9A9CF29-0436-4C1E-BFD1-6670F244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BD40243-4311-44AE-8141-D8469949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DE605B2-E040-44DA-AE3E-A5EC2052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6689B28-3710-451E-834D-286C63CB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CF0038A-31EF-4796-A878-87EDD15E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B789D99-52A0-4269-A542-B1E985C5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5C155BB-6E75-4061-B469-063A334E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9A74E60-0BC3-4D98-B861-9C9911F3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5BC3AFE-1453-4597-8BEC-74F182E1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5775B83-2352-42FA-84FC-04306EC4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3b257dc3b46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09B5E22-4BC2-48D4-AB31-137445AD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4A7C71C-9C28-4D92-A097-943E3E0B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156F578-3150-4E1B-B5E0-FCB6D86F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FE08273-F1BD-430D-9114-6E5CCE1A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1EA9034-B719-4052-ABCB-7FD26048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0C031D8-433B-404D-8F50-8D2A2F82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3F57886-3830-4691-9FB9-A9FDE5A3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F4B85D9-A3FF-4806-B792-5903A2E0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2A6F116-AFF3-4714-A5AF-2DDF58A1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305BEE6-6D88-4679-8325-E6D8E273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D3CEC34-895D-488A-9B5A-DE1CE6EB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563455D-8126-4301-8118-E9E1B834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A1608EA-C215-4EEF-83E2-2B3D7711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75D656C-10AE-49FA-97F2-A2111CC2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DB72A31-C0A9-443C-A97A-367C46E3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2C82D6F-0E94-4819-B79A-2831AAB1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447F088-FE4B-4D31-8103-92AE3062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E9C48CB-FAD0-4CFF-8968-60E6B416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13D1186-605B-4C94-9E93-ABCB50A6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00F1D4D-10B6-42F3-8244-F8D06E08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13F68E8-1603-463A-A16F-EDCC9EFD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79A310F-F5F2-43BC-9E08-F9381477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AC44A6A-237A-4239-9540-C04D6BB6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CB08BC2-FDA0-4260-89E1-44E5A8F9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4DC635A-8A09-4D86-B23B-4F8FDD27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484C403-C82A-438A-8710-96F743F7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6C4E723-3B41-4C01-821A-617D24B7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B85DEFE-E413-4D6D-AB4D-C035D1C8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9049720-2512-4E18-88B2-C717A5B1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6919696-5A90-4BC5-A10D-7876C24C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C64C7C9-633B-46E9-AB17-FB0ADCF6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60E0C28-B76E-4837-83C8-D7F5D115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F6F6767-BEFA-42A8-8424-9B59D0E1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4A38094-C33E-4132-9C18-13BC585B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99DE4F2-8A00-45B5-AE7A-06B93C62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86463939b46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1DE89CA-68AC-4FB7-87F2-6225E462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1ABDD97-BB57-4FF2-A7ED-C407AEBA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B3BB41F-ED50-4308-8F3C-0F236AA0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08D7E21-D7E5-464C-B36D-AFC7F5D2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CB48C3D-394B-4B72-9FE6-77496637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7A58E0A-157F-4AB1-8CA3-071C437C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1748B62-A0BC-4AE0-9F2F-427EA503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E772FC9-4230-487F-9C81-006D7468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EDB18DC-68A6-4918-8417-A25E836E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6A84607-8E7E-41DC-A8AD-0BB0EF34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F45319B-E579-4CA2-8F57-EE6EB794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BCA27F2-C4C2-43FF-AA7A-587586E3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67AFED6-71A8-41D0-844D-B576028A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1867E2E-2A34-4318-8059-2C687F51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972EA23-3A2E-4468-9872-1ACF0BB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019FDC4-8BF0-414D-9FCC-A9721B3E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A563072-6E31-42D3-8257-B696E83B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C4557B7-2339-423F-8938-B456E7F8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AEA99BA-3C07-4667-9548-8CF206DC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5758959-AB36-45B5-A222-9E410FF6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65543C2-338C-44B6-B243-D91A478E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EF5A225-31A6-4788-A550-ABBEE80F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5E0DB70-F634-4199-9F4C-E7F37C21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23829FA-3098-4F68-91B2-E2C39046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4B65C6D-6D00-4F7F-B8F3-DCED3E9D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12F01E9-5F04-49C9-91C3-FABB1240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2F8E718-D9AE-47E5-A59A-D92A53AA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657EFD7-A01F-407B-9760-A22D117A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6AD9980-C3D2-40C8-8057-62E70F78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EA3020C-5C02-4855-A7BB-5EDF8FD6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F49F31E-B237-4776-880F-9B2778FE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001E8DF-CB8B-4458-A1B4-4DC20220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480323D-E18A-4A79-83E0-9E1DEAD6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7F825AE-8E64-4760-AA11-3D54E523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32B9E8A-10E4-4507-8E83-D079A0AD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D1CA6E2-C6BE-4317-A31F-94E4742A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735FCEC-483C-40E3-855B-4501BC0E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969E45B-FEBB-442D-8DCD-7A4AD043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42A6F20-E71A-4EAD-A44D-D9A38FC4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EA66A5F-8D91-4106-86B6-D3CAB99C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6504910-33CB-41D5-A1A2-2476ED4A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B429A6C-89E5-4B73-98C5-244FAB6F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2600372-D26E-4C87-9676-7FD163E5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7D3F1F6-5807-434E-8F5B-7DCDD6BB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6ADE170-2026-4152-8133-14ED0923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4d125d8194d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5F25840-4C12-498B-812F-74DEEF40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B0F830A-537D-433F-BA90-C4FDD343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767561D-9A41-40CE-B380-A521C9DC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CD44838-FA9B-47B7-BDEE-07C46C64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D30BF67-BA1B-4465-AEA1-7B61C642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D3573AC-1D9D-4AD8-9D00-0B0BF436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DF2B869-72D4-4B3A-A390-CF70C30E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EB4C08A-605B-4F2F-ADCF-108BF7F5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5A2E470-465B-41FC-8E14-E573B35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4B11C75-430A-417F-96CC-6544C3F3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54257D0-0466-4A3E-8E46-64BDAA55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9F5E361-42AC-4F4D-B599-5FDDD2A1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A03880E-7796-4016-A020-E88DD6CD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7DDE36A-764D-4D76-82D4-B6A2EACA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E9B3D7D-2628-47B4-8E18-9201D8A7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6E5E6F3-91FE-4708-9A6B-FFE41B96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C390965-1635-4707-B8CD-19DB4F93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A342D5B-F341-4419-9B97-AAB0F0ED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D31AA3C-33BD-4BF8-9BA0-577D4436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E716F8F-B352-44B0-A4D9-DEA9D8A2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B4A863B-C9E2-4A6F-B2C3-03294D07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DE911FB-E86B-427D-B176-26ECDDFE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BBF4301-428D-49C2-A86C-426C9C39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13B9398-5FEE-43F9-97BD-C1181ADF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7866672-7D25-4A50-8E32-C2B3555D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83D7EB6-4298-40A0-A52D-FE2F35F3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B1CE5D0-AD28-4B3A-8060-D8358D84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6AA6843-F564-4466-8408-630E0CF8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863219F-B554-4614-A814-DEE7BF84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65CFC72-AE2E-4379-A4C2-45C024AE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F65F341-2A9D-4222-B895-0EE5E78D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1DEC89D-96B3-4F96-901B-5975E5EE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03EA077-A354-47AA-BC0C-1020A83B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8539C72-42F3-41B1-8674-D22D369B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1B930A4-3657-4F53-A880-70D042AD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6E993CC-3F19-42C4-BCBE-8079ECC9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7DB0050-CD0D-4E74-AFCC-4F57BDBA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52E4B8D-5236-470E-9495-7F3434C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FF2BE09-0392-4E9B-B06C-8547A894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FA6AA0D-651D-4534-A938-53EAC8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0E1C65B-996F-4D55-9227-11E37FD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a4718bb1842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69218E7-ED6E-494A-9F1F-1F4930F2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C99C0AB-6E2F-4FE3-AC6A-2E5F5951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56F637F-3100-436D-AB6B-24D6F1D7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F96F9E7-671D-4A13-8936-953AEF3C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6F77EF4-E8E0-4ACE-854D-2275977A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6D99441-8B4E-49F1-9DE0-0B9D67CB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94265F5-C7BA-4989-AFE8-6D0432B1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3677B73-A0C9-494C-A274-E205B497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4A255D0-ABE3-403C-9E40-0A731391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31EC154-9EFC-49E5-B0D3-A7391A61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0AB4A30-36D9-4095-B884-523AF055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A417CE3-FEF5-42A6-A0E5-B34CFE75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CCCB07D-54CE-456D-88FF-0C6B6205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CED9F00-5A6B-4EA3-9E55-C57C1D42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4FB5913-B080-4B9D-89F8-86C82583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032D8EA-2E7C-413A-BA6B-F3C3F446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AF4F25B-B708-46B7-8708-714009DB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918FD5D-A594-4191-847C-4E7172FA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8006D09-A8A1-4526-8BFE-661F71BE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43DA12F-CB53-48CA-8D87-D47D0C8E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A4AA21B-A19E-4A38-B216-9A595C30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81A3A1D-AAF4-4C57-890D-D2129F50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8379C9A-425A-41F6-B88B-B289DA24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30D0FA8-F6AE-4057-A3DB-57D65661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A780A4B-06B8-40A8-93AC-8DADA3E7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615D818-0BB8-4A2A-8629-56155BBA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EF94446-FC6A-40BF-A8C4-5065E957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B10A305-0480-4A0E-B5F4-753AD627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7DB8163-F717-44D6-9ADB-DD603BFC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CA2BB08-CE7B-4C03-8EA6-303DCD79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3a23edcc84c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6B05BAE-5B19-4BC9-8527-163443AD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47CFCC2-9FE3-45EA-B09E-78B742FA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161F59E-0CFA-43C3-91B7-92CEF66F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CF2DE39-010B-41EC-BC8F-C2F4B167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79E5434-62D0-4469-8562-9BD065B2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E8D2A9F-CD2C-4A36-BE63-F44540AA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0007A07-EB57-4263-BC43-B2559D70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43BC144-D1BC-4859-902C-F52A4314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712BFFE-60B1-48AC-AA3B-5B25F6AE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790FAC8-90A1-4490-A820-620F2AB8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BAF3BD6-B427-4F1F-9D30-551E99A0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1A5F18D-66F4-4FC5-A7A2-5C82C4E1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6BA4A38-3A70-4D2D-A878-EA5A42EA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D6E821B-8E66-44AD-88BE-8846FDA5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FEE9D6F-46D8-47F4-875F-296FEA65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BCE67B5-183D-44D9-B574-A651F6DD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D0FFDE5-60E9-4F6A-834C-E37991E8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DB82B5A-9983-4BD1-A3A0-4F403F16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2BDE7BB-B241-4EF2-90F3-AA47B176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0A07B8E-9603-44DA-BB34-CCF3357C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450D52A-110E-44E3-8F8C-E0B1382F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C4330FC-88E7-426E-B399-C17369BC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855D4E3-AFC2-47FB-B3F3-297C342A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D9972F1-FA16-451D-81F5-644219C9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B1A37DB-2C79-4C0E-8C6E-0567851B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B37E7E0-8016-40B3-833A-74E03D4B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6B3AFD3-D519-40B5-A365-53EBA897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2F43EBF-C9EA-439C-A7CB-F0653CDE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0D0F07B-72CB-4112-8FB2-A688D70C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8A7BFBC-6666-4D99-838E-02F76723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C7FE2B6-3E34-40F9-8947-239D4FAB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1AF23F2-C4F3-453E-9EC2-C9011B9C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183CEA3-A5F9-4467-91E9-6BC990CF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CC8A8B9-248E-4A14-B381-A6A79414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9E06621-5D55-44A0-BB40-089336E0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0FF44A2-4858-4A14-A38D-B7EC74F6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2E87132-07B6-4C1A-AF85-ADCCC164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1B49700-7D5A-48FF-BBB9-8C012BA2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20192140847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29BE535-0276-40EC-9DD5-AD32F59A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F7C7D0E-F0DD-461A-878D-22BAC15C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A6E314B-C03C-42D7-A832-F9468804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E9AA58A-AB9E-451E-83AD-C63EEE4D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7FBA1DA-55D1-400B-BEBF-F4805335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20FEB4F-AA20-471E-967D-E539908D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60ED3B3-094E-474B-9FAE-331D7B07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DC8A292-9520-4D5E-ACFC-D1014B5F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A67852B-62B9-4C5A-9C5B-50DB9C08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8CD11DC-6DA1-4C36-B0B8-361C30E1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A2763E8-1D92-4815-BA2A-A046F5CD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97A5CCB-D3F5-4E81-8C7B-3C325DD8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F4898D5-5D09-4882-AC2D-47AB13F6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A082D2A-F6E2-4436-9214-7411BCBB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2814ECB-AB5C-4369-8EE3-BCDD86E3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54C8900-8B85-4D10-A84E-F2F8D54E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01C9CD7-1EF1-4DCD-AE10-7B81F606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E9BF104-A2FF-4425-97A3-A40830A4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86DDBE9-7E8D-4743-9BCA-9D80C244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6538658-3F1B-4EBC-ABC0-F03D33C7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790B9EA-9734-46BC-B2D9-A5E0FF5E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68EAFB7-27D6-4EBD-AC50-032067F8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3D46A8D-67BA-4840-B7F8-18B9683E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69383EB-1623-4080-A0C4-E778C1AD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B208280-6F50-4E61-ADBE-F446D284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DD332B7-EFC1-4185-94C6-726C689A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DAE0EAF-7077-499A-B842-3504C5EF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FEE816C-B616-4EE1-8014-90AB25E8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0BE6BBC-BAB3-48E3-A550-6AED3B07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08420F8-CF14-4FB0-ACEB-606A02AE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2611182-6259-4B10-8448-897929B9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CDC10F2-0A59-486B-8BA4-F44CE54C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82F84A9-86F0-472C-8436-D22248E3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44E4339-FD56-4708-BFA3-A0062F62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43514BA-FAE8-4537-BA58-F7F83635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940CD9D-0B73-40F8-9CFB-00D88895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407E076-A3BC-4B46-8738-E6295786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5F255EF-54EF-4CC9-969E-2A8647B6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D2AA6B8-8AC6-4C99-94B7-E25AD4D2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6d9e2582843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AB8C637-A5B1-422C-85BE-94A4D7DE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9919EB3-8150-422D-940E-6A95CA87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68CBBDF-1AF6-4523-AA47-90D17486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E656936-203B-4237-BA75-B2F1E40E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FBE1406-841D-4D1C-A086-56713E15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1A3DD30-0A48-4894-AC9F-58FDEAAF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6FA3F18-5940-4016-ADF0-E10AB703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DE88121-6C4E-49D1-815B-D45D4B8D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8998AED-D24D-4D92-9DF5-3AD1763E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2473CF8-0C7A-4C4A-96E6-A04CC70B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D2D98EE-1D8E-4895-AF87-2E1DD165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F071C3D-431B-43CF-96B5-3651FE4B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548818E-64C1-4F84-B2E8-4E64BC2B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7250E42-F9FE-4418-8512-40DC9172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D101562-E6C1-49DB-96F6-C724A139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D21F77B-0D9A-4EFF-9EDC-5A6D0FF2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6D78DA8-64D3-4BD8-9BC4-60D14A5F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3437347-D05F-4CB0-A9CC-C5525A22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73e786cb449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E7E7E44-52E3-4012-B71D-7C3E26E5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9775DE2-5D6F-4300-BC30-FE708500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7239486-0F40-4AC1-B259-EE1E85AC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57D5635-609D-4071-8207-94EDCD65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427FF47-D429-425F-B1A7-82E20ABF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8FC497B-DCA4-4FBD-B4C5-13A139B4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C4A7706-A860-4D42-84DF-CC8BF69E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8EB179D-E9EE-4247-B096-BCA79BD3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C03A446-0046-4B31-ADAC-E95E5CBB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9D65C2E-D786-4470-A0A5-D843B9D0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9D096F2-413E-45FF-A683-80904373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0AC89BE-5AEB-44D7-B8BC-B8169349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C2DEE44-F3CC-4F6F-9FCC-4BCC1AE4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54398DB-C914-4827-9A30-1211D151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CC791F1-5923-443D-AD33-014CFCD2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61F2CBB-A9C2-4DC2-B154-07319707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61f8222744a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BC0328D-A2C1-4DFE-A5D8-394F0FE4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86F0D8A-07E3-45A8-8AC9-460E8867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3448656-EC94-4BD9-8BD3-4F9363E2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428E90B-12CD-40DC-B929-BC435F69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E970305-2AA2-46A6-95CD-7477C9F9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EDC197E-7A23-4E0A-86C2-C9FD1858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047FA42-4468-4C01-8697-849E7B1B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CD9EC71-1449-4681-B52E-01C8BF98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3B98440-AF1D-4FC8-9054-63FB1370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63AEB6E-6154-4F51-B0F0-8A353378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41EE0DC-0EFA-4B28-8483-2F18A872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94AE8E8-DD9F-4632-9143-461180DC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A86A7CD-A0FB-4D86-9804-E5FCEB0D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1D06FE6-4712-4D04-A5B1-08CD1FF3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B7AA263-42B0-451F-BD10-3E7147C9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0436266-B247-4A16-9C85-66D2624A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3949734-5ED4-40A9-B6FE-9DAD6BBA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AA71333-41B8-49D7-B419-556C6058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1CB8894-C5CF-43BA-856F-D190C8F1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20C90B1-2D62-462D-90BA-AC2E2BB4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4569BDD-39BF-48A9-BE5A-5E215A7F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C781A92-65DF-41DD-88EE-95A3A39C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748ccb5b24a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8907C73-FBD1-486F-B762-D65C567D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0E248AA-8B48-43F6-A5D9-0F3DB31B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1B07504-86DD-4DDD-B3A8-DA669671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7D5310A-7270-4806-9FAE-B9BECD22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DOM文本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E7C49C2-8828-4550-935E-8C858CC6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CB91ACE-FEB8-494E-83F5-71971D75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URL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9716A62-B864-4855-A4D7-A6300BF2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37ADF90-423E-4FFC-B608-26DEFDAF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可访问性树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D683F5F-EB01-4B61-9D34-B8AEF304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7B1B085-73C0-40BE-8263-4E5923E2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HTML快照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CBEC30E-E945-42D5-95A7-40F0C37F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BFB6569-47E5-4C50-8F0A-AAA71CCA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24EF902-2221-4C41-BBE5-6AD11738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210ED6B-D146-4AA9-A368-2490B632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初始截图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CA5405F-123B-4C14-94C9-9AD05385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BF3D8E3-A65F-4574-82E0-C35BE562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最终截图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836AFB2-31CF-465B-820B-43132B18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9224922-D0E4-43E0-845D-CC012BC1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D3CC83E-1A23-4AC5-81A1-98A660D9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FDDEAE9-FB12-4085-87DB-C241DD5B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语义判断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E3D5D94-2873-4200-8A7A-561ED54F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3166C03-81DB-438F-A972-A2AB73EA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仲裁规则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E34CC37-91A0-491C-BB6F-F3CEE8C1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00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确定性通过 + 无需视觉 → pass；semantic 必须走视觉；任一通道低置信度 → needs_review；通道冲突 → fail_soft / 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405a7f31f42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B83EDBD-335B-4BF2-9AA8-484D0CF3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2833219-8F9D-430A-9436-695A5F75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F6BA453-C8D5-4836-A395-ED253D57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81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30EB38B-4319-412D-9746-888F18C1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95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A136C48-985B-4D8C-9FD8-94B7576F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D5872F9-CB75-441E-949A-DF03685E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64AE84F-3825-4C27-A1A1-F7624752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52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agent 自报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879D85B-EC6A-421F-A72F-BA3F22DA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670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559A929-6916-4EB4-904C-3D7E3EDD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ACF62E6-03DA-41E6-8AED-A8A02E36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4F1C48E-F3AF-4826-A157-54C99BD2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524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errors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E7B5625-319B-42AB-8BCD-3E53B93F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38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05EE1FE-6D01-4385-A308-7BB028CA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1812B43-564F-4356-8619-E56CA47E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695ACCA-0C40-47B4-825A-69872C87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final URL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4C75969-9186-4120-B9DF-17E8548D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100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8483D10-E4DE-4E75-BCCA-56BA9C39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BC1C1F5-ED7B-4365-A528-E4E7609C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7C161EB-AE67-41A5-8B97-B72FA24E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67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DOM Summary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D1A9737-66AF-4973-9925-F8C37CF8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81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85E3C6A-7427-4A02-9017-B275BC65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190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4182591-58A5-4EAB-A218-170A7C4B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194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失败分类器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CBF058E-B643-49CD-9081-EA18CCD4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623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CA37A25-DFCD-4278-9BBB-5E056555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2897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navigation_failure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AC00DF3-D36F-4913-8023-78FC8130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4172579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2C9A26A-02FE-49F6-9F92-C97862A1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4239254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element_not_found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08477C4-737C-4555-A7F4-AEA16D51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5A9D3CD-7EE8-4097-8736-B7B71B1D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5772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interaction_failure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F3EE656-4AE4-423F-8A0F-4A077F0F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4172579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BC93CBF-3DE9-4C92-9FE0-B760BE7B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4239254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timing_issue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31C6BC8-8B89-4DD3-A7B7-9F6EF735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623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8CA149A-9330-461B-8479-32BB723E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2897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state_mismatch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47AEC8A-12E5-4304-B27B-21E8C6C2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2152021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03D077A-83E8-4D5A-9464-5743CD3D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2218696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visual_regression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E24C0F6-BBF5-487E-9CE4-7BDFD95A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3355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E856FCB-145B-4252-AF69-15F97A29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022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agent_planning_error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F4E425F-4EC7-4850-A91C-C3D5E451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2152021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20EECDF-885E-4975-AC44-4FDC1CFB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2218696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unknown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6396017-5E26-44AB-B6E2-322B270A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28789DC-7447-4A5B-B3C9-42C4AEC0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F8CFBB5-ED42-42E0-8F13-34985817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0512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输出结果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EF15D88-BF0B-4649-8622-CF32B13A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19450"/>
            <a:ext cx="2057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primary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secondary[]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reason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判定依据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6df8699f840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27c1e52bb4a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95aea2a0e44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776b1190948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cb8ded3e44d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cf8b7191a40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35637b92244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2026-05-26T13:30:22.5000000Z</dcterms:created>
  <dcterms:modified xsi:type="dcterms:W3CDTF">2026-05-26T13:30:22.5000000Z</dcterms:modified>
</coreProperties>
</file>