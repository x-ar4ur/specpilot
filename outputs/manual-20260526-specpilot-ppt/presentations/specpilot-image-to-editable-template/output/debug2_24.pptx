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630651d4c6423b" /><Relationship Type="http://schemas.openxmlformats.org/officeDocument/2006/relationships/extended-properties" Target="/docProps/app.xml" Id="R4d7516afe1c14eb4" /><Relationship Type="http://schemas.openxmlformats.org/officeDocument/2006/relationships/officeDocument" Target="/ppt/presentation.xml" Id="Rcd06646b917f44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9a3e9fb7a541bd"/>
  </p:sldMasterIdLst>
  <p:notesMasterIdLst>
    <p:notesMasterId xmlns:r="http://schemas.openxmlformats.org/officeDocument/2006/relationships" r:id="Raefeaf739389497b"/>
  </p:notesMasterIdLst>
  <p:sldIdLst>
    <p:sldId xmlns:r="http://schemas.openxmlformats.org/officeDocument/2006/relationships" id="256" r:id="R39103c50c107469d"/>
    <p:sldId xmlns:r="http://schemas.openxmlformats.org/officeDocument/2006/relationships" id="257" r:id="Rb837a15e9d9946d5"/>
    <p:sldId xmlns:r="http://schemas.openxmlformats.org/officeDocument/2006/relationships" id="258" r:id="R260ecda3431042d9"/>
    <p:sldId xmlns:r="http://schemas.openxmlformats.org/officeDocument/2006/relationships" id="259" r:id="R94b96c83e2da437f"/>
    <p:sldId xmlns:r="http://schemas.openxmlformats.org/officeDocument/2006/relationships" id="260" r:id="R88e2f296cace4acf"/>
    <p:sldId xmlns:r="http://schemas.openxmlformats.org/officeDocument/2006/relationships" id="261" r:id="Rb21778585a7a4a0d"/>
    <p:sldId xmlns:r="http://schemas.openxmlformats.org/officeDocument/2006/relationships" id="262" r:id="R92a8815f966a4836"/>
    <p:sldId xmlns:r="http://schemas.openxmlformats.org/officeDocument/2006/relationships" id="263" r:id="R443012b22d0b4388"/>
    <p:sldId xmlns:r="http://schemas.openxmlformats.org/officeDocument/2006/relationships" id="264" r:id="R4908888a17f44744"/>
    <p:sldId xmlns:r="http://schemas.openxmlformats.org/officeDocument/2006/relationships" id="265" r:id="Reea6ad738d85431d"/>
    <p:sldId xmlns:r="http://schemas.openxmlformats.org/officeDocument/2006/relationships" id="266" r:id="R28576a275d054178"/>
    <p:sldId xmlns:r="http://schemas.openxmlformats.org/officeDocument/2006/relationships" id="267" r:id="R5953f9655ebc402f"/>
    <p:sldId xmlns:r="http://schemas.openxmlformats.org/officeDocument/2006/relationships" id="268" r:id="R8c61a47547f8461e"/>
    <p:sldId xmlns:r="http://schemas.openxmlformats.org/officeDocument/2006/relationships" id="269" r:id="R5d8004029a194e97"/>
    <p:sldId xmlns:r="http://schemas.openxmlformats.org/officeDocument/2006/relationships" id="270" r:id="Ra62199867ac142bf"/>
    <p:sldId xmlns:r="http://schemas.openxmlformats.org/officeDocument/2006/relationships" id="271" r:id="R401f50bf574747ed"/>
    <p:sldId xmlns:r="http://schemas.openxmlformats.org/officeDocument/2006/relationships" id="272" r:id="R662e8071c89540e3"/>
    <p:sldId xmlns:r="http://schemas.openxmlformats.org/officeDocument/2006/relationships" id="273" r:id="Rc26cba723551440b"/>
    <p:sldId xmlns:r="http://schemas.openxmlformats.org/officeDocument/2006/relationships" id="274" r:id="Re303a15249734aa9"/>
    <p:sldId xmlns:r="http://schemas.openxmlformats.org/officeDocument/2006/relationships" id="275" r:id="R138ae6dfb5664dc3"/>
    <p:sldId xmlns:r="http://schemas.openxmlformats.org/officeDocument/2006/relationships" id="276" r:id="R1343d774da3e4916"/>
    <p:sldId xmlns:r="http://schemas.openxmlformats.org/officeDocument/2006/relationships" id="277" r:id="R5a055c184d064dad"/>
    <p:sldId xmlns:r="http://schemas.openxmlformats.org/officeDocument/2006/relationships" id="278" r:id="Ra711c529b93948d2"/>
    <p:sldId xmlns:r="http://schemas.openxmlformats.org/officeDocument/2006/relationships" id="279" r:id="R535607064cb84491"/>
    <p:sldId xmlns:r="http://schemas.openxmlformats.org/officeDocument/2006/relationships" id="280" r:id="R4dd817d760e34077"/>
    <p:sldId xmlns:r="http://schemas.openxmlformats.org/officeDocument/2006/relationships" id="281" r:id="Re8e592ec363647de"/>
    <p:sldId xmlns:r="http://schemas.openxmlformats.org/officeDocument/2006/relationships" id="282" r:id="R80ec0b14e24b4bca"/>
    <p:sldId xmlns:r="http://schemas.openxmlformats.org/officeDocument/2006/relationships" id="283" r:id="R52825c3f68114d73"/>
    <p:sldId xmlns:r="http://schemas.openxmlformats.org/officeDocument/2006/relationships" id="284" r:id="R3476761535ef4f7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a3e9fb7a541bd" /><Relationship Type="http://schemas.openxmlformats.org/officeDocument/2006/relationships/theme" Target="/ppt/theme/theme1.xml" Id="Rf49b9939f7664126" /><Relationship Type="http://schemas.openxmlformats.org/officeDocument/2006/relationships/notesMaster" Target="/ppt/notesMasters/notesMaster1.xml" Id="Raefeaf739389497b" /><Relationship Type="http://schemas.openxmlformats.org/officeDocument/2006/relationships/presProps" Target="/ppt/presProps.xml" Id="R06490b39f4e34e26" /><Relationship Type="http://schemas.openxmlformats.org/officeDocument/2006/relationships/viewProps" Target="/ppt/viewProps.xml" Id="Rdcfb406c6da948d6" /><Relationship Type="http://schemas.openxmlformats.org/officeDocument/2006/relationships/tableStyles" Target="/ppt/tableStyles.xml" Id="R093dd863243844d9" /><Relationship Type="http://schemas.openxmlformats.org/officeDocument/2006/relationships/slide" Target="/ppt/slides/slide1.xml" Id="R39103c50c107469d" /><Relationship Type="http://schemas.openxmlformats.org/officeDocument/2006/relationships/slide" Target="/ppt/slides/slide2.xml" Id="Rb837a15e9d9946d5" /><Relationship Type="http://schemas.openxmlformats.org/officeDocument/2006/relationships/slide" Target="/ppt/slides/slide3.xml" Id="R260ecda3431042d9" /><Relationship Type="http://schemas.openxmlformats.org/officeDocument/2006/relationships/slide" Target="/ppt/slides/slide4.xml" Id="R94b96c83e2da437f" /><Relationship Type="http://schemas.openxmlformats.org/officeDocument/2006/relationships/slide" Target="/ppt/slides/slide5.xml" Id="R88e2f296cace4acf" /><Relationship Type="http://schemas.openxmlformats.org/officeDocument/2006/relationships/slide" Target="/ppt/slides/slide6.xml" Id="Rb21778585a7a4a0d" /><Relationship Type="http://schemas.openxmlformats.org/officeDocument/2006/relationships/slide" Target="/ppt/slides/slide7.xml" Id="R92a8815f966a4836" /><Relationship Type="http://schemas.openxmlformats.org/officeDocument/2006/relationships/slide" Target="/ppt/slides/slide8.xml" Id="R443012b22d0b4388" /><Relationship Type="http://schemas.openxmlformats.org/officeDocument/2006/relationships/slide" Target="/ppt/slides/slide9.xml" Id="R4908888a17f44744" /><Relationship Type="http://schemas.openxmlformats.org/officeDocument/2006/relationships/slide" Target="/ppt/slides/slide10.xml" Id="Reea6ad738d85431d" /><Relationship Type="http://schemas.openxmlformats.org/officeDocument/2006/relationships/slide" Target="/ppt/slides/slide11.xml" Id="R28576a275d054178" /><Relationship Type="http://schemas.openxmlformats.org/officeDocument/2006/relationships/slide" Target="/ppt/slides/slide12.xml" Id="R5953f9655ebc402f" /><Relationship Type="http://schemas.openxmlformats.org/officeDocument/2006/relationships/slide" Target="/ppt/slides/slide13.xml" Id="R8c61a47547f8461e" /><Relationship Type="http://schemas.openxmlformats.org/officeDocument/2006/relationships/slide" Target="/ppt/slides/slide14.xml" Id="R5d8004029a194e97" /><Relationship Type="http://schemas.openxmlformats.org/officeDocument/2006/relationships/slide" Target="/ppt/slides/slide15.xml" Id="Ra62199867ac142bf" /><Relationship Type="http://schemas.openxmlformats.org/officeDocument/2006/relationships/slide" Target="/ppt/slides/slide16.xml" Id="R401f50bf574747ed" /><Relationship Type="http://schemas.openxmlformats.org/officeDocument/2006/relationships/slide" Target="/ppt/slides/slide17.xml" Id="R662e8071c89540e3" /><Relationship Type="http://schemas.openxmlformats.org/officeDocument/2006/relationships/slide" Target="/ppt/slides/slide18.xml" Id="Rc26cba723551440b" /><Relationship Type="http://schemas.openxmlformats.org/officeDocument/2006/relationships/slide" Target="/ppt/slides/slide19.xml" Id="Re303a15249734aa9" /><Relationship Type="http://schemas.openxmlformats.org/officeDocument/2006/relationships/slide" Target="/ppt/slides/slide20.xml" Id="R138ae6dfb5664dc3" /><Relationship Type="http://schemas.openxmlformats.org/officeDocument/2006/relationships/slide" Target="/ppt/slides/slide21.xml" Id="R1343d774da3e4916" /><Relationship Type="http://schemas.openxmlformats.org/officeDocument/2006/relationships/slide" Target="/ppt/slides/slide22.xml" Id="R5a055c184d064dad" /><Relationship Type="http://schemas.openxmlformats.org/officeDocument/2006/relationships/slide" Target="/ppt/slides/slide23.xml" Id="Ra711c529b93948d2" /><Relationship Type="http://schemas.openxmlformats.org/officeDocument/2006/relationships/slide" Target="/ppt/slides/slide24.xml" Id="R535607064cb84491" /><Relationship Type="http://schemas.openxmlformats.org/officeDocument/2006/relationships/slide" Target="/ppt/slides/slide25.xml" Id="R4dd817d760e34077" /><Relationship Type="http://schemas.openxmlformats.org/officeDocument/2006/relationships/slide" Target="/ppt/slides/slide26.xml" Id="Re8e592ec363647de" /><Relationship Type="http://schemas.openxmlformats.org/officeDocument/2006/relationships/slide" Target="/ppt/slides/slide27.xml" Id="R80ec0b14e24b4bca" /><Relationship Type="http://schemas.openxmlformats.org/officeDocument/2006/relationships/slide" Target="/ppt/slides/slide28.xml" Id="R52825c3f68114d73" /><Relationship Type="http://schemas.openxmlformats.org/officeDocument/2006/relationships/slide" Target="/ppt/slides/slide29.xml" Id="R3476761535ef4f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7a8942ccd114a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7258f2d0144438" /><Relationship Type="http://schemas.openxmlformats.org/officeDocument/2006/relationships/notesMaster" Target="/ppt/notesMasters/notesMaster1.xml" Id="R967a5d91498149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918d6d6f4d4f71" /><Relationship Type="http://schemas.openxmlformats.org/officeDocument/2006/relationships/notesMaster" Target="/ppt/notesMasters/notesMaster1.xml" Id="R823f8a3c441648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6d608d27604dfd" /><Relationship Type="http://schemas.openxmlformats.org/officeDocument/2006/relationships/notesMaster" Target="/ppt/notesMasters/notesMaster1.xml" Id="Rd928166c028d40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20ea8a672f4028" /><Relationship Type="http://schemas.openxmlformats.org/officeDocument/2006/relationships/notesMaster" Target="/ppt/notesMasters/notesMaster1.xml" Id="R9e71555b3aca44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c757c5f04c48bf" /><Relationship Type="http://schemas.openxmlformats.org/officeDocument/2006/relationships/notesMaster" Target="/ppt/notesMasters/notesMaster1.xml" Id="R93ba959cfe0e49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d30ff376fb4429" /><Relationship Type="http://schemas.openxmlformats.org/officeDocument/2006/relationships/notesMaster" Target="/ppt/notesMasters/notesMaster1.xml" Id="R9e22fd26057348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315478113e4b27" /><Relationship Type="http://schemas.openxmlformats.org/officeDocument/2006/relationships/notesMaster" Target="/ppt/notesMasters/notesMaster1.xml" Id="R8e68a78762d64f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808d8752d94b02" /><Relationship Type="http://schemas.openxmlformats.org/officeDocument/2006/relationships/notesMaster" Target="/ppt/notesMasters/notesMaster1.xml" Id="R7ee363e1be914e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efc571eb5447a1" /><Relationship Type="http://schemas.openxmlformats.org/officeDocument/2006/relationships/notesMaster" Target="/ppt/notesMasters/notesMaster1.xml" Id="Rf2dc3f87e92349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3556f6b91a4589" /><Relationship Type="http://schemas.openxmlformats.org/officeDocument/2006/relationships/notesMaster" Target="/ppt/notesMasters/notesMaster1.xml" Id="R1bde65c6807d46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df30792b5342a2" /><Relationship Type="http://schemas.openxmlformats.org/officeDocument/2006/relationships/notesMaster" Target="/ppt/notesMasters/notesMaster1.xml" Id="Rebba61aec2c349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d9e3052a1c41ca" /><Relationship Type="http://schemas.openxmlformats.org/officeDocument/2006/relationships/notesMaster" Target="/ppt/notesMasters/notesMaster1.xml" Id="R81434688075844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292248dc784a66" /><Relationship Type="http://schemas.openxmlformats.org/officeDocument/2006/relationships/notesMaster" Target="/ppt/notesMasters/notesMaster1.xml" Id="R229d76f6e5ed44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959e9f18d54975" /><Relationship Type="http://schemas.openxmlformats.org/officeDocument/2006/relationships/notesMaster" Target="/ppt/notesMasters/notesMaster1.xml" Id="Rb8077c88361a48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12856cefb445c5" /><Relationship Type="http://schemas.openxmlformats.org/officeDocument/2006/relationships/notesMaster" Target="/ppt/notesMasters/notesMaster1.xml" Id="Re3ab6ced19dd48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f50013faec4c41" /><Relationship Type="http://schemas.openxmlformats.org/officeDocument/2006/relationships/notesMaster" Target="/ppt/notesMasters/notesMaster1.xml" Id="Ref8ab3962a2345d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4a84a6803ad407e" /><Relationship Type="http://schemas.openxmlformats.org/officeDocument/2006/relationships/notesMaster" Target="/ppt/notesMasters/notesMaster1.xml" Id="Radb651ed22b74c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31750922fd4066" /><Relationship Type="http://schemas.openxmlformats.org/officeDocument/2006/relationships/notesMaster" Target="/ppt/notesMasters/notesMaster1.xml" Id="R2bb9e3b429f643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e8549ca253b45af" /><Relationship Type="http://schemas.openxmlformats.org/officeDocument/2006/relationships/notesMaster" Target="/ppt/notesMasters/notesMaster1.xml" Id="R36303aa47753420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9eae6c833ae42dd" /><Relationship Type="http://schemas.openxmlformats.org/officeDocument/2006/relationships/notesMaster" Target="/ppt/notesMasters/notesMaster1.xml" Id="R1f0040f69d2f470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b7b8025b21a46af" /><Relationship Type="http://schemas.openxmlformats.org/officeDocument/2006/relationships/notesMaster" Target="/ppt/notesMasters/notesMaster1.xml" Id="Rca6a99cf2f474c6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697dffc61324a84" /><Relationship Type="http://schemas.openxmlformats.org/officeDocument/2006/relationships/notesMaster" Target="/ppt/notesMasters/notesMaster1.xml" Id="Rc309b843e6d447d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d387c091b1c41ee" /><Relationship Type="http://schemas.openxmlformats.org/officeDocument/2006/relationships/notesMaster" Target="/ppt/notesMasters/notesMaster1.xml" Id="R188e13646df8478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7f66984abaf41e0" /><Relationship Type="http://schemas.openxmlformats.org/officeDocument/2006/relationships/notesMaster" Target="/ppt/notesMasters/notesMaster1.xml" Id="R1797635ec1ed4ae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f865c62d10b41b2" /><Relationship Type="http://schemas.openxmlformats.org/officeDocument/2006/relationships/notesMaster" Target="/ppt/notesMasters/notesMaster1.xml" Id="R4af02df56c774b4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25ef0968c2641a0" /><Relationship Type="http://schemas.openxmlformats.org/officeDocument/2006/relationships/notesMaster" Target="/ppt/notesMasters/notesMaster1.xml" Id="R3baaf3143d804be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260f0e13d2c4208" /><Relationship Type="http://schemas.openxmlformats.org/officeDocument/2006/relationships/notesMaster" Target="/ppt/notesMasters/notesMaster1.xml" Id="Rb4829ab40c63422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4ed36f2df9044db" /><Relationship Type="http://schemas.openxmlformats.org/officeDocument/2006/relationships/notesMaster" Target="/ppt/notesMasters/notesMaster1.xml" Id="R4573ce7412754ca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cf3621c1cdb4beb" /><Relationship Type="http://schemas.openxmlformats.org/officeDocument/2006/relationships/notesMaster" Target="/ppt/notesMasters/notesMaster1.xml" Id="R06a1d443267c4f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2b37e7b5b46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34676e228e44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953be73ad64f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0b0e7c48845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b5b0f2c63484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f8659365f48e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2ebf2ae0ef41c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ac684dcdc7431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d862f476cc49c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1640f6d9d4e7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c75e8fe514fa7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c34e94c3a8a4c2e" /><Relationship Type="http://schemas.openxmlformats.org/officeDocument/2006/relationships/slideLayout" Target="/ppt/slideLayouts/slideLayout2.xml" Id="R59a208df6e4045ef" /><Relationship Type="http://schemas.openxmlformats.org/officeDocument/2006/relationships/slideLayout" Target="/ppt/slideLayouts/slideLayout3.xml" Id="Rf340deedcc4840e4" /><Relationship Type="http://schemas.openxmlformats.org/officeDocument/2006/relationships/slideLayout" Target="/ppt/slideLayouts/slideLayout4.xml" Id="R1242c9a5d4134729" /><Relationship Type="http://schemas.openxmlformats.org/officeDocument/2006/relationships/slideLayout" Target="/ppt/slideLayouts/slideLayout5.xml" Id="R78452b6ebc0f407a" /><Relationship Type="http://schemas.openxmlformats.org/officeDocument/2006/relationships/slideLayout" Target="/ppt/slideLayouts/slideLayout6.xml" Id="Rdbe0c54ceba04c55" /><Relationship Type="http://schemas.openxmlformats.org/officeDocument/2006/relationships/slideLayout" Target="/ppt/slideLayouts/slideLayout7.xml" Id="Ref33c7b98acd4d2d" /><Relationship Type="http://schemas.openxmlformats.org/officeDocument/2006/relationships/slideLayout" Target="/ppt/slideLayouts/slideLayout8.xml" Id="R10a929c99249496c" /><Relationship Type="http://schemas.openxmlformats.org/officeDocument/2006/relationships/slideLayout" Target="/ppt/slideLayouts/slideLayout9.xml" Id="R5fdbd663baa74ba1" /><Relationship Type="http://schemas.openxmlformats.org/officeDocument/2006/relationships/slideLayout" Target="/ppt/slideLayouts/slideLayout10.xml" Id="Rae55359174d44b68" /><Relationship Type="http://schemas.openxmlformats.org/officeDocument/2006/relationships/slideLayout" Target="/ppt/slideLayouts/slideLayout11.xml" Id="R8934c0cf6db04645" /><Relationship Type="http://schemas.openxmlformats.org/officeDocument/2006/relationships/slideLayout" Target="/ppt/slideLayouts/slideLayout12.xml" Id="R805cd6029efe48f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a208df6e4045ef"/>
    <p:sldLayoutId xmlns:r="http://schemas.openxmlformats.org/officeDocument/2006/relationships" id="2147483650" r:id="Rf340deedcc4840e4"/>
    <p:sldLayoutId xmlns:r="http://schemas.openxmlformats.org/officeDocument/2006/relationships" id="2147483651" r:id="R1242c9a5d4134729"/>
    <p:sldLayoutId xmlns:r="http://schemas.openxmlformats.org/officeDocument/2006/relationships" id="2147483652" r:id="R78452b6ebc0f407a"/>
    <p:sldLayoutId xmlns:r="http://schemas.openxmlformats.org/officeDocument/2006/relationships" id="2147483653" r:id="Rdbe0c54ceba04c55"/>
    <p:sldLayoutId xmlns:r="http://schemas.openxmlformats.org/officeDocument/2006/relationships" id="2147483654" r:id="Ref33c7b98acd4d2d"/>
    <p:sldLayoutId xmlns:r="http://schemas.openxmlformats.org/officeDocument/2006/relationships" id="2147483655" r:id="R10a929c99249496c"/>
    <p:sldLayoutId xmlns:r="http://schemas.openxmlformats.org/officeDocument/2006/relationships" id="2147483656" r:id="R5fdbd663baa74ba1"/>
    <p:sldLayoutId xmlns:r="http://schemas.openxmlformats.org/officeDocument/2006/relationships" id="2147483657" r:id="Rae55359174d44b68"/>
    <p:sldLayoutId xmlns:r="http://schemas.openxmlformats.org/officeDocument/2006/relationships" id="2147483658" r:id="R8934c0cf6db04645"/>
    <p:sldLayoutId xmlns:r="http://schemas.openxmlformats.org/officeDocument/2006/relationships" id="2147483659" r:id="R805cd6029efe48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2b2a314eca54163" /><Relationship Type="http://schemas.openxmlformats.org/officeDocument/2006/relationships/image" Target="/ppt/media/image.png" Id="Rfe1e7befcecf4c14" /><Relationship Type="http://schemas.openxmlformats.org/officeDocument/2006/relationships/image" Target="/ppt/media/image2.png" Id="Rf8f6199e3b1348a8" /><Relationship Type="http://schemas.openxmlformats.org/officeDocument/2006/relationships/notesSlide" Target="/ppt/notesSlides/notesSlide1.xml" Id="R80e126c0cb0640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7b53bfef042ad" /><Relationship Type="http://schemas.openxmlformats.org/officeDocument/2006/relationships/image" Target="/ppt/media/image2.png" Id="Rb59cc2bbe56043f8" /><Relationship Type="http://schemas.openxmlformats.org/officeDocument/2006/relationships/notesSlide" Target="/ppt/notesSlides/notesSlide2.xml" Id="Ra820f3486a5747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26bf1ab844445a4" /><Relationship Type="http://schemas.openxmlformats.org/officeDocument/2006/relationships/image" Target="/ppt/media/image2.png" Id="Rd7619869cbed49f2" /><Relationship Type="http://schemas.openxmlformats.org/officeDocument/2006/relationships/notesSlide" Target="/ppt/notesSlides/notesSlide3.xml" Id="R1d79fd40006844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84727b5c4bf4e8f" /><Relationship Type="http://schemas.openxmlformats.org/officeDocument/2006/relationships/image" Target="/ppt/media/image3.png" Id="R40d7652ea2014198" /><Relationship Type="http://schemas.openxmlformats.org/officeDocument/2006/relationships/notesSlide" Target="/ppt/notesSlides/notesSlide4.xml" Id="Rf767d63848204f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048e7ba7fb54269" /><Relationship Type="http://schemas.openxmlformats.org/officeDocument/2006/relationships/image" Target="/ppt/media/image3.png" Id="R93b9d252254a462a" /><Relationship Type="http://schemas.openxmlformats.org/officeDocument/2006/relationships/notesSlide" Target="/ppt/notesSlides/notesSlide5.xml" Id="Ra5db644994cb4a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c9feacae8354db5" /><Relationship Type="http://schemas.openxmlformats.org/officeDocument/2006/relationships/image" Target="/ppt/media/image2.png" Id="Raabfb3e2345843f9" /><Relationship Type="http://schemas.openxmlformats.org/officeDocument/2006/relationships/notesSlide" Target="/ppt/notesSlides/notesSlide6.xml" Id="Rc3becb62207048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c12be1181e645c2" /><Relationship Type="http://schemas.openxmlformats.org/officeDocument/2006/relationships/image" Target="/ppt/media/image3.png" Id="R753a3e048ca74af6" /><Relationship Type="http://schemas.openxmlformats.org/officeDocument/2006/relationships/notesSlide" Target="/ppt/notesSlides/notesSlide7.xml" Id="Re2aa963058c041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fd28b78ecfc411d" /><Relationship Type="http://schemas.openxmlformats.org/officeDocument/2006/relationships/image" Target="/ppt/media/image3.png" Id="R1723c081a3a24c1b" /><Relationship Type="http://schemas.openxmlformats.org/officeDocument/2006/relationships/notesSlide" Target="/ppt/notesSlides/notesSlide8.xml" Id="Rd048a74f5eb742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a3b92303b604b09" /><Relationship Type="http://schemas.openxmlformats.org/officeDocument/2006/relationships/image" Target="/ppt/media/image3.png" Id="R6ee94b6b5b954f1a" /><Relationship Type="http://schemas.openxmlformats.org/officeDocument/2006/relationships/notesSlide" Target="/ppt/notesSlides/notesSlide9.xml" Id="R7f82c46e3df14a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e06c1f97b724c92" /><Relationship Type="http://schemas.openxmlformats.org/officeDocument/2006/relationships/image" Target="/ppt/media/image2.png" Id="R8fe3752ef16b419a" /><Relationship Type="http://schemas.openxmlformats.org/officeDocument/2006/relationships/notesSlide" Target="/ppt/notesSlides/notesSlide10.xml" Id="R0c0ccb1640c148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23201f40ce84dc1" /><Relationship Type="http://schemas.openxmlformats.org/officeDocument/2006/relationships/image" Target="/ppt/media/image3.png" Id="R0b477685d9d84632" /><Relationship Type="http://schemas.openxmlformats.org/officeDocument/2006/relationships/notesSlide" Target="/ppt/notesSlides/notesSlide11.xml" Id="R5829ff495c8c40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7719a6d99d1413c" /><Relationship Type="http://schemas.openxmlformats.org/officeDocument/2006/relationships/image" Target="/ppt/media/image3.png" Id="R8be5518cc58f4edd" /><Relationship Type="http://schemas.openxmlformats.org/officeDocument/2006/relationships/notesSlide" Target="/ppt/notesSlides/notesSlide12.xml" Id="Rcd42568a41cf4d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e1d82d8eaad4bb2" /><Relationship Type="http://schemas.openxmlformats.org/officeDocument/2006/relationships/image" Target="/ppt/media/image3.png" Id="R3b9650d58a724b00" /><Relationship Type="http://schemas.openxmlformats.org/officeDocument/2006/relationships/notesSlide" Target="/ppt/notesSlides/notesSlide13.xml" Id="Ra063660386a749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69723278da14096" /><Relationship Type="http://schemas.openxmlformats.org/officeDocument/2006/relationships/image" Target="/ppt/media/image3.png" Id="R853ea246bc5c468d" /><Relationship Type="http://schemas.openxmlformats.org/officeDocument/2006/relationships/notesSlide" Target="/ppt/notesSlides/notesSlide14.xml" Id="Rab8d26d58c9c4e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712412f04fa4018" /><Relationship Type="http://schemas.openxmlformats.org/officeDocument/2006/relationships/image" Target="/ppt/media/image3.png" Id="R9acf75d830f44e9a" /><Relationship Type="http://schemas.openxmlformats.org/officeDocument/2006/relationships/notesSlide" Target="/ppt/notesSlides/notesSlide15.xml" Id="Rf39f8b1e31c043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e36e4c241ed4370" /><Relationship Type="http://schemas.openxmlformats.org/officeDocument/2006/relationships/image" Target="/ppt/media/image3.png" Id="Rfdb2b019c88e4a7a" /><Relationship Type="http://schemas.openxmlformats.org/officeDocument/2006/relationships/notesSlide" Target="/ppt/notesSlides/notesSlide16.xml" Id="R7ba719a467fe4a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d26be0264d448f5" /><Relationship Type="http://schemas.openxmlformats.org/officeDocument/2006/relationships/image" Target="/ppt/media/image3.png" Id="R638135e118634646" /><Relationship Type="http://schemas.openxmlformats.org/officeDocument/2006/relationships/notesSlide" Target="/ppt/notesSlides/notesSlide17.xml" Id="Rf6178a112cc2433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fb910c290fb4027" /><Relationship Type="http://schemas.openxmlformats.org/officeDocument/2006/relationships/image" Target="/ppt/media/image3.png" Id="Rf84144e2e05c4ce3" /><Relationship Type="http://schemas.openxmlformats.org/officeDocument/2006/relationships/notesSlide" Target="/ppt/notesSlides/notesSlide18.xml" Id="R71c8ff285670464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7c7d5b8fa9e4679" /><Relationship Type="http://schemas.openxmlformats.org/officeDocument/2006/relationships/image" Target="/ppt/media/image3.png" Id="R8d77206348bc4620" /><Relationship Type="http://schemas.openxmlformats.org/officeDocument/2006/relationships/notesSlide" Target="/ppt/notesSlides/notesSlide19.xml" Id="R9dc0e14cfe1f4ff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5d9d68a22834f92" /><Relationship Type="http://schemas.openxmlformats.org/officeDocument/2006/relationships/image" Target="/ppt/media/image3.png" Id="R6884ed172e274063" /><Relationship Type="http://schemas.openxmlformats.org/officeDocument/2006/relationships/notesSlide" Target="/ppt/notesSlides/notesSlide20.xml" Id="R2fc31c2b5fea4d7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8a05ab42dd84608" /><Relationship Type="http://schemas.openxmlformats.org/officeDocument/2006/relationships/image" Target="/ppt/media/image3.png" Id="Rbe38381329ea4985" /><Relationship Type="http://schemas.openxmlformats.org/officeDocument/2006/relationships/notesSlide" Target="/ppt/notesSlides/notesSlide21.xml" Id="Ra0bb5c04ec52402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69c962fb83f4e7e" /><Relationship Type="http://schemas.openxmlformats.org/officeDocument/2006/relationships/image" Target="/ppt/media/image3.png" Id="Rf7cedf2c092e4637" /><Relationship Type="http://schemas.openxmlformats.org/officeDocument/2006/relationships/notesSlide" Target="/ppt/notesSlides/notesSlide22.xml" Id="R303ee25831a749f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4e097ab422f4f2b" /><Relationship Type="http://schemas.openxmlformats.org/officeDocument/2006/relationships/image" Target="/ppt/media/image3.png" Id="R7db16909875b4314" /><Relationship Type="http://schemas.openxmlformats.org/officeDocument/2006/relationships/notesSlide" Target="/ppt/notesSlides/notesSlide23.xml" Id="R5dd05ba02f5145e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a1d853c43654227" /><Relationship Type="http://schemas.openxmlformats.org/officeDocument/2006/relationships/image" Target="/ppt/media/image3.png" Id="Rde8947dce21f4ed2" /><Relationship Type="http://schemas.openxmlformats.org/officeDocument/2006/relationships/notesSlide" Target="/ppt/notesSlides/notesSlide24.xml" Id="R63d9052de4a2489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0593568773b4090" /><Relationship Type="http://schemas.openxmlformats.org/officeDocument/2006/relationships/image" Target="/ppt/media/image2.png" Id="Re3d2a5e996c9460c" /><Relationship Type="http://schemas.openxmlformats.org/officeDocument/2006/relationships/notesSlide" Target="/ppt/notesSlides/notesSlide25.xml" Id="R78578f2caa274c2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14dfc33d89a45de" /><Relationship Type="http://schemas.openxmlformats.org/officeDocument/2006/relationships/image" Target="/ppt/media/image3.png" Id="R698a0129376d4ced" /><Relationship Type="http://schemas.openxmlformats.org/officeDocument/2006/relationships/notesSlide" Target="/ppt/notesSlides/notesSlide26.xml" Id="R6be4901a317d4d8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cb34a9259a5424d" /><Relationship Type="http://schemas.openxmlformats.org/officeDocument/2006/relationships/image" Target="/ppt/media/image3.png" Id="R8f8f98e0af7a4ed2" /><Relationship Type="http://schemas.openxmlformats.org/officeDocument/2006/relationships/notesSlide" Target="/ppt/notesSlides/notesSlide27.xml" Id="R40a8ec2339e0421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317963fad204aa8" /><Relationship Type="http://schemas.openxmlformats.org/officeDocument/2006/relationships/image" Target="/ppt/media/image3.png" Id="Rc48776812e42473d" /><Relationship Type="http://schemas.openxmlformats.org/officeDocument/2006/relationships/notesSlide" Target="/ppt/notesSlides/notesSlide28.xml" Id="R6f093b4fbe1d4b1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57502bd6ff549f0" /><Relationship Type="http://schemas.openxmlformats.org/officeDocument/2006/relationships/image" Target="/ppt/media/image2.png" Id="R49eeeb3d3ef943b5" /><Relationship Type="http://schemas.openxmlformats.org/officeDocument/2006/relationships/notesSlide" Target="/ppt/notesSlides/notesSlide29.xml" Id="Rfc6bc93eeced457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e7befcecf4c14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6199e3b1348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cc2bbe56043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19869cbed49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7652ea2014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D330D8-E1C8-4B75-9D41-E9C872E2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C676DF-0B70-4404-A44B-FED0E0EB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AF831E-4EDA-4DEA-9A7F-C970230A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4C65F7-E89F-451B-B056-67E93CA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8464ED-98BE-43CA-A88F-26B273FF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4B4FFC-B4F9-4A21-A3CE-1EB212F2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C42AA4-7D7B-4908-B598-2C0A5DBA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777388-6B43-4448-A9E0-01A98CE5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8FA1402-4024-4D3E-93FE-B7A21F32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CDF3D3-7459-4067-A6ED-9C7A4847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61ACCC-3DFF-4D69-9168-557DE01D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842474-24EA-4C81-873A-0880EC71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258E93-F2B3-43C0-AFEF-89DCAB08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3EF7613-DAF0-4633-8381-0F48FDED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0F91D7-1F39-4A32-A430-181AEEB7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B4D212A-E53A-457B-A42A-D8EAE568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9d252254a46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9CE637-1AA4-4008-9835-40A502D6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C24319-7218-447F-80E3-CB195037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1449734-55B3-41F5-A18A-6216A1C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209677-EDA8-4C55-AE92-4B8A0A46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B9AA89-791E-4171-BF80-EC4860F5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9E0677-33C1-445F-AD64-5341FE68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B0B573-D74A-4013-9FDD-B2762775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3CA4DB-E159-4E8F-BA98-61BC6AFD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349310-0BC4-403E-BB70-0B57641E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BF8DD9-C4F2-4F02-8FFA-5BEE9E54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F7E15A-C1F6-4A46-9751-9B4A3E9A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81CD4B-36FB-4392-8C0F-3975874E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5B9B48-35EA-44EF-9515-B062271E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9AC858-6FF8-4B3C-9B5F-751A7D25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CD5A85-3FD0-447B-8A63-99F35E12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DFEC83-4A3B-41D7-96D3-0AA5D714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825E44C-414C-4627-A88D-9CB0301D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C7BA249-5002-43EF-BD4A-908A5546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A1F2586-33E8-4EDA-8B29-8DAE41C3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F165A9-834A-4F23-AD2F-A7B7360E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E0A845-BE89-4AC4-A57C-CB9DC117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9D57283-45F7-4939-897F-2EB15F23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99F3739-85D3-4BBF-B050-3B9D6871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5AFD90C-3EBB-41CF-B988-1ADF8984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53DCF42-F73F-4B9E-9C71-08811BDA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118BB80-799C-40B7-8F58-6B9ADDD5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fb3e2345843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a3e048ca74a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79CAEF-FA3F-45CD-833B-B8AFE50A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80EAE0-C272-4C7C-93FA-E4387235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5476FA-0794-41AC-9C6F-06B6B5F5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C35C26-635C-433A-BBAB-27FFCA23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0C3B11-E51E-43CA-A476-80C78C20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57F142-6B9B-49C9-8DCF-8D11EF52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97597D-B566-42D4-8210-15A2E1BE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EF5D63-9AA9-46F9-B67F-2DAC8134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F2FC0D-EA2B-4438-BEF7-0BF615E6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34E3E7-E037-4309-B7E8-D42123E0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A1D0A1-C250-40C5-A8BA-C15F7A18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8F9806-E901-4E2C-9078-48C42368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F399237-5BA0-4C95-9298-06594EBC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6806DB7-1D9F-4308-A2FB-ACA57930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4E526FD-576A-46B8-BDE1-1C5A8162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BD769CC-7F18-4AFA-AE9D-9E665F59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DB8AC0E-C41B-4BAF-9D04-A2C82C5A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E4F27F5-ED75-4BD7-9C1A-ED09F700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62F4D0D-464A-4D0E-8C9A-9C94E884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DDAEF97-3BA3-4196-9967-FE49FC00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62F98E0-0782-477C-8D24-788CCAC5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B143577-9BC4-41B0-928A-138ABFC2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26E4A22-EE54-4BEE-8CD4-1C097FD4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300D330-1DE0-4B59-B900-6A4F92C7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8B4D5EF-02A7-4234-B5A5-3BA74056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627DAF-B58C-4AB7-87DA-761D861F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4BE4C15-124F-4FE9-BE0E-76CC25E1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B9969AC-59B9-4B86-B7E4-8CCC1C68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D8C531A-7843-4DE5-871C-DE63E0DF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6011396-3C7E-4CC1-8185-A0A1EDBC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603BD35-A6CD-4E2B-B26C-1827A590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5A19EB4-E018-40E9-81A2-444D0CC1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400E993-A2B4-4E7C-BE77-DCA32591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2DF074C-8DB9-48E5-8321-5F6E4DAF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5793EE8-82A1-4617-8622-BFB19EF8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D608C6A-F9DE-412B-BBE8-D22B6B2D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5FB5775-4697-468D-8A53-17712DE7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952033A-7992-449D-BFBC-5CEE509B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124A3A6-5A35-4266-803D-73E71659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38CB644-E1FB-4009-BF99-6E42B44B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B28049E-B3E4-4E63-B100-E23F287D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7A2CEB3-C9AC-47BD-86FF-DE5C3AEA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44068BC-842D-456E-8D49-643CC6D0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995E62B-F955-4D47-B926-AEA36C90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81AF0D6-B5FF-4AB3-8B17-5A8F906D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8D232A5-D93A-40B9-BA69-4A16373A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186E672-B516-4627-B6CF-B2170D9C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3c081a3a24c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E5D8DBD-B0D9-47E0-92E9-A2FF251B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AAEB2D4-C12F-4D81-8259-DFE2EB52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7E529F5-B03B-40DC-A46F-CA70AB6F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5872A13-B717-4AC1-829E-28CA7C2A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E357133-2BB7-46C3-8C5F-9C8E6B13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2802E4E-BE51-4DA1-BCF2-6CFFE34F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0CE0FDC-D70A-4CED-B624-9268148C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9CEAC0E-DDE6-4664-BA4C-9C106A5F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1E6B159-1A1C-4977-AC01-D08D3690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5088EE5-6A63-4859-B44D-D1887A1B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6A028B8-9BCC-486E-994D-1A115F44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84A022B-91FE-4AAF-AC99-2F7D1AF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F3A7003-B741-4D93-9859-D002027C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D9E0D05-DA7A-46E6-8568-D29DA2ED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1776355-1584-436A-9C26-8043DC57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180F155-3245-45A3-8968-D6A68E0F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C74F704-A022-4920-BD45-796C5CBA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01CF5C5-112A-47FD-8618-0C3C7A25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CF69FCA-BBC8-4154-B846-26C12FC3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FF9C9BD-C505-4CF3-91C8-39B322EA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2380F3A-C17A-4E50-8331-0EB67551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628721E-12EB-49FF-BC08-525FD152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2D84875-0CA7-49FB-9532-B5D12810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0425178-F47B-4721-BEF6-960F9597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94b6b5b954f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D58542F-0FAC-4D75-AE68-B606CC4C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335518A-199C-4D5F-897C-BDB5C274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8D36894-AD2A-4EB8-8EDE-61A86C08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76C315E-3951-425C-995A-171C6C00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0B904DB-6B69-4D3B-8842-FC7C2435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5BEE468-D7CD-4B87-89DC-9B0CF6F5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93F9A9E-9581-4ED9-B3C7-7804E1A0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7BA082C-4D61-440D-81E3-8E504468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7900C4C-2618-4279-B2CA-E7D60764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59DF546-547E-4827-96B5-F7D9E227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D93AFD5-78F2-4FB1-8589-EEBBF272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B2075EA-ED9C-4CD1-9B5F-B190FD08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DBEB069-FBD0-4244-B948-4E960309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A45E2B5-3019-4C87-B83C-107ABFFF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9B5904C-F6A5-43F2-83C5-C7A72534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A530176-7AB3-4BB9-A2BF-C9A25AEB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8B1724C-B1F9-4AD5-866D-92125D61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D6FD306-D97C-40BE-97F1-A5E53D75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3752ef16b41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77685d9d846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98E5B59-0380-4E19-9D32-F194AA2B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1D0FF1C-E960-4E17-B5CF-4C0E2175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61EA9BD-9988-4710-A8FF-9D527724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DFB34AE-8762-442F-BDDB-DA698A2B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D5C7A96-85D4-44CA-870D-ADB0A941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4DD3723-675E-4947-B881-D3F6FB53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9FE5F5A-CFCC-4C70-AC99-89EA844E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69A1EF6-1205-4CFD-B7CF-FFFAA7ED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C3694B0-24A4-4AEB-A848-89A65B20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F9F6AAC-01BD-4F42-9355-1ADFA480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3137180-91CC-407C-AD1F-3F8B6EFD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138FA8B-0BEA-49F9-ACCB-372BD300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D53D34F-3485-4E26-BD54-EFE2B9E3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F31F902-1DC2-49E5-8D24-74BC8D6E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B45FBB2-E3B3-495D-812C-FE10F79F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98F8DDB-C9B1-4CAA-917D-7C59BFA0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5518cc58f4e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70DA908-3410-4F94-86DB-122680E6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7502CEB-A8F4-4085-9D6A-1C0BBABC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6D45AA6-E144-420E-BB54-52A37991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91F3635-57D3-47D6-920E-3BA5D6B3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7001290-ED45-417A-959C-53DEE756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E0FEDBD-CA2F-47B1-80D3-BE54EA3E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92031FA-07E5-4E5C-874B-33B109AA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0959385-B018-4203-8966-A6372CAB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AD73530-83BF-4BFE-A80F-FEAC085E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3E0B8FB-0398-4A7A-9B27-0C7D80D4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AD618E3-6BA1-4AE7-A5A3-ACD4031A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693BA8E-793E-49F5-8E3E-E560D688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39CD495-BBBD-4308-A49C-2812B6B8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6170EF3-D2AA-4331-A8C5-2B8E083B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0A2F3CA-F7A5-4E5F-90B9-C20A208B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AEEEB0B-3935-4895-B3B2-F28804ED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3AAE67D-37A4-4143-AB6D-FD650967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A1A2662-DABC-4F1C-A2B2-A3B988DE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B870EF5-0A4B-43D2-9FB9-489279F0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D7F6BAE-8143-41CF-A175-73068897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9FF05E2-2D4B-4911-A9F7-B7382292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27BFD66-4885-4D2D-90EE-3D4E3142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AB1BA32-CCEC-417E-AC98-A7F6CF4D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CD74731-9380-4538-8E91-12B9F346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93ABD7D-46D8-424F-8703-EFB11AC6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225DA59-9EE8-4929-BF8A-575043B3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E7CC19C-5DA0-496D-96D6-0A4770FD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0F72CA0-D539-4FE7-A93F-83232C7A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8D6E48A-5BBB-4D59-920E-005E6A06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8B46F24-52C4-43B6-B42C-E46B0B39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CAE9354-33DC-4810-B6FD-18074259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928BE68-455F-4025-8A90-C739161F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CBB9C9C-48F9-4962-8DBB-CBFD0291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FC12423-54BF-40BE-8C90-5BB6292B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AE6343C-A418-44A8-82BE-5A4AC38E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650d58a724b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474BFCE-DB9E-4680-8306-08AD0190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03E0402-342C-4EE0-828C-F126E24D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3E42804-A885-48E3-979A-F8CC8FB2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A6435D6-D3E5-4C71-8238-1639F2E5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E32BF9E-B73E-40AB-AADA-0B5DF639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9AC6117-339D-484D-A16C-56B2A0B4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659B35A-324F-44D0-A856-5A663BD3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4F141F5-A6C6-4BED-82CB-F985AA97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E7DF7E1-FA83-45EB-BFDC-B5552513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6B8BAE5-9641-4CFE-BD73-2273D02C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BAE287C-CDE4-4012-8C2C-A840794E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66F55CB-A39B-4C02-8461-247110F6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232CBBF-4340-4633-A629-716BFE82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402952E-595E-448D-8A85-25C52490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00D4C49-573D-4137-AD87-E41F3D99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57E9108-8185-4A58-A722-86F1600B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626360F-1D7F-4DA7-97B4-42662ED0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EA0D20B-48C7-4466-9FEC-99B61F7B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7DC629F-017D-440B-8922-901F27DA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94884BA-71A5-4C8E-B9A1-9E97D3D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C5A43DA-8A1C-467C-B710-4660BA2C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035993F-9891-45FF-A919-B74390C7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2BE092E-F922-44C5-8F81-C9F733E1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A387820-3333-4173-99B2-47D0DFA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B9220CE-4EB9-4046-B56C-D13CFC75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594DA4C-1259-41F7-BCA3-07D979D1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3D6C475-4C1E-439F-8853-77B0EEDE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D07AC00-6BDC-49D4-B0E2-B6C9D6D3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7F8CC2B-BD35-4178-919E-C7328B6D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84E19E4-12DA-4FA8-B454-9E708DD0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7671F97-5C76-49DC-AB76-3D5E7216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A063EE5-FA1F-467B-8E9D-FAD23AF1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B45D2D6-C120-41CE-80E5-B66303C4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DFD8330-A3F9-48FE-8FA3-54612293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47DB5BB-6751-413B-9D4E-2AA3741E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5E4FE3A-6E9C-4CBC-BB5F-80033A47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0FC10A3-CEE0-4D3F-8494-47806C94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DFC1094-1B1E-4FA6-B549-87AAE5FF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7C025C1-5DAA-4A3E-94FE-1EC1D719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A852850-987F-4B0C-B867-FA7E3069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57A6EB9-79C5-426C-935B-21334F2C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4EE6C56-AEE5-4CAB-AC2C-7F94885F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76D1842-9209-48FC-A41B-0A45475A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0B31852-4A24-4643-B0CE-67083236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138E198-9C86-4978-AD39-77E7BF62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ea246bc5c46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713B62D-6359-4920-A607-A0F939C0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98562DB-0FF4-4B3F-A7FC-C9A3D4B7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EC2E947-36E1-4CDA-965B-FEAEACAD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950B3F1-4710-4E6A-82AC-80E36461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368E6B6-EBE6-4F27-BFFE-DE713058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95CC7B3-ADC0-4E22-82A8-AC287F24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092FAF9-C69F-41F3-AB50-D250351E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638A2F4-9320-4240-A5E3-5A8D6093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7E6A90E-1016-4112-9A64-313824CB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3A33800-0F82-4A64-BDA3-396A1B34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0EEF527-4661-46BE-AD4E-0CE55622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CEC9CD1-F9CD-45CA-B0D4-A6A91A6B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7DB1586-6FAB-41D1-8B2E-03400D4F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FA54DA0-649F-4D9D-B418-5831F6E1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92C5656-A471-48B1-BA77-90F5872B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77C347A-B007-4EA5-854B-0B7095C3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872A938-0EC8-45CA-A857-F1695381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E3E6BAD-6BF0-4BCB-A6A3-1EDE725D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0AB9E0E-CFC6-4698-BD82-10ADFD60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697D991-640C-4CAF-B8CD-706AC2F7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9C568F0-592B-42FC-9D73-A889A861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71D9DB2-D66E-4B91-8903-D6480257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04C6F24-2B41-44B1-902F-10693027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8C256C9-AFCB-4A32-8956-F84C4C83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DEA6359-246E-425C-913C-E8FC16D0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F9C9758-837E-4DF1-9804-2857ECC2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D717F6C-936B-4661-B7CB-4C96F519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F64FCCD-1C30-417B-9848-E26FF806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0F54AED-95DA-4F43-AF7B-2711846A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A2F882A-5606-431D-A2AD-BE149981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872ADFD-C51C-4F50-9FCB-9B914DFA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8B30776-D90B-4CCE-85EC-81448138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EEEB2FC-A243-4E6C-8013-DB818CF9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8BE6BD3-FFFC-41BB-97E1-4CB57B20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F49C027-14A3-4519-BA9E-3A2CF120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BCF67DB-4F76-4B99-AED9-B53FD6D3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D84F04B-CC0B-483D-B385-18CE1D29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AB7871D-89BE-4C84-AA21-D0A9DCFE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C230AD0-4A6E-4B39-819A-CF64D439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136D8D0-67E0-4DC1-9DDD-CBEBB7F9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1FEBB3A-5CB7-435B-8C45-C2F4F539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f75d830f44e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559CE51-4DC7-4266-BB01-617AF23A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7873F26-F79E-4D92-B94F-9BBD9F84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4C325A7-5F71-4656-A723-4663F735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43A6C84-CCF9-42F4-9ADE-81A8B693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A3D9780-C62D-4ABF-BBB7-B6EAA0C1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32059A2-4A37-496C-8554-AACBAD1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D5EBF32-ACF5-4297-9569-E69BB78B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4533CC4-E622-4630-A598-52C073FD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599A87A-61CD-4A29-9053-CF0E1E29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C81F33F-8ABD-4115-81A9-E6903E72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0DF2DCF-1A03-45CE-9F4E-3EB09657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5E72CF5-044B-4502-A35E-234B8AED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85014FD-30AA-4412-92FE-4F32DC09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4EB911C-18EA-4A31-8612-11E6BC6E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4E18DC3-C41A-450B-81E5-2C098C96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D86B6B7-D35B-4A79-9DB5-4510DD2D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E1469EA-9902-4809-8BAE-F1ED7E90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6734F0A-002D-4DEE-9F7F-B292682A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9F4610B-8E2D-4420-992E-E44F325E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1444469-51AD-4F9A-8938-CF86A3FE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E60EFCE-7371-43E6-A4B8-72212F68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32A7F4A-B16A-406B-B51F-75488E3C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595AE1D-B32F-438A-8968-82EC12BD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56A4709-DADF-46F7-900C-B556EAD9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2521069-C4F9-4B2F-A92C-5FE8D1EA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AA02CF1-B035-49B6-9805-C38909F9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80D685B-F76A-426D-B078-B700C3E6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3071921-A18D-41DE-BBAE-71FAD8F8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E33BB44-3D07-43AB-AD27-EF567D9D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BC42E8F-23A7-49C3-BAAB-0DB4354B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2b019c88e4a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5168E13-CD67-4047-8230-17E215AF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748A9AC-8FE4-4EF6-916D-CD7D4959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8BA036B-86EE-4E03-9490-87751179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770F794-E11A-4EC2-8FF3-61D3E832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F4DFD85-C758-424C-9CAE-47B40349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7C95636-C1A0-444F-B8BA-4A4F218A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5CBAA83-AABE-442D-AB09-F8C9B062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D245CD3-9AE9-4DA4-B7DE-9CABF70F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B81011F-C035-4DA4-B6DF-8152B1F8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D150A3A-AC87-4AF7-A67F-59E6090C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AE3F704-299C-47FB-B791-5D0B9046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0C4C45A-5A02-4E78-9731-72FC9A03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4B8BFCE-D8D3-4F67-ABAB-9EE1B62B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0825A5C-7A74-400A-89F4-1C10780F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42D7FCA-4D5E-4DC4-9D70-87D1D207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850267F-D79D-4A72-8F3C-509D13EB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0B81DB9-D02B-407C-B2A8-06CEF723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E4D415D-B68C-4578-9C99-93C394E3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AD845ED-DBDB-4A9B-B9A1-77992B62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01E3214-6C9C-47B1-A8D6-14F5B57D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22BD699-FCB4-471B-8B95-7526719C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DF841BC-20CD-4E8C-A614-59C21BC5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1C9F47B-97AE-4CD8-B034-7F50BEB4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F314BF9-167F-42E0-BEBC-1A9949F3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A88FCBD-1B8C-4B9F-8571-C5A4D3F9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453EDE0-AE9D-40D8-8E9A-4717A93E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C9CB6AD-5386-43FD-A54C-D409AD58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4396131-1718-4465-87E9-336EBB23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323F4DA-C60F-430E-B4E0-148A6B3D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021940C-8A1C-4651-AE0B-E029BF4D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21A858C-3C82-4637-8D1C-5C6FDB2E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D24032F-52AD-4504-AC9A-8C97D9E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EF7B590-CCC4-4A25-A2D5-7F846FAC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C5BCE7B-F4A9-4CC6-B9B4-6E420F2D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3C52581-EFB9-46C5-8863-04FD21E5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8AB4611-7122-41D8-8BD7-E10AA59B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8764C84-E7DB-43D2-BE35-62753990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BD875F0-0663-4277-84A0-81857139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135e1186346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E2109ED-DDF6-45D4-9FB5-3AF24C86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CAE06DF-6DF7-46A7-9BAB-97DC4159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CD9ECCA-1F69-444A-80EE-6DEA7E4A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83E0AAE-C327-4189-9D8E-953AE02D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2B1DAA5-E298-4916-AF5B-9F1C7B90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7AF6228-0B91-4290-8AEA-4E81DF10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FD3A8EF-AD70-4C44-B484-A76C301D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6002E8F-B117-4508-8DF7-003E0CCC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C454692-7FAE-4E59-A794-ECF90CE7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377C1EA-F717-4E1F-9152-C52C273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46DCDCA-37DA-49C9-A3F3-5E95F462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34B0527-CB72-4922-B70E-C2E7C518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C7C2936-5450-4A24-9FAC-D463867F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3C1059F-E8AB-41FF-AA8F-48FF2A27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E644AAC-D215-4B38-B0EE-D508FC7E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EF7FCE7-BA24-4630-AB7E-92E386AE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866FE93-F4CE-45F4-8A9E-7D08FEE4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F2A1F45-606C-4FDE-85E4-ED6BA2BD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ED6C5FC-1AC1-4C2B-899F-2D9437F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C74DB56-B44A-4A06-8800-FBAA9750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7CF380A-3E9F-47F1-87B9-5AE35972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830CCB4-DC60-4187-A38F-3E4D2B3F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FDEC923-59BF-499E-BF96-A3A2A2EF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3CE447B-FAAF-4857-8DCB-CC9881F2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6838957-E168-421D-AEEA-C395D0FF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EB9D1AE-11A5-4D74-9219-AC2E73FC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359B2C9-6743-481A-9C28-F700A543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0CDDE0-FD69-4081-B344-6F4E85D2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AD7FC7A-50C4-4A4E-A311-D091E9F2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D94B1AA-3BF3-4D7D-9351-F104D322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03FB0D0-2521-43E8-B0E6-303864C8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E5919AA-F259-4057-99D8-EBB326A3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C9DEF02-D82F-4C43-802A-B9ACC7ED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4B32C81-48C3-4306-8804-974B4A6E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1F63F5C-A8F1-4A30-93D5-BE89E9CE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C6F4EF9-E23E-4EEA-9C01-380976BC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1A69C01-A0E5-4690-B607-6ED0646B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C8111B3-908F-4D3A-82A5-33EF192F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174173F-2AD4-455A-8382-3EE13F18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144e2e05c4c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0B5EAEE-CFA4-4D7E-A3B6-3DCE26E9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A1FCF2F-26AF-4326-B122-A54128F1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E8E3389-1098-4014-B8D8-53BB7062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8C431A6-FD97-409A-A5F8-A84254C0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CC3393E-9C52-44E6-9319-37821836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E911B98-99D9-4618-A9B6-890A6A94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63D3649-D03E-4D70-A99C-0B61F189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8D98CE7-5814-437F-A455-83806FB1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C766F4C-ED19-4D31-8069-46533A83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FEBC38A-911C-4397-9A3A-5F012F00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78FCD66-EE1F-47E8-A8D4-A0CF4E22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A8A7090-3E11-4E0B-8FD2-1E179A5C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8233385-0F5A-4721-A049-7BD7207E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F555CD6-56F6-4F7A-B8A9-1EBFE520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955A313-3D4F-41F1-9381-18829699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4EEDA0A-5887-4B73-8491-1A9C88AC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5622C4E-3541-4FB0-BDDE-B986193F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9E1A907-41DB-4DB1-94E1-4FEB835C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7206348bc46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11F16FC-23E4-4E0D-AC12-C9474F59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770964C-206D-40D2-9F6F-9072245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7BC0CDA-2F30-4EEB-9C1E-A46506EE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BBDE3B3-5CF7-4112-8151-05EF918E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6837278-C21F-4666-87B1-BF1A9EF7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A1CB687-0590-43CF-BF82-F10F5F95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06D4AA1-9FF6-4791-BF8B-B284AD56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ABDCFC3-18E0-48AD-AB81-38F29DCB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CEE19B1-ECA9-4054-AF8F-6D6C324E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43F076A-7AA9-4F5C-B80B-8A20266E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0D54188-192F-4F23-8FA7-2A910A65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1F0264D-5959-46FD-944E-63EEE0AB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9EA1461-3CD0-433A-A596-0C42BF8E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5137EC7-E44B-4242-84F7-3CAAF0E0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511D424-AB5C-40C6-96CC-681930BF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DE11B2F-576D-456A-A43A-F3ABB960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4ed172e2740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4DBC3C7-D4BE-470D-BD94-0493B8FB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EA5A464-B2DC-4EEF-B65C-4397CA4B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C88D088-29F9-47E1-817F-5DCC6FEB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4C38083-D3E1-4800-BC80-75E8F26B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6949973-421A-43F5-BA62-72770577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730419E-F73B-422D-88C1-DD5A764E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8287E18-BE53-4367-B083-7877EABD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65D8CE1-FCF8-41E1-AD11-13495C50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95D8DB1-087F-4BF8-88DF-43179FE4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022D841-0164-4852-A098-23BBB45E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73F542D-C9B8-466D-9B3B-F5849256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DD19053-0DB7-48DC-BE2A-F6081BD1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373C2E8-B406-4AEA-8246-E2B12BA4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3D5E9FF-BEE9-41E6-8638-CBD9C69F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D148EE2-0B6F-4A95-A95A-C9FA2F06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E971CEC-3C59-41BB-8B54-04125E37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22DBB1B-98A4-4047-828B-08C684AC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D193890-1900-4CFB-9EFF-0F3F228B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BA83DA5-4C80-4450-81E7-8194C913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212729F-EB85-4AFD-AFA4-51BBCC4E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7353171-21BE-4B79-8A57-ADA21827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60E4617-8608-4E16-BB59-74236D58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8381329ea49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566D7E5-8E91-41CC-9938-EC015C45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29398CE-7E92-4BB0-A301-C11B17E7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C1BD6EB-53E6-46A5-A043-82A4DE9D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4095AF4-1ED8-4745-8173-45825D7F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DOM文本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7C166CF-5BF3-4F0F-B5FE-C3728A2B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AFAB2B3-F74B-49BD-A3E2-A15F4025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URL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A5BB73B-9854-4980-BE99-6B948BF3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A9CF98C-B65C-4B13-A220-BF44CF88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可访问性树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7AB714D-BE9C-4657-9040-E3C58A51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4366F73-5F35-4838-91F5-2E6D32F7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HTML快照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5039A05-0CA8-4D51-AEB0-B8FC145F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23C63EB-2551-4B9C-9182-B3B272EE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A8BF936-F737-4FBD-8640-4DFF1B79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DA79F46-2FF9-4BEB-9BA9-0C632275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初始截图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38BB4FD-2E8F-44D9-B9AD-A2D09CEB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995AAA2-894B-4396-828F-5F2F26D5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最终截图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EA19948-11A3-44BE-8160-95459CAF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6ED1E02-9367-45D3-AD2F-FFC1463A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8EC82EF-1112-4006-A703-08CC48A6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ABAE52C-FBB2-400F-8BB9-54D5E3C1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语义判断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C6E61F4-10DB-4B8F-9E2F-0480B861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09C462E-DDD1-4D73-B6CD-9141BC81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仲裁规则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B4DA05B-6B3E-488D-9C98-A7B1D08A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00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确定性通过 + 无需视觉 → pass；semantic 必须走视觉；任一通道低置信度 → needs_review；通道冲突 → fail_soft / 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edf2c092e4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386F69B-44B6-46A0-A34F-8CBCCCD9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0282BA9-8022-4F39-978D-82F79CBE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DBAE037-B8E2-4F52-B38C-81D2BC2B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81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2432EC9-A6BA-4A0A-8F1E-A299AFC8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95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24B5AD9-AA2C-4272-91B9-D1D549F2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1B0CB0D-590F-4540-8323-85E3F7EC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F6DE14A-E30C-42E6-9617-86D7E2A0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52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agent 自报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28474CF-64EC-4E29-A12D-7AEE5427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670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6692012-0338-4365-B984-21F91B03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37D44A4-9A51-4910-A853-4F5D0CEB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BCBC9BA-439D-4C86-A0B2-5BCFC068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524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errors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98BC1C9-8977-423C-957E-F5BC93BE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38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1AA226C-42AF-4C7C-96D4-9D633FD2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FFA93FE-797E-4BD7-B27F-2DC07B0A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2916B72-18DD-4EC3-A3BB-E42755D2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final URL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0099613-7DD1-40DE-B66A-74AA233E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100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5E1F3C4-4561-4352-8592-900F8C94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71CFFD9-8650-42DE-83A1-649F20A9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8F196DB-7342-4C7A-8646-1E20565C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67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DOM Summary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A9D7256-B7A0-442D-9E8F-0CBAF26A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81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9CA422B-5746-4F0B-99E3-6BD60E99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190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F0B8083-DF60-46E5-98B5-1E9E4406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194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失败分类器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14A8BD7-AFAC-4BB1-8D05-350563D5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623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18C8818-1543-454D-BEAF-6D808BAD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2897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navigation_failure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1A48EF9-72A3-479B-BB16-5A9E47E1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4172579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8B49A8C-7E44-41CC-B3BA-DA51FDE8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4239254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element_not_found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333074A-E54B-4A29-961A-766949D8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02F2AE9-E76C-4057-8878-7BEBC8D1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5772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interaction_failure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E36F041-79C2-4B32-8090-8C9A0E8C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4172579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B83110A-0DE1-4804-8ECB-5A409739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4239254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timing_issue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BE90B51-841A-4ED4-9C32-0CA0A369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623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C3669C9-4AA1-43F4-821F-53DCC45C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2897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state_mismatch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49F6DD4-A6F3-4604-BA85-0D0C8937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2152021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5D79508-2119-4786-8637-5551E5CC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2218696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visual_regression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F223F1-BCD4-445B-986B-7A10AAC7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3355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AEB272D-A979-4E2F-836D-D9982ED9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022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agent_planning_error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541374C-FF50-44B6-B4FA-948C50E5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2152021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CC613DB-7670-4F0C-8E72-89E12B21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2218696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unknown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773C472-E5C0-488A-94C6-7923D064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9FA0CE1-A182-4320-8D99-F45351BA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DA7476E-389D-4344-87BE-C1356706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0512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输出结果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C541997-ED12-4FEA-A675-6ADD0EF4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19450"/>
            <a:ext cx="2057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primary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secondary[]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reason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判定依据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16909875b4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B5F7AFC-90C9-4A37-8265-6DBD5260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5753E75-D339-4B3B-8F4D-2EE98A7F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A32ACBA-016F-45C5-B08A-F1AA1633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051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一次运行 Run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91184CA-A335-4E8D-B59A-574C22D9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19450"/>
            <a:ext cx="1771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run_id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start/end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模型配置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EA8E7AF-8D66-4F80-A44E-165F547C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C4667EB-4742-4127-9612-6C885F6C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6C72693-92E6-4BCE-B9F5-7C5FEBAD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8DEB256-C32C-415B-94E3-09E3D0F8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trace.jsonl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1096D7F-2102-4BF2-A326-6DFC0D12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report.json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09515D9-E296-4E15-A1A6-2AA4087B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report.html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1E03B30-0C7C-4AD9-9E98-25DC07B6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screenshots/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2B109E3-20CD-4FE6-8B9D-E8294962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verification/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BBE5096-4E6E-49A6-BDEF-4727718B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952869E-DC2D-4378-A2F7-7FC355E8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220F074-DEED-4C1F-81CF-A0EB49AF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报告预览 report.html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4569045-26ED-400C-94FC-A4424C78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3335AC8-9857-4362-9AC2-F29B937A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 Summary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5259D6A-CF1E-49C7-8F51-E0D7CFBC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0517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8DC7E57-E131-4889-A99A-08CD7AD4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7185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Verification Results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2D88A1A-4676-40A5-9FA3-75A9D302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8140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BE6FA9C-2300-403C-A822-962EE3D3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4807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Trace Events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4B0DD76-3945-4E7B-A5EB-E4955C7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62ECC97-EE7C-4E42-8116-03F75083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 Classification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9A3806B-14AC-4395-A883-E9F946E7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338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0A62E7D-1026-4A01-8E8F-A55F5146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Artifact Links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E819D17-39AB-402D-A3E4-A0EADF8E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4CD248B-11E8-4B06-A5CE-93355FD5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1492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安全处理：报告生成时脱敏 api_key / password / secret / token / credential / authorization。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947dce21f4e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A406CCD-B88A-474E-B262-4EAAC7E4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737A819-3DC7-4EED-B7B0-40F3F94D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7A42CD3-0E3D-483D-9CAB-81F73ACF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零 locator 场景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0BC8ADA-6795-4D8B-80D0-1D151A93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只描述用户意图，提升 UI 改版泛化能力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4F1698F-CBA0-48AA-8A14-16C57F59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7E69678-3EA7-418D-8705-EE09E47C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D13886E-D829-4AF9-A90A-6D3C9422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零领域专用 action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661BF79-85BD-49E4-BB34-DF32BEFC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保留 Web Agent 实时 DOM 自主决策价值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618F594-7B4C-49B5-A18D-43C7CB40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24B5AC5-F302-46DF-A510-F0E2D7F5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A4D0DDD-DC74-4F96-9601-7ACF1C9F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职责边界清晰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D5E6984-24BC-429D-95FA-545EFAED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执行，LangGraph 编排验证报告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F50B638-CECD-4B4F-BBEB-6AA84E29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751A637-1C28-4D61-BECF-5C366210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27AE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133AC94-E413-47C3-ADBF-C7E61B0D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双通道验证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0843E3B-7F32-4B8B-A06E-2C7B599F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/ URL / 文本 + GLM-4.6V 视觉语义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1FD0F40-2C0E-4E09-BB5E-050C9F0A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976F4DC-3407-48E6-8C7C-568DC7DD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22F5136-CA7D-4BC1-A6C5-58D2C8A0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可观察执行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3ABA4C5-BF03-440D-A316-F6BBF5DE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 事件流、节点状态图、截图时间线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46A9DBA-100E-4974-B0EF-72E258D5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0EDBD6E-73A7-488F-9D4B-091091EB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3107824-A175-4114-AE5D-610527F4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手册证据约束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89D3660-122D-4BBB-85D0-A0D20EB0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source URLs + evidence quotes 降低幻觉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2a5e996c946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a0129376d4c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f98e0af7a4e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776812e42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eeb3d3ef943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2026-05-26T13:30:44.5230000Z</dcterms:created>
  <dcterms:modified xsi:type="dcterms:W3CDTF">2026-05-26T13:30:44.5230000Z</dcterms:modified>
</coreProperties>
</file>