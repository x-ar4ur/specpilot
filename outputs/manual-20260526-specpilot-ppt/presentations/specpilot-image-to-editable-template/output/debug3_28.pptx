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a2ca21695a4400" /><Relationship Type="http://schemas.openxmlformats.org/officeDocument/2006/relationships/extended-properties" Target="/docProps/app.xml" Id="Rc30ed61f63a64885" /><Relationship Type="http://schemas.openxmlformats.org/officeDocument/2006/relationships/officeDocument" Target="/ppt/presentation.xml" Id="R5ddc43d1d1484c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67577685f24ed9"/>
  </p:sldMasterIdLst>
  <p:notesMasterIdLst>
    <p:notesMasterId xmlns:r="http://schemas.openxmlformats.org/officeDocument/2006/relationships" r:id="R2923d6dd0e08401c"/>
  </p:notesMasterIdLst>
  <p:sldIdLst>
    <p:sldId xmlns:r="http://schemas.openxmlformats.org/officeDocument/2006/relationships" id="256" r:id="Ra4109937aa4342e3"/>
    <p:sldId xmlns:r="http://schemas.openxmlformats.org/officeDocument/2006/relationships" id="257" r:id="Re117d916a91d46a3"/>
    <p:sldId xmlns:r="http://schemas.openxmlformats.org/officeDocument/2006/relationships" id="258" r:id="R031a07a4c6e04c83"/>
    <p:sldId xmlns:r="http://schemas.openxmlformats.org/officeDocument/2006/relationships" id="259" r:id="Rd527470dee8e4bec"/>
    <p:sldId xmlns:r="http://schemas.openxmlformats.org/officeDocument/2006/relationships" id="260" r:id="R27baba9dca6a4885"/>
    <p:sldId xmlns:r="http://schemas.openxmlformats.org/officeDocument/2006/relationships" id="261" r:id="Rd9e36915ea414ffb"/>
    <p:sldId xmlns:r="http://schemas.openxmlformats.org/officeDocument/2006/relationships" id="262" r:id="R23bede7be45643e4"/>
    <p:sldId xmlns:r="http://schemas.openxmlformats.org/officeDocument/2006/relationships" id="263" r:id="R74c8244037d0453b"/>
    <p:sldId xmlns:r="http://schemas.openxmlformats.org/officeDocument/2006/relationships" id="264" r:id="R33dd47c92ffb42ef"/>
    <p:sldId xmlns:r="http://schemas.openxmlformats.org/officeDocument/2006/relationships" id="265" r:id="R1ab684394cdb46b0"/>
    <p:sldId xmlns:r="http://schemas.openxmlformats.org/officeDocument/2006/relationships" id="266" r:id="R1dba2d04cf804b00"/>
    <p:sldId xmlns:r="http://schemas.openxmlformats.org/officeDocument/2006/relationships" id="267" r:id="R2ba59bd05eeb41a7"/>
    <p:sldId xmlns:r="http://schemas.openxmlformats.org/officeDocument/2006/relationships" id="268" r:id="R509b685dc68241e2"/>
    <p:sldId xmlns:r="http://schemas.openxmlformats.org/officeDocument/2006/relationships" id="269" r:id="R67e4093215be498a"/>
    <p:sldId xmlns:r="http://schemas.openxmlformats.org/officeDocument/2006/relationships" id="270" r:id="Raca4b7641ef04c84"/>
    <p:sldId xmlns:r="http://schemas.openxmlformats.org/officeDocument/2006/relationships" id="271" r:id="R27c7391c08894626"/>
    <p:sldId xmlns:r="http://schemas.openxmlformats.org/officeDocument/2006/relationships" id="272" r:id="R5d5f8e39653b4157"/>
    <p:sldId xmlns:r="http://schemas.openxmlformats.org/officeDocument/2006/relationships" id="273" r:id="Ra22e306df7b448ad"/>
    <p:sldId xmlns:r="http://schemas.openxmlformats.org/officeDocument/2006/relationships" id="274" r:id="R79f54882cb2f4973"/>
    <p:sldId xmlns:r="http://schemas.openxmlformats.org/officeDocument/2006/relationships" id="275" r:id="R2e43d45559934fa2"/>
    <p:sldId xmlns:r="http://schemas.openxmlformats.org/officeDocument/2006/relationships" id="276" r:id="R2522778f21e0471c"/>
    <p:sldId xmlns:r="http://schemas.openxmlformats.org/officeDocument/2006/relationships" id="277" r:id="Rf295eb021a264714"/>
    <p:sldId xmlns:r="http://schemas.openxmlformats.org/officeDocument/2006/relationships" id="278" r:id="R7167fec9893d49f3"/>
    <p:sldId xmlns:r="http://schemas.openxmlformats.org/officeDocument/2006/relationships" id="279" r:id="R355362d7ee7a4e90"/>
    <p:sldId xmlns:r="http://schemas.openxmlformats.org/officeDocument/2006/relationships" id="280" r:id="R1276700d91f440fb"/>
    <p:sldId xmlns:r="http://schemas.openxmlformats.org/officeDocument/2006/relationships" id="281" r:id="R5fc5092caefc4a5e"/>
    <p:sldId xmlns:r="http://schemas.openxmlformats.org/officeDocument/2006/relationships" id="282" r:id="R7d54397d6d654f16"/>
    <p:sldId xmlns:r="http://schemas.openxmlformats.org/officeDocument/2006/relationships" id="283" r:id="R193c5567795c41de"/>
    <p:sldId xmlns:r="http://schemas.openxmlformats.org/officeDocument/2006/relationships" id="284" r:id="R6c3118d9f7344a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7577685f24ed9" /><Relationship Type="http://schemas.openxmlformats.org/officeDocument/2006/relationships/theme" Target="/ppt/theme/theme1.xml" Id="R99508ab165e84ab8" /><Relationship Type="http://schemas.openxmlformats.org/officeDocument/2006/relationships/notesMaster" Target="/ppt/notesMasters/notesMaster1.xml" Id="R2923d6dd0e08401c" /><Relationship Type="http://schemas.openxmlformats.org/officeDocument/2006/relationships/presProps" Target="/ppt/presProps.xml" Id="R5f0f3e684295489d" /><Relationship Type="http://schemas.openxmlformats.org/officeDocument/2006/relationships/viewProps" Target="/ppt/viewProps.xml" Id="R6332b705dcac4d26" /><Relationship Type="http://schemas.openxmlformats.org/officeDocument/2006/relationships/tableStyles" Target="/ppt/tableStyles.xml" Id="Rf004de947a794d63" /><Relationship Type="http://schemas.openxmlformats.org/officeDocument/2006/relationships/slide" Target="/ppt/slides/slide1.xml" Id="Ra4109937aa4342e3" /><Relationship Type="http://schemas.openxmlformats.org/officeDocument/2006/relationships/slide" Target="/ppt/slides/slide2.xml" Id="Re117d916a91d46a3" /><Relationship Type="http://schemas.openxmlformats.org/officeDocument/2006/relationships/slide" Target="/ppt/slides/slide3.xml" Id="R031a07a4c6e04c83" /><Relationship Type="http://schemas.openxmlformats.org/officeDocument/2006/relationships/slide" Target="/ppt/slides/slide4.xml" Id="Rd527470dee8e4bec" /><Relationship Type="http://schemas.openxmlformats.org/officeDocument/2006/relationships/slide" Target="/ppt/slides/slide5.xml" Id="R27baba9dca6a4885" /><Relationship Type="http://schemas.openxmlformats.org/officeDocument/2006/relationships/slide" Target="/ppt/slides/slide6.xml" Id="Rd9e36915ea414ffb" /><Relationship Type="http://schemas.openxmlformats.org/officeDocument/2006/relationships/slide" Target="/ppt/slides/slide7.xml" Id="R23bede7be45643e4" /><Relationship Type="http://schemas.openxmlformats.org/officeDocument/2006/relationships/slide" Target="/ppt/slides/slide8.xml" Id="R74c8244037d0453b" /><Relationship Type="http://schemas.openxmlformats.org/officeDocument/2006/relationships/slide" Target="/ppt/slides/slide9.xml" Id="R33dd47c92ffb42ef" /><Relationship Type="http://schemas.openxmlformats.org/officeDocument/2006/relationships/slide" Target="/ppt/slides/slide10.xml" Id="R1ab684394cdb46b0" /><Relationship Type="http://schemas.openxmlformats.org/officeDocument/2006/relationships/slide" Target="/ppt/slides/slide11.xml" Id="R1dba2d04cf804b00" /><Relationship Type="http://schemas.openxmlformats.org/officeDocument/2006/relationships/slide" Target="/ppt/slides/slide12.xml" Id="R2ba59bd05eeb41a7" /><Relationship Type="http://schemas.openxmlformats.org/officeDocument/2006/relationships/slide" Target="/ppt/slides/slide13.xml" Id="R509b685dc68241e2" /><Relationship Type="http://schemas.openxmlformats.org/officeDocument/2006/relationships/slide" Target="/ppt/slides/slide14.xml" Id="R67e4093215be498a" /><Relationship Type="http://schemas.openxmlformats.org/officeDocument/2006/relationships/slide" Target="/ppt/slides/slide15.xml" Id="Raca4b7641ef04c84" /><Relationship Type="http://schemas.openxmlformats.org/officeDocument/2006/relationships/slide" Target="/ppt/slides/slide16.xml" Id="R27c7391c08894626" /><Relationship Type="http://schemas.openxmlformats.org/officeDocument/2006/relationships/slide" Target="/ppt/slides/slide17.xml" Id="R5d5f8e39653b4157" /><Relationship Type="http://schemas.openxmlformats.org/officeDocument/2006/relationships/slide" Target="/ppt/slides/slide18.xml" Id="Ra22e306df7b448ad" /><Relationship Type="http://schemas.openxmlformats.org/officeDocument/2006/relationships/slide" Target="/ppt/slides/slide19.xml" Id="R79f54882cb2f4973" /><Relationship Type="http://schemas.openxmlformats.org/officeDocument/2006/relationships/slide" Target="/ppt/slides/slide20.xml" Id="R2e43d45559934fa2" /><Relationship Type="http://schemas.openxmlformats.org/officeDocument/2006/relationships/slide" Target="/ppt/slides/slide21.xml" Id="R2522778f21e0471c" /><Relationship Type="http://schemas.openxmlformats.org/officeDocument/2006/relationships/slide" Target="/ppt/slides/slide22.xml" Id="Rf295eb021a264714" /><Relationship Type="http://schemas.openxmlformats.org/officeDocument/2006/relationships/slide" Target="/ppt/slides/slide23.xml" Id="R7167fec9893d49f3" /><Relationship Type="http://schemas.openxmlformats.org/officeDocument/2006/relationships/slide" Target="/ppt/slides/slide24.xml" Id="R355362d7ee7a4e90" /><Relationship Type="http://schemas.openxmlformats.org/officeDocument/2006/relationships/slide" Target="/ppt/slides/slide25.xml" Id="R1276700d91f440fb" /><Relationship Type="http://schemas.openxmlformats.org/officeDocument/2006/relationships/slide" Target="/ppt/slides/slide26.xml" Id="R5fc5092caefc4a5e" /><Relationship Type="http://schemas.openxmlformats.org/officeDocument/2006/relationships/slide" Target="/ppt/slides/slide27.xml" Id="R7d54397d6d654f16" /><Relationship Type="http://schemas.openxmlformats.org/officeDocument/2006/relationships/slide" Target="/ppt/slides/slide28.xml" Id="R193c5567795c41de" /><Relationship Type="http://schemas.openxmlformats.org/officeDocument/2006/relationships/slide" Target="/ppt/slides/slide29.xml" Id="R6c3118d9f7344a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c29caa076b643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dd5ff7b6a24c28" /><Relationship Type="http://schemas.openxmlformats.org/officeDocument/2006/relationships/notesMaster" Target="/ppt/notesMasters/notesMaster1.xml" Id="R1745642c263244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4012f410e941b9" /><Relationship Type="http://schemas.openxmlformats.org/officeDocument/2006/relationships/notesMaster" Target="/ppt/notesMasters/notesMaster1.xml" Id="R969b16673c284b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a78ea7dd6a4316" /><Relationship Type="http://schemas.openxmlformats.org/officeDocument/2006/relationships/notesMaster" Target="/ppt/notesMasters/notesMaster1.xml" Id="Rc1a08c23c3024e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3d842af0b24d78" /><Relationship Type="http://schemas.openxmlformats.org/officeDocument/2006/relationships/notesMaster" Target="/ppt/notesMasters/notesMaster1.xml" Id="R28ba666008e746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60b0b1aff840a9" /><Relationship Type="http://schemas.openxmlformats.org/officeDocument/2006/relationships/notesMaster" Target="/ppt/notesMasters/notesMaster1.xml" Id="R8bce824a9b0f4c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1366c5d36a4a23" /><Relationship Type="http://schemas.openxmlformats.org/officeDocument/2006/relationships/notesMaster" Target="/ppt/notesMasters/notesMaster1.xml" Id="R265966dbfd4e41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68dd38b1c24695" /><Relationship Type="http://schemas.openxmlformats.org/officeDocument/2006/relationships/notesMaster" Target="/ppt/notesMasters/notesMaster1.xml" Id="R634e1f9ca7f648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cb3baee9f74123" /><Relationship Type="http://schemas.openxmlformats.org/officeDocument/2006/relationships/notesMaster" Target="/ppt/notesMasters/notesMaster1.xml" Id="Re1b5546d79bc42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00feb715084102" /><Relationship Type="http://schemas.openxmlformats.org/officeDocument/2006/relationships/notesMaster" Target="/ppt/notesMasters/notesMaster1.xml" Id="R4284954807fe44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14bc7ee9074414" /><Relationship Type="http://schemas.openxmlformats.org/officeDocument/2006/relationships/notesMaster" Target="/ppt/notesMasters/notesMaster1.xml" Id="Rb6f22794e2a741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056688058a4983" /><Relationship Type="http://schemas.openxmlformats.org/officeDocument/2006/relationships/notesMaster" Target="/ppt/notesMasters/notesMaster1.xml" Id="R5b4993130fdc43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68876df5794896" /><Relationship Type="http://schemas.openxmlformats.org/officeDocument/2006/relationships/notesMaster" Target="/ppt/notesMasters/notesMaster1.xml" Id="Rc63cb8aae7ec46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fd95b61c314ff0" /><Relationship Type="http://schemas.openxmlformats.org/officeDocument/2006/relationships/notesMaster" Target="/ppt/notesMasters/notesMaster1.xml" Id="R598b87d436504e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6ada9022ad4e02" /><Relationship Type="http://schemas.openxmlformats.org/officeDocument/2006/relationships/notesMaster" Target="/ppt/notesMasters/notesMaster1.xml" Id="R9c34e8a1218640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e603e9fbf64086" /><Relationship Type="http://schemas.openxmlformats.org/officeDocument/2006/relationships/notesMaster" Target="/ppt/notesMasters/notesMaster1.xml" Id="Raa9fb548f2b840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bdd989e7cca43f9" /><Relationship Type="http://schemas.openxmlformats.org/officeDocument/2006/relationships/notesMaster" Target="/ppt/notesMasters/notesMaster1.xml" Id="R5935861821224f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a1b45f5ad646a8" /><Relationship Type="http://schemas.openxmlformats.org/officeDocument/2006/relationships/notesMaster" Target="/ppt/notesMasters/notesMaster1.xml" Id="R4179bd961c7e49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c64c2e53b1427d" /><Relationship Type="http://schemas.openxmlformats.org/officeDocument/2006/relationships/notesMaster" Target="/ppt/notesMasters/notesMaster1.xml" Id="R169535525a0b441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9c599167114edf" /><Relationship Type="http://schemas.openxmlformats.org/officeDocument/2006/relationships/notesMaster" Target="/ppt/notesMasters/notesMaster1.xml" Id="R05cade295ca249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817279898c146d0" /><Relationship Type="http://schemas.openxmlformats.org/officeDocument/2006/relationships/notesMaster" Target="/ppt/notesMasters/notesMaster1.xml" Id="R7fbd1409c13a40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7bab43f49044fe4" /><Relationship Type="http://schemas.openxmlformats.org/officeDocument/2006/relationships/notesMaster" Target="/ppt/notesMasters/notesMaster1.xml" Id="R4f09e5675a5a4e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cf5f2f6f9e4bdd" /><Relationship Type="http://schemas.openxmlformats.org/officeDocument/2006/relationships/notesMaster" Target="/ppt/notesMasters/notesMaster1.xml" Id="R8dcfad1a26b14ec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58ff7d26ea44ae9" /><Relationship Type="http://schemas.openxmlformats.org/officeDocument/2006/relationships/notesMaster" Target="/ppt/notesMasters/notesMaster1.xml" Id="R6a03778747b1478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36dd654950b40e3" /><Relationship Type="http://schemas.openxmlformats.org/officeDocument/2006/relationships/notesMaster" Target="/ppt/notesMasters/notesMaster1.xml" Id="R10ec45d79a9d445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2caf08e694f4bdf" /><Relationship Type="http://schemas.openxmlformats.org/officeDocument/2006/relationships/notesMaster" Target="/ppt/notesMasters/notesMaster1.xml" Id="Rb1065edc37b6481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de8980981d74685" /><Relationship Type="http://schemas.openxmlformats.org/officeDocument/2006/relationships/notesMaster" Target="/ppt/notesMasters/notesMaster1.xml" Id="Re0f5354725be40a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8b17bd78569402a" /><Relationship Type="http://schemas.openxmlformats.org/officeDocument/2006/relationships/notesMaster" Target="/ppt/notesMasters/notesMaster1.xml" Id="Rf8846503aa714d8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3ee6a449a8742b9" /><Relationship Type="http://schemas.openxmlformats.org/officeDocument/2006/relationships/notesMaster" Target="/ppt/notesMasters/notesMaster1.xml" Id="Rd9061165972f4e0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7cb9f0e9fcf4ffe" /><Relationship Type="http://schemas.openxmlformats.org/officeDocument/2006/relationships/notesMaster" Target="/ppt/notesMasters/notesMaster1.xml" Id="R89013b0b16b547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fd5547c9342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9d7f74cae34e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042e011e746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3ae04522444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ff8ee4fd1d4c1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645fe7ab14a4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acdf0273a43c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46a56b6e2474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badb9faef462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345fa95a6483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1a727a20b4319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41a1606c62e4023" /><Relationship Type="http://schemas.openxmlformats.org/officeDocument/2006/relationships/slideLayout" Target="/ppt/slideLayouts/slideLayout2.xml" Id="Rc6e0d51ea3cc4f7e" /><Relationship Type="http://schemas.openxmlformats.org/officeDocument/2006/relationships/slideLayout" Target="/ppt/slideLayouts/slideLayout3.xml" Id="Ra8d40a25dc1a4e0c" /><Relationship Type="http://schemas.openxmlformats.org/officeDocument/2006/relationships/slideLayout" Target="/ppt/slideLayouts/slideLayout4.xml" Id="R1af9564615934986" /><Relationship Type="http://schemas.openxmlformats.org/officeDocument/2006/relationships/slideLayout" Target="/ppt/slideLayouts/slideLayout5.xml" Id="R94aa232c53d54a02" /><Relationship Type="http://schemas.openxmlformats.org/officeDocument/2006/relationships/slideLayout" Target="/ppt/slideLayouts/slideLayout6.xml" Id="Rae1e5e4246aa470e" /><Relationship Type="http://schemas.openxmlformats.org/officeDocument/2006/relationships/slideLayout" Target="/ppt/slideLayouts/slideLayout7.xml" Id="R11111f33420542da" /><Relationship Type="http://schemas.openxmlformats.org/officeDocument/2006/relationships/slideLayout" Target="/ppt/slideLayouts/slideLayout8.xml" Id="R1b767551698a4bdf" /><Relationship Type="http://schemas.openxmlformats.org/officeDocument/2006/relationships/slideLayout" Target="/ppt/slideLayouts/slideLayout9.xml" Id="R7a4ab5dca0d0417c" /><Relationship Type="http://schemas.openxmlformats.org/officeDocument/2006/relationships/slideLayout" Target="/ppt/slideLayouts/slideLayout10.xml" Id="R7745664af2034c06" /><Relationship Type="http://schemas.openxmlformats.org/officeDocument/2006/relationships/slideLayout" Target="/ppt/slideLayouts/slideLayout11.xml" Id="Rec99a2e4d0974789" /><Relationship Type="http://schemas.openxmlformats.org/officeDocument/2006/relationships/slideLayout" Target="/ppt/slideLayouts/slideLayout12.xml" Id="R14fd88667433416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e0d51ea3cc4f7e"/>
    <p:sldLayoutId xmlns:r="http://schemas.openxmlformats.org/officeDocument/2006/relationships" id="2147483650" r:id="Ra8d40a25dc1a4e0c"/>
    <p:sldLayoutId xmlns:r="http://schemas.openxmlformats.org/officeDocument/2006/relationships" id="2147483651" r:id="R1af9564615934986"/>
    <p:sldLayoutId xmlns:r="http://schemas.openxmlformats.org/officeDocument/2006/relationships" id="2147483652" r:id="R94aa232c53d54a02"/>
    <p:sldLayoutId xmlns:r="http://schemas.openxmlformats.org/officeDocument/2006/relationships" id="2147483653" r:id="Rae1e5e4246aa470e"/>
    <p:sldLayoutId xmlns:r="http://schemas.openxmlformats.org/officeDocument/2006/relationships" id="2147483654" r:id="R11111f33420542da"/>
    <p:sldLayoutId xmlns:r="http://schemas.openxmlformats.org/officeDocument/2006/relationships" id="2147483655" r:id="R1b767551698a4bdf"/>
    <p:sldLayoutId xmlns:r="http://schemas.openxmlformats.org/officeDocument/2006/relationships" id="2147483656" r:id="R7a4ab5dca0d0417c"/>
    <p:sldLayoutId xmlns:r="http://schemas.openxmlformats.org/officeDocument/2006/relationships" id="2147483657" r:id="R7745664af2034c06"/>
    <p:sldLayoutId xmlns:r="http://schemas.openxmlformats.org/officeDocument/2006/relationships" id="2147483658" r:id="Rec99a2e4d0974789"/>
    <p:sldLayoutId xmlns:r="http://schemas.openxmlformats.org/officeDocument/2006/relationships" id="2147483659" r:id="R14fd8866743341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560b47a8448446f" /><Relationship Type="http://schemas.openxmlformats.org/officeDocument/2006/relationships/image" Target="/ppt/media/image.png" Id="R5fe9628128804263" /><Relationship Type="http://schemas.openxmlformats.org/officeDocument/2006/relationships/image" Target="/ppt/media/image2.png" Id="Ra7f3fd02717245c7" /><Relationship Type="http://schemas.openxmlformats.org/officeDocument/2006/relationships/notesSlide" Target="/ppt/notesSlides/notesSlide1.xml" Id="R0e92385ff52f4f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f3581463b84ad7" /><Relationship Type="http://schemas.openxmlformats.org/officeDocument/2006/relationships/image" Target="/ppt/media/image2.png" Id="R926768aae934407f" /><Relationship Type="http://schemas.openxmlformats.org/officeDocument/2006/relationships/notesSlide" Target="/ppt/notesSlides/notesSlide2.xml" Id="R00843f3d92c645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80f6db7c0074487" /><Relationship Type="http://schemas.openxmlformats.org/officeDocument/2006/relationships/image" Target="/ppt/media/image2.png" Id="Rc78b2b15652c4c17" /><Relationship Type="http://schemas.openxmlformats.org/officeDocument/2006/relationships/notesSlide" Target="/ppt/notesSlides/notesSlide3.xml" Id="Re13880521caa4e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c4160277bd043d2" /><Relationship Type="http://schemas.openxmlformats.org/officeDocument/2006/relationships/image" Target="/ppt/media/image3.png" Id="R9a41090753924927" /><Relationship Type="http://schemas.openxmlformats.org/officeDocument/2006/relationships/notesSlide" Target="/ppt/notesSlides/notesSlide4.xml" Id="R820aaff1123749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513a623c51e45d4" /><Relationship Type="http://schemas.openxmlformats.org/officeDocument/2006/relationships/image" Target="/ppt/media/image3.png" Id="Rc52bc80b4f1e400e" /><Relationship Type="http://schemas.openxmlformats.org/officeDocument/2006/relationships/notesSlide" Target="/ppt/notesSlides/notesSlide5.xml" Id="R5d65e37ce3fa46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d96edcfcef143da" /><Relationship Type="http://schemas.openxmlformats.org/officeDocument/2006/relationships/image" Target="/ppt/media/image2.png" Id="R727eb41665034152" /><Relationship Type="http://schemas.openxmlformats.org/officeDocument/2006/relationships/notesSlide" Target="/ppt/notesSlides/notesSlide6.xml" Id="Rfd96c714ba454b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997a6b21fea4e4b" /><Relationship Type="http://schemas.openxmlformats.org/officeDocument/2006/relationships/image" Target="/ppt/media/image3.png" Id="Rc59464f85df443a7" /><Relationship Type="http://schemas.openxmlformats.org/officeDocument/2006/relationships/notesSlide" Target="/ppt/notesSlides/notesSlide7.xml" Id="R42fc62e0d8214a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04dac6ab68347a9" /><Relationship Type="http://schemas.openxmlformats.org/officeDocument/2006/relationships/image" Target="/ppt/media/image3.png" Id="R0eff035a70404568" /><Relationship Type="http://schemas.openxmlformats.org/officeDocument/2006/relationships/notesSlide" Target="/ppt/notesSlides/notesSlide8.xml" Id="R3228f28a4ca640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e05393d2449495d" /><Relationship Type="http://schemas.openxmlformats.org/officeDocument/2006/relationships/image" Target="/ppt/media/image3.png" Id="R29fe39cbd7e34835" /><Relationship Type="http://schemas.openxmlformats.org/officeDocument/2006/relationships/notesSlide" Target="/ppt/notesSlides/notesSlide9.xml" Id="Racde26bf63104b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61d4095825944cb" /><Relationship Type="http://schemas.openxmlformats.org/officeDocument/2006/relationships/image" Target="/ppt/media/image2.png" Id="Rde344c738c754bb7" /><Relationship Type="http://schemas.openxmlformats.org/officeDocument/2006/relationships/notesSlide" Target="/ppt/notesSlides/notesSlide10.xml" Id="Rf190a89bc3204d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cc3bf78ac7649a9" /><Relationship Type="http://schemas.openxmlformats.org/officeDocument/2006/relationships/image" Target="/ppt/media/image3.png" Id="R5c35e2ce3ff44253" /><Relationship Type="http://schemas.openxmlformats.org/officeDocument/2006/relationships/notesSlide" Target="/ppt/notesSlides/notesSlide11.xml" Id="R2b8b1aca1f484d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9077133d51d438f" /><Relationship Type="http://schemas.openxmlformats.org/officeDocument/2006/relationships/image" Target="/ppt/media/image3.png" Id="R81c734a88fc34646" /><Relationship Type="http://schemas.openxmlformats.org/officeDocument/2006/relationships/notesSlide" Target="/ppt/notesSlides/notesSlide12.xml" Id="Rd4c3ed5c0b4e4c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8c8220a238a4f5e" /><Relationship Type="http://schemas.openxmlformats.org/officeDocument/2006/relationships/image" Target="/ppt/media/image3.png" Id="R48db663a0a43407e" /><Relationship Type="http://schemas.openxmlformats.org/officeDocument/2006/relationships/notesSlide" Target="/ppt/notesSlides/notesSlide13.xml" Id="R5d583d3eadc246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d3b89de541a455d" /><Relationship Type="http://schemas.openxmlformats.org/officeDocument/2006/relationships/image" Target="/ppt/media/image3.png" Id="R88a9f061ec774c59" /><Relationship Type="http://schemas.openxmlformats.org/officeDocument/2006/relationships/notesSlide" Target="/ppt/notesSlides/notesSlide14.xml" Id="R746a3ee45ca148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0de07c00c6e477b" /><Relationship Type="http://schemas.openxmlformats.org/officeDocument/2006/relationships/image" Target="/ppt/media/image3.png" Id="Raacbd952c30b4cf8" /><Relationship Type="http://schemas.openxmlformats.org/officeDocument/2006/relationships/notesSlide" Target="/ppt/notesSlides/notesSlide15.xml" Id="R6605ac3cda3349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606c6bc59494212" /><Relationship Type="http://schemas.openxmlformats.org/officeDocument/2006/relationships/image" Target="/ppt/media/image3.png" Id="R4883c255774f4f74" /><Relationship Type="http://schemas.openxmlformats.org/officeDocument/2006/relationships/notesSlide" Target="/ppt/notesSlides/notesSlide16.xml" Id="R08a499ec140d4b6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f648bd7050426c" /><Relationship Type="http://schemas.openxmlformats.org/officeDocument/2006/relationships/image" Target="/ppt/media/image3.png" Id="Re8a8b997a98f4e7e" /><Relationship Type="http://schemas.openxmlformats.org/officeDocument/2006/relationships/notesSlide" Target="/ppt/notesSlides/notesSlide17.xml" Id="Rb5932670f1cc4b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bc0d4ab090145f2" /><Relationship Type="http://schemas.openxmlformats.org/officeDocument/2006/relationships/image" Target="/ppt/media/image3.png" Id="Rccc57af6c5674114" /><Relationship Type="http://schemas.openxmlformats.org/officeDocument/2006/relationships/notesSlide" Target="/ppt/notesSlides/notesSlide18.xml" Id="Re26de72e99b8407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de43c9b2ff349df" /><Relationship Type="http://schemas.openxmlformats.org/officeDocument/2006/relationships/image" Target="/ppt/media/image3.png" Id="Rdee177f2cc2040fd" /><Relationship Type="http://schemas.openxmlformats.org/officeDocument/2006/relationships/notesSlide" Target="/ppt/notesSlides/notesSlide19.xml" Id="Ra8e69971c66a486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012293fcbb14148" /><Relationship Type="http://schemas.openxmlformats.org/officeDocument/2006/relationships/image" Target="/ppt/media/image3.png" Id="Rf16e331584d0424d" /><Relationship Type="http://schemas.openxmlformats.org/officeDocument/2006/relationships/notesSlide" Target="/ppt/notesSlides/notesSlide20.xml" Id="R1e591c00905741d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3bce2cbb614422" /><Relationship Type="http://schemas.openxmlformats.org/officeDocument/2006/relationships/image" Target="/ppt/media/image3.png" Id="Rc3c652dfda704753" /><Relationship Type="http://schemas.openxmlformats.org/officeDocument/2006/relationships/notesSlide" Target="/ppt/notesSlides/notesSlide21.xml" Id="R31455a0d452b48f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1c52208bbba41b3" /><Relationship Type="http://schemas.openxmlformats.org/officeDocument/2006/relationships/image" Target="/ppt/media/image3.png" Id="R01bdb3c5fe404e0f" /><Relationship Type="http://schemas.openxmlformats.org/officeDocument/2006/relationships/notesSlide" Target="/ppt/notesSlides/notesSlide22.xml" Id="Re4aa0c0566bf4f4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8b39f8433f84d76" /><Relationship Type="http://schemas.openxmlformats.org/officeDocument/2006/relationships/image" Target="/ppt/media/image3.png" Id="R3566fabd8b5d4c40" /><Relationship Type="http://schemas.openxmlformats.org/officeDocument/2006/relationships/notesSlide" Target="/ppt/notesSlides/notesSlide23.xml" Id="R5c94428fef94417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5eedf93ac36433b" /><Relationship Type="http://schemas.openxmlformats.org/officeDocument/2006/relationships/image" Target="/ppt/media/image3.png" Id="R8adfb1126b3f454d" /><Relationship Type="http://schemas.openxmlformats.org/officeDocument/2006/relationships/notesSlide" Target="/ppt/notesSlides/notesSlide24.xml" Id="R176040877a614db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eabafa54b4e4abe" /><Relationship Type="http://schemas.openxmlformats.org/officeDocument/2006/relationships/image" Target="/ppt/media/image2.png" Id="R287f8aa0ff924712" /><Relationship Type="http://schemas.openxmlformats.org/officeDocument/2006/relationships/notesSlide" Target="/ppt/notesSlides/notesSlide25.xml" Id="R14c9a5edfe634af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6b0b746694b4334" /><Relationship Type="http://schemas.openxmlformats.org/officeDocument/2006/relationships/image" Target="/ppt/media/image3.png" Id="Raede0d619a364361" /><Relationship Type="http://schemas.openxmlformats.org/officeDocument/2006/relationships/notesSlide" Target="/ppt/notesSlides/notesSlide26.xml" Id="R187e1f366cdc484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9da338d249841cc" /><Relationship Type="http://schemas.openxmlformats.org/officeDocument/2006/relationships/image" Target="/ppt/media/image3.png" Id="R853d6a76b7384d64" /><Relationship Type="http://schemas.openxmlformats.org/officeDocument/2006/relationships/notesSlide" Target="/ppt/notesSlides/notesSlide27.xml" Id="R13860baf5bbe415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973d86593324711" /><Relationship Type="http://schemas.openxmlformats.org/officeDocument/2006/relationships/image" Target="/ppt/media/image3.png" Id="Re45ebdc4cb364400" /><Relationship Type="http://schemas.openxmlformats.org/officeDocument/2006/relationships/notesSlide" Target="/ppt/notesSlides/notesSlide28.xml" Id="R9e0921f5332142c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eb20481b4684943" /><Relationship Type="http://schemas.openxmlformats.org/officeDocument/2006/relationships/image" Target="/ppt/media/image2.png" Id="R3ff4c22901054ceb" /><Relationship Type="http://schemas.openxmlformats.org/officeDocument/2006/relationships/notesSlide" Target="/ppt/notesSlides/notesSlide29.xml" Id="Rc59ae7de83b94a5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9628128804263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3fd02717245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768aae93440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b2b15652c4c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10907539249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967CA8-85CB-4AD8-8EE3-0DB26AFA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2C95E4-3BB0-4C48-8433-47A6C7D0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C36C28-DEFC-40DB-AFD5-AEC35F7A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EB9CE2-E1E6-4784-BA38-9FAD0F4E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FF311D-9413-49D0-B774-253DFCEC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0B7E2D-0663-452A-A8EF-53B408AE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642F9A-498D-4BCE-B698-50880B6D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BDF62D-7AB1-4229-89AC-75870A4F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E624FC-7E2E-4504-AAFF-6691E747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1AA5E5-D885-4388-9D06-CA0ABA92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A9E1C8-8D6B-4473-B26A-353C611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93057A-35A1-43E7-9A06-4840F4D4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6DE277-C890-40CC-8A27-A712E5BD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F2F4884-198D-412F-B8A1-5ADB7CEA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1AAEF0-2B0D-4060-BFBB-AE959CC2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EA1C51E-6D48-4022-B8BF-14DAA887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bc80b4f1e40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6EAF36-591F-48DF-AA5F-B9FEC8F8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A41D76-6975-4392-AA28-59D286D6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64738E-FE17-438D-933A-7A1B09F4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5B95D3-10F6-42EA-B083-8CB5FA70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F5BD41-7B8E-4967-BD41-ADA5CC45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191A51-25ED-4DB4-A06A-0F321AC4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36C649-16D8-4ECD-BF4D-18FD37A8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32EB1CA-A329-4FCC-AB45-B33D0C41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DAD9B4-1407-4D96-AAF2-F69091A8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9B4D83-9A08-4D30-BC0E-4F54BAED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C2D206-592F-46D7-90B9-89A104B8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B2731C-57D1-40C7-91EC-AE597DD4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A9526C-C07E-413C-800E-3DAD5BDE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865232A-4456-49D1-B9D9-48879F3C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A831DF-725B-4248-AB53-452B581E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76DA1A7-1115-49F0-8FCC-282AFA06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68693E-AD73-4CAD-8DDD-A4DEF0E3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56F9FD5-366E-470D-B890-7B7633C0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5832557-C347-4DB3-8997-F09DD023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3608DF6-8984-4CA7-BDA0-B64FA391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FA73531-E268-46DA-A98C-95352C7C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979DCCF-F9BD-484C-B617-D0DCEBD5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5FB709-001D-4641-815D-1CFD9BBF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5B7DE68-5870-4F14-9D76-02D5BD4A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A2BB1A6-0B21-464C-BD7E-9E14C972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40B30B-704F-4F94-82B6-AC1F0F43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eb41665034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464f85df443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D073C1-95DB-4CE5-AB50-32657C08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6720AD-9B8C-4243-AFCF-222D84EA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B8A7CE-6EBD-4D47-9E04-0BFA9B8F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43E143-78F9-415D-9421-D1598E12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C98D7C-3493-4707-A70B-A7F24F02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63C64A-3E86-4AA6-BA51-C091EC15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506AEE-3635-4802-9128-F8CEB2FF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B840F8-1FC0-482B-AE9B-38D5E5E8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4A92D6-A0D0-45D5-8E6D-787CC0B3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2852B52-5449-4FF9-9563-5CEAF712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6BB406-C12C-45C0-A177-D689D94A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49AFFC-6B36-41B0-A30D-A6FD9CD9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4FDD00E-B7DA-4FDB-B3DF-5AB54F78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A510D4-D17E-443D-B700-A22DF971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8DB474-D1AF-487B-8DA2-24AE9B71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EA8AAF-183D-448D-B923-DEDF6CD9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A1CD079-2424-4F8D-9C9B-A4E1829A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D755DA-212D-4AE3-A7D4-0CDAF068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53FF42-5393-4E71-A926-EB0EAF2B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AA3765-451A-4239-A477-8E8680F4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1F200C4-5802-49BA-BA1F-0BCEC7EA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97C7546-A235-4560-BA6C-90422670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A5793AA-16A7-4EBA-92D8-15AA0098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C934596-A354-4FB9-AAC6-3C68E15F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2943E3-55FD-41C5-8D04-0D82F946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5C826FF-F5B4-45E6-9311-D0EA4982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CAD33FE-E8E7-4CF7-9C6D-7E0FA581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A0F2FD5-E1A9-4D41-9303-61AA8E8B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35227D-0B6C-4763-9B43-D7FE1626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C2166BA-EEF3-4CB9-84E2-766D6DE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A10ED76-9189-4FB4-ABD2-28FB4AB3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AE1355C-C7D4-4EFB-9567-9941E80A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C08CC07-6283-426D-8D0D-19122B1D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2DF814A-0048-40EE-9852-C5E7D4F9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FDEE744-ACFD-4BED-AFA4-7D70118F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B806BF7-BF7B-4AA8-A03D-5685CF30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9E22E77-5FE0-4276-8C83-96BA3604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2DA7015-EC38-4041-A7CE-EB7C43DB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C8F9ABD-9C8D-43A8-B9C7-3282E51E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25FB02F-7CDC-4FAD-818B-D17E3F89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C78999E-2E0D-4F12-B5F5-CCADD096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7C69B1-7993-4B11-8E8B-5BA4BBBE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DCA2F0C-D42B-40CA-8C5B-3E9D9B11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1C91401-9968-43F7-A728-900F9CEE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C7E45E5-CB48-4E1E-99A3-D3794648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BE76C67-A0A7-404B-9A6B-B62C8E29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7FA458E-B7C2-44EE-B882-B16FE2C7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f035a7040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996B09B-1D7F-4557-8144-3FD06D5C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D23768E-8CEE-4053-B0C5-A88D41C1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353A3E6-3583-4B3E-AADB-A2C5B17F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6E8A88C-5E68-474B-A301-362B7A10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E00CDAB-F057-4570-AC2E-939F4B22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66CCF3C-DDEB-4523-BE91-70EA7629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638EF9E-8214-4C7E-840B-1D19C8A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D7FE0AB-59C7-4616-AF2B-A863D1E7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4C2A565-D2F0-4C85-B05F-684DF029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C8633C2-12A0-4307-81E2-75572FB7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3CD408C-4C99-477A-9C9C-EEC537EF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B7B6C9F-A4A2-4195-A6D5-3FEA76E2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3BF4E23-B132-4BDF-9843-1E506F16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B1D56BD-E28F-4BFC-AF71-A572C51C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429DD9C-8371-4934-9330-A2F7BE19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50F4F4D-D44E-41D4-A431-DC2C7E44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C784E7A-3428-4647-B567-DE984740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12DDDCD-253D-4C7C-9B8B-0BD12325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F0447C8-3948-44A1-B426-5D87DDD5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D84BABB-6059-4C3E-BC04-419194A8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537856A-EC3C-4090-9F37-E253B819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25A8799-73FA-4F11-8CBE-F175206A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FFC614F-9A7B-4D1A-B6FE-2EF79B88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3EB10BA-49B1-4F85-A2CB-CAE8818C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e39cbd7e34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17AEDE6-8D0F-4247-A613-2510C47B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FE387B3-D46A-4783-999A-F9E0BEDD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CBD14F0-1D70-45D7-BD4D-3A9AE88F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ACA4C4B-BBB7-4656-AB36-989D1C30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56FB384-8A31-40C1-8153-39640F08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64743C0-BC4A-4D27-AEE6-6B7020EF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97E68FD-EB9E-4972-BB2F-B623F65A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365DD29-5AE4-4318-8E7E-DB2A7494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BAFDA17-020D-4D47-872C-411A97C1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C8A4EE5-3F0A-40B5-B732-EFDD1A28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232430C-EC2D-4CDC-BD60-9FA2CDF0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059BBC1-4940-4C25-B9FF-876B1BEB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8285377-2C29-4F08-808F-E6FCD2EF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61113DD-D255-4737-8900-D8619EBC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60B3E19-8008-4211-9201-E8D6F10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209370F-15AB-43B2-A2A6-44AA1D75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D0B8351-F7B0-43A1-BAE5-4F4E8F12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182C0A8-CAD9-4A33-BF16-507AEEFA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44c738c754b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5e2ce3ff442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1FD1AD0-7954-40BF-981C-1EBC4BD1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D68FFD0-1264-4D65-8D94-80889356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B8035D9-E614-44CA-8788-8B0421D0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FBD9F39-F935-44B3-91EB-F346CB69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3EB41E0-F772-4AA7-8187-DB5F1192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21D5A1F-4198-4469-81D8-C824A222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AE06B4C-DB0E-4A2D-A3E2-2E5CE05A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EAFCEED-6DB9-4B93-A9CC-3D8A6C14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8A33EE2-4BE2-4457-BC38-B7936815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9584AA8-2E77-4991-A392-F3C516D8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BD0875F-8D33-4941-9B7B-D06664F8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2CF5504-B20C-4649-8B43-1807A4DE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5121F48-48DE-48E8-B94C-3D8141D8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00B9CB8-ED54-4D69-B962-7FEB981B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D7E306E-BE60-4C22-B811-8685F88E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EE8AA42-00F9-4D71-8B2C-A90AB9FB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734a88fc346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53AD5A4-F631-4536-9655-0BBAF56C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5E9E5D4-1C54-47CC-A84B-9284DF66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7AC06E-9A5A-4012-8D6B-E3ABF935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0851D73-4560-483E-8F2F-C2ABC16E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690003E-2FF2-445A-A791-755B3AAC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D54B624-5771-4750-9947-B48031C1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7440BEE-4EFC-4E8D-93A6-C826C94B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493F58-725A-49D9-B0AE-182DCBF5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C70CDF3-0D69-41C2-A29E-BC190DCB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9DB8085-C07E-4625-A387-C3842683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634996E-143A-4211-BA6C-E6F1B26D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BB2E466-764F-4D69-995E-20CE54C7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F225DB8-5C2F-48DB-9D77-35033029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E4CD374-4859-4D95-9375-5113C5F0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15085C1-66B9-4AE1-8839-42707897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D0CC2FE-B33E-4899-ABE4-7A3CC48D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13A5495-D5ED-4ECE-A8CC-CFA46E4E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580ECFF-CDC5-4137-B648-CDBAFF66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4861967-A040-46A2-B268-DDC5DA68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7E7E627-C4E1-44E9-B7EA-4E6CDC8A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620BB78-E10A-4F54-B35C-889E1B03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69B236A-729D-4F13-AD56-4164CD4C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BBC0C04-D3E3-401B-8EDC-4DD1686B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A07A1F3-A9AC-4B9C-B09D-BC355E2A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C31A02A-3B08-4BBD-882E-717BFF1A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CE4E16F-951D-46C2-8A18-1938932F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B7B0880-2288-4838-86F4-076219C9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0600998-1C37-4B77-9854-A163D358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E572016-6513-4F60-A2A1-E5945817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0137708-EC2E-45F8-98E3-E6CE31E5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2BD13EE-DB9C-4162-8326-7C630B97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772B203-5FD5-46F9-AB89-6296D8D5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D59EE5E-5808-4F79-8205-CB4A942E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14B8A15-9626-41F9-A038-94193343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F4EEB7B-D4B9-46D0-8C0B-034A6422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b663a0a4340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4D36830-AE23-4C23-B6CD-B38EF869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C377818-C6B7-49C5-A07F-4E4F08A4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A02E56B-1CC3-48A4-8738-8C842487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46F7438-7861-46C0-A253-6E5A41BD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3644578-A01C-40FF-9D69-A7BEE552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BFB3A13-62C5-409A-8B2A-EB309C54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78D6703-1B4A-4115-8919-C2493183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A420D20-0410-482B-8238-004C78EB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92B3803-8C90-432B-B07F-C110BA98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6AB44D2-FA99-40C4-AF02-E25CE92E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CAB454E-FC98-48D2-A271-5C72EEA4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A64C10E-8A6B-4826-B4A0-F9A789C5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8B4B935-4F68-4C68-8D33-0C7FD396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5E47493-93A7-4FB4-9B7C-B2CA3C4E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54A5EB8-EB7D-4E64-B7B5-F4672394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1B77EDC-FCEA-4E65-B17F-87B57D73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4AB43A2-DEF6-4834-9D53-6758F2FA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BA3C077-A9F1-4C0A-84CC-CEB1E504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B8106AB-6E8F-4FF9-BC8C-F3B8036E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010B56E-8B4F-44C5-BC0C-33B7EB1E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60A90B1-0D6F-4F29-9B29-061B908F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E4E6F03-894C-4C56-B638-A892B9C1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8D29F39-1152-4635-A3B1-67DBD7E0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1E08688-1D21-42BE-958C-DC0CDED5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F1E76F4-9025-449A-87BC-92CD160D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A7E6748-1E90-45AC-81B2-B1E850E5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1173A3A-ADCC-4D50-8135-2B6182DB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B6EF85A-5496-4AA0-A79E-96C5C4F5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A347C3B-2545-445E-8420-DCCB4134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1110B63-F0FD-4DE7-900C-5BBF0F29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231E255-8DD9-42A1-9BCA-F2F6DF1F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1F293C3-A7F2-4FE5-A9C8-5AE531BA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DFC86AB-C2C7-4997-A02F-80A27141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FDF9D8A-A075-4942-AFD2-317D5B39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91E98A3-0A8D-497A-B71B-CC064FB7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8EA7D2E-467F-4F9F-8126-698CF254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07CF6D0-3807-4FF3-888E-70682A13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4BA4C9B-90A4-4AAD-BDFD-C70431D9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0C8DA29-6887-42C7-8837-6D52FBDC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EC23A9D-2768-404A-A5B2-B4E72DE4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72E96B2-F1C4-46EC-82DA-3BBB27DC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2B7EC34-FD3F-4DF0-8E62-CC5E98F6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E9B6022-844B-406E-8D32-6C61AB83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4690D43-6AFF-4869-9A2F-BE94ACE5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356BF5E-27F7-4D0E-B471-70BE0E4C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9f061ec774c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89230E5-73B4-4E8E-8891-692CE5C1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4B50B04-9DB2-4E61-80C9-FC3AEB35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F181E38-BCCB-4A90-907E-A15906B8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B3F3F4D-CC9D-4EA8-8AE7-EC74DC74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51C4219-C40C-4FAE-B2F3-9A5E5898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19C0B66-41CC-4A6B-9F6D-D35C2AFE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2A61EC2-6D35-4C48-A971-BBB8D8FD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5CEAD43-CFF2-4A4A-9E8A-8824283B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38BBE36-44F9-41F7-9EF9-E07A6700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6A133AD-F7D4-4419-B0F9-C8EBF4F1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C7D7331-D05B-4582-A4C5-AF6373FB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1354811-2749-4023-BBCF-177A3CB2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1D078EC-B02F-4AB0-8EAB-F85A2A4A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7BBA55A-7EB0-49A2-B509-657CA72A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52AE021-A219-4679-AAB1-7D2F71ED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9DDAD12-466B-449B-8F86-C23D60EB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FFA5135-55FE-4806-B694-BE5C9561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8E800AB-EB16-4390-99A1-FB2F6981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3E6F8F9-7AF4-4934-B930-B7F7CEC4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1CB52F9-A5ED-4A73-886A-BEE0734C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74C0FCF-B752-4DFE-878F-6051B7B9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532A8A8-2E01-4F45-ABB0-AC0D08B3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71035C0-0F42-4AB8-913C-D1B8B6C5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A310B9C-ED3D-4768-8462-6AF72A62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8ACD29F-6A31-4A05-92E1-530779E3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2FF38C3-5F4B-4934-9734-0B3AD8F3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5D44D8E-D069-49BB-BE69-26BAF478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9015516-A4E1-498E-A485-356F249B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3645302-C70C-43A2-AB90-31693397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10A29E4-88BB-4A07-B215-DF13C240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7DBD487-BB1E-44BD-B105-A6080E1E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8181BA5-967E-49AC-8EB5-FCDC8C93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EF39419-5CA1-4F0A-82B6-8AAE8E75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E82C621-25EE-4907-BF45-CE0E64FE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46A369E-D218-4614-BD34-F282BEA8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2E36025-2F2D-4AF2-9C43-3E03CB4B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C53A628-AE7A-469D-BFD1-960B0C11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AAB46DA-9095-4F45-A023-79654662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E6E960F-B4E6-4CC6-AF23-96C0C5F8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C9F241D-1D4F-418E-943E-3219A5D5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9B0BE39-3DA8-4424-B321-07D415FF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bd952c30b4c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7C6C55E-F7B5-459B-BA87-D2F1431C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1436FA8-DCBB-450C-B43C-2168ACAE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A093AC6-AA93-4D05-B89D-7BC8D7C3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637F6C4-5C75-4C04-9AEA-CD3FB324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94DDEA0-4EB4-4C71-AD2C-7308D9A4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7926FA2-7569-4640-B595-41D97867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9E7F36B-F98C-4AC0-9AC9-4EECCDC2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5C4193E-F8B8-44DE-BF82-5A9FD9FB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29D1DE9-4353-45A3-A6E3-3868114B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A1091F6-3EBD-4EF1-A8E7-F0FD4C6E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33BAE45-555E-430C-BD7B-8C9BE347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476E43D-AB3F-4AC4-BC7E-A5502E7B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CFA4883-8C7B-4F79-AA5A-36D77FB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1271B4F-95D9-42FD-9476-879B6C78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E262436-5F48-4E69-AE02-C5EF34B2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09DB63D-ED9D-42CC-B05A-96B72743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E1A3BE2-8C18-4BD3-A615-8E999447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A7C0727-E3D4-489A-AFD6-A4118854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E6819E3-CD0E-4E9D-B55C-91E0C3FC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5D9CFFC-59EC-4431-BF46-71D85E0F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78B0DD7-ED24-45FC-AC76-257A15DD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E68E0F6-A0C4-43C8-82A3-3D42502A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336A41B-1BBC-4294-8896-69E78D9C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9F3A703-5492-47B7-9A2C-5C2406A6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55248A3-8039-4145-B646-E54F5130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AC7A15C-975E-4FD1-BD70-18E4AA46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9FAAF88-C71B-4819-9E1E-F5BD3551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CE8472B-82B8-4100-913B-77B762C6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355E792-C1CB-45AF-A685-03A83CB6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5327D43-37CD-4787-A762-39110492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3c255774f4f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6FE3152-6CC9-4FF5-A19F-4C2DE001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6D18951-2698-43CE-9F29-BE115534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AF3D383-92D9-46D3-A424-234DCE90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9E8391C-608D-4647-A990-3781EC8E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5BBF92D-BCFC-4805-8C0F-6CC9D1A9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811C7FF-09F3-41C3-A1F4-A54AB912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E25114F-A802-41F8-B21A-A8E7906B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F6A0534-B8D5-4BD1-906D-F40AF683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E0808AB-7C98-47A2-AF71-829065D8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7909E42-EEF5-4DBB-AA49-24452A36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734F6AB-3826-45CF-9067-AC2EEBEC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86E5B6-532D-4137-ABD4-394AB07E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7002B0C-24DF-4950-B951-8F3E5478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66E7566-D876-4085-9BD2-041E42D4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9BE431D-8C1C-411A-AFB4-755DD610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0D8429D-FA3C-439A-B0DF-A40B69F3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FED8157-4672-4079-9C27-26500E5B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2FE173E-0ABB-431F-BBF8-B4D1344B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0540440-8483-4523-ACD4-D13B6C27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ED44B8C-31EF-4595-833E-07D4C127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EC5B372-C7D3-45A6-9CD4-02E3C36C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1AFA666-AA79-48E9-BF3A-25DEC944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B0CA3C2-6873-4699-BB7E-2FB0ACC5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0391E86-9500-48DF-9065-D0BAC4E9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ED14667-E791-4BAC-8CC4-7AEB0864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F98E8C4-44FF-4A11-B227-58D6E5CD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AB3B582-2E5B-49DE-9741-D213D950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4F15245-4D75-4FBD-8781-D651FBBC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35BF888-45FA-4A4E-90A2-E28915F7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2673961-D0AD-4A7C-A7BC-A71FA2D1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AD1E3E5-4BDA-4D8D-BCB3-7C4DFC1A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6020B15-6D7D-4E4F-A0E4-E86245F2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624F417-72EA-4BD9-9051-9CBC1C7E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3BEED5B-41B2-423F-AF7A-B1D268F8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D325B88-D965-43DD-9DB3-1B3F8129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9A2845F-CFF1-4566-AA70-4B55655A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4F17063-4FCB-40CF-AD26-4512D51D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8563E75-FDAD-44C3-9BBD-A3F41D0C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8b997a98f4e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DD497DD-8C53-4AB0-BF33-89423AAF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A98E383-2C63-4EF6-ACF1-A7982616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D34583E-2731-4589-918E-849E23FE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C9256C0-EA10-490F-AB35-6D1EBFDF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40AC242-9782-45AF-B784-9D1EBFA3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89F0EBA-0B15-4087-A6FB-C848DA5C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0F52E4-F71B-4F07-979C-AFA21B00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5D82D3B-E348-4225-B4C6-B9C10732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332B202-51F1-4238-83C2-7BD34ADC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108C229-5D1D-44C7-8CBD-71EEED1D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2164E02-0EF2-4A4A-83E6-4E9700A1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0AEED4C-747A-467D-BB2E-90A9BE43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CBB0F20-FAE7-46D3-98D2-ED3F821E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0CF9623-8986-444C-A5DB-A0DD0FEC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750B799-5FC5-4B6C-8AA6-F9524FC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340B577-8C34-4F71-86D4-18D62F2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23089ED-73ED-4211-8273-3FDDD171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D2F8A4E-B502-495E-9C8F-E19A6A94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44762C5-BCF6-4E6D-866A-EDC4E587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C3BBA5F-4BC2-4147-9933-F4F371A4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CE6F9C0-F91E-4833-B0DC-11A5E421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E69D459-B5E0-4FB0-BA8B-5D09B13D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12EBD27-1FFA-414D-9279-76DB45C5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4E0322A-477E-49D5-88E5-EB2795B0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C5C3ED4-D490-4FCD-8388-B5C73FA2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EAF817B-E475-4643-9B47-020978DA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D1731C4-93E4-435D-A53F-28D76BDF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7DB5BA7-6707-42AC-998A-53755C72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20CBB8A-5A0E-4072-9653-2A83E564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EB21272-0629-4B9D-83B0-DF66FBC7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BF3C0B6-DF1C-4EE7-87A4-ADD8D407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077CE4B-1568-482D-A851-3DF551D0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C923A3D-5785-445D-AD4B-90E6A1B4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0372A5F-2A91-4973-BBC6-3DED0B45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0AF72C1-CAB0-40AC-B8F9-B1D37D6B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3BFD80E-B7D4-48BD-B9C2-6F036960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37E3A74-246A-4AF9-9ED5-9B6F91FD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0CE1664-9574-44D8-BE54-910402C6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8B91502-3EF7-400E-AED3-6B00520C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57af6c56741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C4C2137-7EB3-4372-BB5F-65BE8789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D08D2F1-FA62-4318-A2CE-AB7E0C16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B4E9AAE-DC15-43F6-B592-43B59F74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871581-FFB6-487D-BFC4-5FE22A6C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4C42865-CA88-4B5A-8662-D46AB267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A6F1466-1E7A-4592-8D0F-67ED9517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A399864-AC40-4564-88A6-2013E458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CA2332C-B25D-4900-B01A-3F10F626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F1FD7B5-C817-4760-9F7A-D24E5813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AAFEC5C-F309-4AF8-A494-C429772B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B8FE869-E2CF-4F13-83FB-8EF5419E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3137FA4-0BD7-4949-AA3E-B27BE214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1AA7445-9079-40B2-BC4F-69A3E23E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21F17AE-AE18-425D-AA24-F79DB0FF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E0337B1-8806-458F-B2A8-A8BD7C64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FA58981-CA16-4100-9CB5-71D52B2F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BA45777-6B6A-4440-86C9-31FEB894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EADF17F-3EF1-4404-AC16-FD3B59B7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177f2cc2040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C7B59FE-F10F-4EE0-BF51-B6E935B2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1AF6D57-30FF-44D3-8BDA-6B0E2973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D475A20-EFB8-470F-A73E-AF6C864E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F4FE5D7-D848-4245-ABC2-991AB976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04AC58C-B472-4EE9-9463-F87F35F8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9CEB1EE-9A24-4F16-A9C1-B8C64E96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F081074-31DF-44F0-98F2-5BE91DA7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7745C4B-C263-41D4-913C-3532113F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2541E12-ED50-4F86-AAC8-338E639E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19DD733-96F5-4DD9-8435-F6151A3F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7F755B4-E016-4B43-922B-C44C342A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898C85A-75A9-476E-9D03-3C8FE6D1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B0E0BF9-D8F4-45F0-8058-49D572E1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65BECC1-D552-4FC3-B475-D8FA7550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B662A5E-933D-4D49-9CD8-0D069D24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790FAF2-C997-4C42-BF21-829FA74F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e331584d042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36EB815-2CD5-4BDE-8DF8-425089D4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80B24DB-31F0-4A67-A3E8-64C54D65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6A05639-85FA-4707-9F09-0CA2E67E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7323483-9D41-4CE3-8574-8D158BBB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ACC9C34-F678-4EC0-BAA0-2CE04589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48A6802-1662-4647-A409-90BFED4D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10431A4-BB3C-4301-8487-91E4D76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7136DF1-742F-4A45-8287-3A8A307C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A07AEA3-B452-4994-963C-127740F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BCEE8BB-6A9F-49FB-8ED2-F0ADC1A1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8844E59-5813-498F-B941-BD2CA98E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E96B639-A6AB-4763-B527-A211270F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4F6E2A2-E449-413F-A011-D5AF00D9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A6F3A95-0296-4559-8A92-28CF2F3D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EF18258-2D50-473D-9530-BB174C19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D4A0BCB-512F-4367-AF9E-F805F06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6439288-5EF6-43C4-B808-651C54FB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4D79218-B950-43FC-8754-1B9E03C6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E56AECE-418E-40E0-A6F3-F19624FA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1EE5669-3B74-44A2-9CBC-A41D0A95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E93026C-6158-4A2F-BC8D-FC74A42B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DA0BEE8-8681-4A8C-8FA5-D68B3F40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652dfda7047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EC195D8-CEA8-4BD3-A1FA-54989B00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1DB08D9-47E7-4D20-9ED0-D0D0A8A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2D7ABA6-CBF7-47C5-A8B8-72F0FFF0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D66C023-824F-47A3-A9E6-E5C56DD1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2029165-D289-46AD-B7B6-F0508AD8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6156D57-3EC2-476C-86EE-080E5E11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5822526-7CE0-42D4-B5AF-7942D020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9B0E30B-1974-443A-984C-7FC11EF7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9FB6D55-E246-4593-B15C-8D6CABA0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44B4E9D-799C-4D22-BCF9-DC2B1971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B03597F-BF0F-4F7D-B897-761EB73B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C58B15B-4853-4FF0-A05F-68F1DD74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1A3BA5E-B0DA-4129-A4EF-9FAAE8FF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8D1F3E4-F629-4057-9DCD-2F6BACCF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DBE64B0-F785-4802-BCA2-4CBD8F20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E45F136-19E2-4BDD-ADDD-E9863D88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5951324-FA9F-44A2-AEF4-C9EFA92A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7E5C62E-C44D-4070-86AC-55086B08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07910B6-4E0C-429D-A393-7E9FDA53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072869B-65AE-4161-9C98-A45E3995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8B91EFD-3909-4AA5-8466-D8BC766E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3E1A7F7-82FA-4887-82AC-56E49DB4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08F3E03-DB57-4463-A7D7-2D86ABCC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db3c5fe404e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491223D-1D23-42BE-B79B-639D7914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1538E50-86FF-488C-99A0-A6ADD1EF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6047D3B-F57F-412A-BE1C-1B396FD0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FF4F1C8-6EDF-4D57-A73F-E8A5A16D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7969C1E-3C44-403B-BD50-ED2A0F7F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58C3AD9-FEC5-4B08-92B0-9C214079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2CFEAA4-29BD-466C-BA5E-A049DCF4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3B161EF-931A-4861-979A-37BE2E13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6396783-65E6-436B-8BA4-5C013782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B688D78-48A7-4DAF-B3C0-FF253640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5FFB9DB-22E1-45BC-A1AC-4D0E6805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EF4DFE2-FD7E-4779-819E-5C1AF958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EC3E085-9CE6-4D93-8FA8-71B7CC3B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B484964-7DF9-4EB2-916F-AFAE67FC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029B8D1-C3D6-494D-8877-D9F18140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D890B48-5CDB-4AD0-A5BF-16E2FFA0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1B329ED-E2E1-4CA1-91D2-5C7C7965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9647EA2-8B55-4432-A0FB-B0B1B04D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AD4FB20-74D7-47E7-BA68-1D2D66A3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57508D7-26EA-4608-BE15-359AB065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C9AA55F-C87D-4002-9312-4D97BA93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25E01A8-3FD6-4B53-BA8D-C13A925F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EEC2ECB-322F-429B-B0CA-2EF70AF4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B9A53F2-0612-4660-BB74-DAF2EDD5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56FC4C7-C0CD-49B5-B74F-C702421A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61E3B5F-FD49-4FD4-AA95-F2993173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CBC3D36-EE6A-4C56-B552-4C7E0F14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C1F8533-0A60-4F90-9538-9CE08DB6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18888BF-4179-49AD-9167-B86E8CEC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A66666C-A830-4AFD-A740-CD117A23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F4BFBFC-8778-416A-B8D8-1AC9F3C7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A0E7C40-76EF-47A4-9C0F-ABD3111A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9B60FD0-279B-4096-8E9F-CAE2F1D8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4CAE5ED-7E05-4B85-9CE0-2DC005B4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4EA483E-0342-4688-B475-069D2F82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9611E04-77B4-4820-92E6-1BD11377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42091E9-01F8-4AD5-9AFE-220BFE21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8E773BC-BE12-49EA-B588-EA3F7B2C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2981FD2-9C27-4E94-BDB9-176923CE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961941A-236F-4BC5-97D7-478520C7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F4E4D88-ED21-403F-99AD-2E7F0F8A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EC5D09A-B075-48BC-8EC0-F2946FC9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输出：primary / secondary[] / reason / 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6fabd8b5d4c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ACFBC32-87D3-44E4-B2F1-BC972328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CBB294C-425C-4DB1-9763-F65E29AF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E303D6-88D3-4F7E-B9A3-4174066E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一次运行 Run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008F0D6-4E63-440E-ABD0-45724D96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1771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run_id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start/end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模型配置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9EEA116-216C-4C9F-9877-C946113E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2DD1BF6-CABC-4D03-80BE-70EBB70E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C53D04E-CA7D-456D-95F5-88C886F9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0E45550-F4B2-48FC-945E-F25E4A22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trace.jsonl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0FECC46-3B4E-4495-A1DB-1A221266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report.json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C41DE32-050F-4B68-B380-E1A948AF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report.html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FDE53D7-A361-4DD4-A102-EA50280D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screenshots/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E2F5D9F-C26C-4C32-A4AE-AFF77FBD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verification/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F076259-9DB7-4DD0-8B15-D2F90311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7692D11-142A-471C-B3C3-56CE8992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73AF390-D394-48E8-A6AB-6439A152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报告预览 report.html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A6E1047-E72C-4291-9DBA-8EC1E951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65C964A-749C-4D1C-8899-A5B9865C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 Summary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AF37B2F-845C-41BB-9B6B-7C4BBCC3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0517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D90CEA6-C6C8-43D4-9D75-D77C739A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7185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Verification Results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160CBF9-7163-4779-9544-C7DD9BBB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8140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4CB1D88-3440-49BC-ABEA-F299D98E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4807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Trace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B271A2B-DCE8-4FDC-B485-CDC07EC7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1147480-8DEE-44C5-BA30-FE992265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 Classification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D539B60-CEED-4A85-8C5C-F65A4CCC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38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51E35FB-C7DE-4466-8348-A155788C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Artifact Links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5F5015B-F217-4105-8FE8-6EC278E7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B5B8A89-9610-4BBB-ADCD-6ADE824E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149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安全处理：报告生成时脱敏 api_key / password / secret / token / credential / authorization。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fb1126b3f45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4D8B1F7-3751-459A-8F19-BD4D5983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0421FA7-D1E3-41B2-AE5C-E4FD4DD7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0CEC6B4-A2AD-4231-B4B9-296E185E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零 locator 场景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EA6C918-EB77-402F-8FAE-726361DB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只描述用户意图，提升 UI 改版泛化能力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62F291C-4891-4EE1-AA76-2C59514F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6B92576-341D-442F-B51A-AB560D84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1AED964-E883-4E8D-BF09-DD2BC87A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零领域专用 action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DDC1D6B-0247-424F-9C05-0C88408B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保留 Web Agent 实时 DOM 自主决策价值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F01CF60-FDBA-475C-BB5C-D046F427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A715BFA-16DC-4C7B-B1D2-11205F6A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3A4F03B-4C18-4663-B364-B8EB0F36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职责边界清晰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2D758AF-DDD3-4D82-9327-C5A16C2D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执行，LangGraph 编排验证报告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3B3266F-7F41-47B6-AE02-FF31EECE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1869281-8DBB-4017-A95D-FE316799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27AE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6294773-4B94-4B51-BFD5-207E0FCD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双通道验证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BB88CB2-EBB9-45B0-BB9B-D04B34D8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/ URL / 文本 + GLM-4.6V 视觉语义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4EDD36A-1768-426A-A68E-96C7C1BB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4BAAFA0-1CB7-4AE2-B441-47D7DDDC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3796D92-C9F6-4A5C-9B8A-79B9D7BA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可观察执行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38B5840-07A8-4107-AA18-A2E39D84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 事件流、节点状态图、截图时间线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D6536F0-8214-4539-962C-FEBA2C97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2214090-B0C1-46C8-BD9A-C4D89D33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82E405A-9609-40C3-B494-2D28AD4C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手册证据约束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734A949-94F4-4F5F-845C-92360BB9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source URLs + evidence quotes 降低幻觉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f8aa0ff9247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e0d619a3643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74A2BBA-C8DC-40C9-8DF0-6D46A6A7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CB55CD1-5EA6-4F36-BE64-D9CDC657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104A6A0-A926-4D4B-A198-6136E7D9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8B3B620-F139-4AAB-A6EF-76FEE604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D39898B-7B80-4A02-832E-115C08D5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C3C1E39-6716-403B-A2AC-F65EFD26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A4E2ACA-EA73-421F-B050-3A5C9B6D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3C09C1E-1407-4409-AFD0-FFC5EC40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A8D9331-6FBF-4123-920E-C8F2CC16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运行记录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B23ECAE-0821-4169-8746-2EB533D2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D95B117-9EDD-41CE-8803-6EEE1378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6+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D882B00-49AA-4F99-B6EF-28F63F7F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覆盖模块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E0F1443-2B4C-4653-A139-A29302F0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83E5BAC-8197-4625-9270-ACD01BF8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功能点实现进度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8B229C5-D051-4ED6-BBF5-13E97331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0B7772E-A000-435E-A412-97E038F2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91025"/>
            <a:ext cx="61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80%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592AC99-DF3B-47B9-A089-EBCD89B5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338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已实现 48 / 计划 60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04DA8D2-ECF2-47CF-AF58-B6C2D4E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34A0866-0172-4366-8261-FEA0EE5B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测试场景类别分布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50C8DA8-5C39-4E2D-83B5-D33E7FD8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29050"/>
            <a:ext cx="247650" cy="838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564284D-BB08-4546-BA5F-160450FB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987A0E5-1332-47FF-A7CB-1A09EC7C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57650"/>
            <a:ext cx="247650" cy="6096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745807F-12E2-4C29-9F1D-2B8B4E62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582F3C1-08F1-4DC8-9ADC-D4B53B32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10050"/>
            <a:ext cx="247650" cy="457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12B4E71-4C97-406C-8322-F3A24A5C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CA045B9-A2C5-41B9-A447-7AA0B97C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400550"/>
            <a:ext cx="247650" cy="2667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A796024-C812-4A9D-8397-05D486C8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4FC0543-7C95-4C4C-B9CE-E6436547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76750"/>
            <a:ext cx="2476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F6542D3-0AFD-46F3-8FF5-1B0A09CA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CA0DCFD-E25F-408A-8D19-0D4A5FEA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EECE0F0-B2DD-4B50-9C2E-0EE630B6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已完成模块清单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15CED27-9686-47DD-B133-1051AB92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手册生成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DAE48F1-778C-4FD4-982F-BCE90DF6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功能点抽取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D76D3AE-B844-4632-B6BB-7BFF05A0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场景生成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B945BEC-A82B-4107-9204-1D96D827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browser-use执行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C430C89-55F7-427C-8B8F-E2403FEF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验证器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097C7FF-0C2B-4EFC-B258-5956F1DE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报告导出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8B6922D-7B47-460B-A09B-57E57C67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768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Doctor检查</a:t>
            </a:r>
          </a:p>
        </p:txBody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d6a76b7384d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D6DEE7A-65A0-4C04-A5AC-BD5AD811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DFC57A0-F2FC-42C5-BED1-C66DC4AB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8350D1B-D4EA-4CC7-8D14-8A57D079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后端测试覆盖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0E9EEF1-17F7-4981-B0C6-69AF1A82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schema 零 locator 校验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config 与 provider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artifact path 安全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manual pipeline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 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 generation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8A8ADEC-8E76-4D8F-9133-EE4B1482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016560B-A0BE-4B3A-8705-54F4049D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9F72AB6-1616-4904-AC29-9B2B1493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前端测试覆盖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7D5309D-50D4-46A4-B270-26967357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App Shell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手册生成页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场景表格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设置抽屉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Logo / 背景展示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EAB855D-0117-4B3C-B399-245FCBCB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9220412-DB8A-458C-9AF0-2ADF918D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E496628-76DD-4894-B41D-A09A7354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后续优化方向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3207205-8B66-4283-BC5E-EA520CDB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RepairPlanner 自动修补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 LLM-as-Judge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action 目标高亮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mutation 生成算法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更多真实 E2E 样本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40FB2BA-4D01-41D1-A75E-0EA3C976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10125"/>
            <a:ext cx="904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522405C-D6FC-4EB8-B727-15A6F351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3395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真实 E2E 验收依赖测试账号、4ga 网络环境、文本模型 API key 和 GLM-4.6V API key。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ebdc4cb364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165544A-931D-454B-86DA-786A1A7A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689FB18-208D-4ED3-A52C-446440D2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5EFC28A-E101-4F72-A217-532189AE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李荣康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340A81D-F877-4752-8260-F5A5FF3D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手册解析 / 功能点提取 / ChromaDB 索引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9A61D20-B9B3-4B54-8C58-50951253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9C62356-678A-4DE8-8209-417BF7D6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8A81614-8BA2-4B60-9683-D1D0AE8C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4D90465-B891-48B6-8890-59442181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50A7D48-4643-44CE-A253-DDCDD088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陈柏睿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17C368A-5BB8-4AA9-B60C-F951E0ED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测试场景生成 / Prompt / 证据校验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ED53552-B6BD-4853-948E-670403FE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8DD9B52-872F-48AC-A64A-6A40786E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2E2F6D9-A099-4793-85A8-D607CCF2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C52F088-9F98-46F1-AB6E-DC77E158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2D80E33-B236-465F-A90A-68FEF901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许文硕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D0FF8CF-94BB-48AE-940C-00F7BAF6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智能体层 / browser-use / LangGraph / 验证分类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96788B8-8A34-43E6-A466-54B4F009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D22D718-AB1C-45DF-B381-5AB9A437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ED689BA-8CCA-4600-847C-76414B4D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6CE412A-B3E0-4902-A882-8B9CDCCB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51493ED-9303-4471-8C06-1D5B6504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黄良宏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B8D02E2-0D60-4526-A61A-670E49C6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评估指标 / 前端可视化 / 报告页面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494D1A4-9DDA-49A3-B079-322CC7AA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7359C11-625F-470E-BC8E-575C28D8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A5BD660-DCB2-4E2F-8392-DD222B4A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C74504E-695C-41FC-BF36-1EFCA485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B079758-C8BA-420F-83C1-C2870C18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Team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EF83289-6F3D-4D20-9AA2-619EAEF3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需求讨论 / 代码审查 / 测试 / 答辩材料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9C99009-E190-4FA9-9D4D-0DBEEA7D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78F3083-3309-4B1C-934A-990A037E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4c22901054c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2026-05-26T13:35:20.7840000Z</dcterms:created>
  <dcterms:modified xsi:type="dcterms:W3CDTF">2026-05-26T13:35:20.7840000Z</dcterms:modified>
</coreProperties>
</file>