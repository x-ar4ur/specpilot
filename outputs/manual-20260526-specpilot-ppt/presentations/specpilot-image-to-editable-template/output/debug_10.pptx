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abedb1624e480c" /><Relationship Type="http://schemas.openxmlformats.org/officeDocument/2006/relationships/extended-properties" Target="/docProps/app.xml" Id="R0c52abb4a1174009" /><Relationship Type="http://schemas.openxmlformats.org/officeDocument/2006/relationships/officeDocument" Target="/ppt/presentation.xml" Id="Rea482a75498e44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46e6a8d8449c8"/>
  </p:sldMasterIdLst>
  <p:notesMasterIdLst>
    <p:notesMasterId xmlns:r="http://schemas.openxmlformats.org/officeDocument/2006/relationships" r:id="Rc692a7d0bbac440c"/>
  </p:notesMasterIdLst>
  <p:sldIdLst>
    <p:sldId xmlns:r="http://schemas.openxmlformats.org/officeDocument/2006/relationships" id="256" r:id="Rb4275648c63d4d0b"/>
    <p:sldId xmlns:r="http://schemas.openxmlformats.org/officeDocument/2006/relationships" id="257" r:id="Re5c7742e60d9473d"/>
    <p:sldId xmlns:r="http://schemas.openxmlformats.org/officeDocument/2006/relationships" id="258" r:id="Ra48feec8119241d6"/>
    <p:sldId xmlns:r="http://schemas.openxmlformats.org/officeDocument/2006/relationships" id="259" r:id="R6f6339a138c14d51"/>
    <p:sldId xmlns:r="http://schemas.openxmlformats.org/officeDocument/2006/relationships" id="260" r:id="R6bfd2319e13140ce"/>
    <p:sldId xmlns:r="http://schemas.openxmlformats.org/officeDocument/2006/relationships" id="261" r:id="R0cb58dd7f81746cd"/>
    <p:sldId xmlns:r="http://schemas.openxmlformats.org/officeDocument/2006/relationships" id="262" r:id="Rcf72d32fbc7248b4"/>
    <p:sldId xmlns:r="http://schemas.openxmlformats.org/officeDocument/2006/relationships" id="263" r:id="R3cf925bf1d8d4366"/>
    <p:sldId xmlns:r="http://schemas.openxmlformats.org/officeDocument/2006/relationships" id="264" r:id="R6334aa15cb2c4abc"/>
    <p:sldId xmlns:r="http://schemas.openxmlformats.org/officeDocument/2006/relationships" id="265" r:id="R0ce353c4d64d4843"/>
    <p:sldId xmlns:r="http://schemas.openxmlformats.org/officeDocument/2006/relationships" id="266" r:id="Rac83c5bec5544faf"/>
    <p:sldId xmlns:r="http://schemas.openxmlformats.org/officeDocument/2006/relationships" id="267" r:id="Raf0ffc0bf6c14bd0"/>
    <p:sldId xmlns:r="http://schemas.openxmlformats.org/officeDocument/2006/relationships" id="268" r:id="Rd66a2d60b8564190"/>
    <p:sldId xmlns:r="http://schemas.openxmlformats.org/officeDocument/2006/relationships" id="269" r:id="R861edcec862c4026"/>
    <p:sldId xmlns:r="http://schemas.openxmlformats.org/officeDocument/2006/relationships" id="270" r:id="R7314967dbc7641f6"/>
    <p:sldId xmlns:r="http://schemas.openxmlformats.org/officeDocument/2006/relationships" id="271" r:id="R3707c31f701f495b"/>
    <p:sldId xmlns:r="http://schemas.openxmlformats.org/officeDocument/2006/relationships" id="272" r:id="R9f502e88c4b54742"/>
    <p:sldId xmlns:r="http://schemas.openxmlformats.org/officeDocument/2006/relationships" id="273" r:id="R1baff27d0c794991"/>
    <p:sldId xmlns:r="http://schemas.openxmlformats.org/officeDocument/2006/relationships" id="274" r:id="R73a2930d4ac64619"/>
    <p:sldId xmlns:r="http://schemas.openxmlformats.org/officeDocument/2006/relationships" id="275" r:id="R343823db86284166"/>
    <p:sldId xmlns:r="http://schemas.openxmlformats.org/officeDocument/2006/relationships" id="276" r:id="Rd313bc6e41624d86"/>
    <p:sldId xmlns:r="http://schemas.openxmlformats.org/officeDocument/2006/relationships" id="277" r:id="Ree679d521193441b"/>
    <p:sldId xmlns:r="http://schemas.openxmlformats.org/officeDocument/2006/relationships" id="278" r:id="Re02bc7309597407f"/>
    <p:sldId xmlns:r="http://schemas.openxmlformats.org/officeDocument/2006/relationships" id="279" r:id="Rdfc66d6c7f2145da"/>
    <p:sldId xmlns:r="http://schemas.openxmlformats.org/officeDocument/2006/relationships" id="280" r:id="Ra5a6e09806e04d45"/>
    <p:sldId xmlns:r="http://schemas.openxmlformats.org/officeDocument/2006/relationships" id="281" r:id="Rddd445aa775d4dba"/>
    <p:sldId xmlns:r="http://schemas.openxmlformats.org/officeDocument/2006/relationships" id="282" r:id="R399be37e15744519"/>
    <p:sldId xmlns:r="http://schemas.openxmlformats.org/officeDocument/2006/relationships" id="283" r:id="Rf875ed6cd31b4d42"/>
    <p:sldId xmlns:r="http://schemas.openxmlformats.org/officeDocument/2006/relationships" id="284" r:id="R262b42c2e25448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46e6a8d8449c8" /><Relationship Type="http://schemas.openxmlformats.org/officeDocument/2006/relationships/theme" Target="/ppt/theme/theme1.xml" Id="Rb51dda1607704b53" /><Relationship Type="http://schemas.openxmlformats.org/officeDocument/2006/relationships/notesMaster" Target="/ppt/notesMasters/notesMaster1.xml" Id="Rc692a7d0bbac440c" /><Relationship Type="http://schemas.openxmlformats.org/officeDocument/2006/relationships/presProps" Target="/ppt/presProps.xml" Id="R61415e3176824b52" /><Relationship Type="http://schemas.openxmlformats.org/officeDocument/2006/relationships/viewProps" Target="/ppt/viewProps.xml" Id="R7e66772a5164419a" /><Relationship Type="http://schemas.openxmlformats.org/officeDocument/2006/relationships/tableStyles" Target="/ppt/tableStyles.xml" Id="Rbbb9b79866dc46ff" /><Relationship Type="http://schemas.openxmlformats.org/officeDocument/2006/relationships/slide" Target="/ppt/slides/slide1.xml" Id="Rb4275648c63d4d0b" /><Relationship Type="http://schemas.openxmlformats.org/officeDocument/2006/relationships/slide" Target="/ppt/slides/slide2.xml" Id="Re5c7742e60d9473d" /><Relationship Type="http://schemas.openxmlformats.org/officeDocument/2006/relationships/slide" Target="/ppt/slides/slide3.xml" Id="Ra48feec8119241d6" /><Relationship Type="http://schemas.openxmlformats.org/officeDocument/2006/relationships/slide" Target="/ppt/slides/slide4.xml" Id="R6f6339a138c14d51" /><Relationship Type="http://schemas.openxmlformats.org/officeDocument/2006/relationships/slide" Target="/ppt/slides/slide5.xml" Id="R6bfd2319e13140ce" /><Relationship Type="http://schemas.openxmlformats.org/officeDocument/2006/relationships/slide" Target="/ppt/slides/slide6.xml" Id="R0cb58dd7f81746cd" /><Relationship Type="http://schemas.openxmlformats.org/officeDocument/2006/relationships/slide" Target="/ppt/slides/slide7.xml" Id="Rcf72d32fbc7248b4" /><Relationship Type="http://schemas.openxmlformats.org/officeDocument/2006/relationships/slide" Target="/ppt/slides/slide8.xml" Id="R3cf925bf1d8d4366" /><Relationship Type="http://schemas.openxmlformats.org/officeDocument/2006/relationships/slide" Target="/ppt/slides/slide9.xml" Id="R6334aa15cb2c4abc" /><Relationship Type="http://schemas.openxmlformats.org/officeDocument/2006/relationships/slide" Target="/ppt/slides/slide10.xml" Id="R0ce353c4d64d4843" /><Relationship Type="http://schemas.openxmlformats.org/officeDocument/2006/relationships/slide" Target="/ppt/slides/slide11.xml" Id="Rac83c5bec5544faf" /><Relationship Type="http://schemas.openxmlformats.org/officeDocument/2006/relationships/slide" Target="/ppt/slides/slide12.xml" Id="Raf0ffc0bf6c14bd0" /><Relationship Type="http://schemas.openxmlformats.org/officeDocument/2006/relationships/slide" Target="/ppt/slides/slide13.xml" Id="Rd66a2d60b8564190" /><Relationship Type="http://schemas.openxmlformats.org/officeDocument/2006/relationships/slide" Target="/ppt/slides/slide14.xml" Id="R861edcec862c4026" /><Relationship Type="http://schemas.openxmlformats.org/officeDocument/2006/relationships/slide" Target="/ppt/slides/slide15.xml" Id="R7314967dbc7641f6" /><Relationship Type="http://schemas.openxmlformats.org/officeDocument/2006/relationships/slide" Target="/ppt/slides/slide16.xml" Id="R3707c31f701f495b" /><Relationship Type="http://schemas.openxmlformats.org/officeDocument/2006/relationships/slide" Target="/ppt/slides/slide17.xml" Id="R9f502e88c4b54742" /><Relationship Type="http://schemas.openxmlformats.org/officeDocument/2006/relationships/slide" Target="/ppt/slides/slide18.xml" Id="R1baff27d0c794991" /><Relationship Type="http://schemas.openxmlformats.org/officeDocument/2006/relationships/slide" Target="/ppt/slides/slide19.xml" Id="R73a2930d4ac64619" /><Relationship Type="http://schemas.openxmlformats.org/officeDocument/2006/relationships/slide" Target="/ppt/slides/slide20.xml" Id="R343823db86284166" /><Relationship Type="http://schemas.openxmlformats.org/officeDocument/2006/relationships/slide" Target="/ppt/slides/slide21.xml" Id="Rd313bc6e41624d86" /><Relationship Type="http://schemas.openxmlformats.org/officeDocument/2006/relationships/slide" Target="/ppt/slides/slide22.xml" Id="Ree679d521193441b" /><Relationship Type="http://schemas.openxmlformats.org/officeDocument/2006/relationships/slide" Target="/ppt/slides/slide23.xml" Id="Re02bc7309597407f" /><Relationship Type="http://schemas.openxmlformats.org/officeDocument/2006/relationships/slide" Target="/ppt/slides/slide24.xml" Id="Rdfc66d6c7f2145da" /><Relationship Type="http://schemas.openxmlformats.org/officeDocument/2006/relationships/slide" Target="/ppt/slides/slide25.xml" Id="Ra5a6e09806e04d45" /><Relationship Type="http://schemas.openxmlformats.org/officeDocument/2006/relationships/slide" Target="/ppt/slides/slide26.xml" Id="Rddd445aa775d4dba" /><Relationship Type="http://schemas.openxmlformats.org/officeDocument/2006/relationships/slide" Target="/ppt/slides/slide27.xml" Id="R399be37e15744519" /><Relationship Type="http://schemas.openxmlformats.org/officeDocument/2006/relationships/slide" Target="/ppt/slides/slide28.xml" Id="Rf875ed6cd31b4d42" /><Relationship Type="http://schemas.openxmlformats.org/officeDocument/2006/relationships/slide" Target="/ppt/slides/slide29.xml" Id="R262b42c2e25448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511cd6328a4c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6ba36563504171" /><Relationship Type="http://schemas.openxmlformats.org/officeDocument/2006/relationships/notesMaster" Target="/ppt/notesMasters/notesMaster1.xml" Id="Rf2ce3ef196814a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0355d98d8545b2" /><Relationship Type="http://schemas.openxmlformats.org/officeDocument/2006/relationships/notesMaster" Target="/ppt/notesMasters/notesMaster1.xml" Id="R21ef5c73caa14a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2bd2705c654482" /><Relationship Type="http://schemas.openxmlformats.org/officeDocument/2006/relationships/notesMaster" Target="/ppt/notesMasters/notesMaster1.xml" Id="R30547479f18a47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105936b7184d15" /><Relationship Type="http://schemas.openxmlformats.org/officeDocument/2006/relationships/notesMaster" Target="/ppt/notesMasters/notesMaster1.xml" Id="R65a6750f38cb41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a1f0803376445a" /><Relationship Type="http://schemas.openxmlformats.org/officeDocument/2006/relationships/notesMaster" Target="/ppt/notesMasters/notesMaster1.xml" Id="R965fc19de1a34e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710482798a4d17" /><Relationship Type="http://schemas.openxmlformats.org/officeDocument/2006/relationships/notesMaster" Target="/ppt/notesMasters/notesMaster1.xml" Id="R66d031fd0b1946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2a6e01e5c74db1" /><Relationship Type="http://schemas.openxmlformats.org/officeDocument/2006/relationships/notesMaster" Target="/ppt/notesMasters/notesMaster1.xml" Id="Rfea996706c8741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caff3b71034a96" /><Relationship Type="http://schemas.openxmlformats.org/officeDocument/2006/relationships/notesMaster" Target="/ppt/notesMasters/notesMaster1.xml" Id="R8fd163b631a54f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877483f7bd4f62" /><Relationship Type="http://schemas.openxmlformats.org/officeDocument/2006/relationships/notesMaster" Target="/ppt/notesMasters/notesMaster1.xml" Id="Re27150c2f2db48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9f55cd0104481b" /><Relationship Type="http://schemas.openxmlformats.org/officeDocument/2006/relationships/notesMaster" Target="/ppt/notesMasters/notesMaster1.xml" Id="R6eff6c05a18d45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8385170a6d49d0" /><Relationship Type="http://schemas.openxmlformats.org/officeDocument/2006/relationships/notesMaster" Target="/ppt/notesMasters/notesMaster1.xml" Id="R3e14c7a8a6bd4f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15e0f6c19f4c4d" /><Relationship Type="http://schemas.openxmlformats.org/officeDocument/2006/relationships/notesMaster" Target="/ppt/notesMasters/notesMaster1.xml" Id="R489be76b837742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b3bc2b693b46df" /><Relationship Type="http://schemas.openxmlformats.org/officeDocument/2006/relationships/notesMaster" Target="/ppt/notesMasters/notesMaster1.xml" Id="R5109fc54e50841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8ea80b31a74a8c" /><Relationship Type="http://schemas.openxmlformats.org/officeDocument/2006/relationships/notesMaster" Target="/ppt/notesMasters/notesMaster1.xml" Id="R5d3bc447e47d44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97cc7f01074354" /><Relationship Type="http://schemas.openxmlformats.org/officeDocument/2006/relationships/notesMaster" Target="/ppt/notesMasters/notesMaster1.xml" Id="Re0bb42412dbe47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c0aeba5d2943ce" /><Relationship Type="http://schemas.openxmlformats.org/officeDocument/2006/relationships/notesMaster" Target="/ppt/notesMasters/notesMaster1.xml" Id="Rc775e54c35f04e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255e78e16e4e20" /><Relationship Type="http://schemas.openxmlformats.org/officeDocument/2006/relationships/notesMaster" Target="/ppt/notesMasters/notesMaster1.xml" Id="R5fcc6a6c3adf4b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bdc01edb84403e" /><Relationship Type="http://schemas.openxmlformats.org/officeDocument/2006/relationships/notesMaster" Target="/ppt/notesMasters/notesMaster1.xml" Id="R4d2f43900aa242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747ed035424c79" /><Relationship Type="http://schemas.openxmlformats.org/officeDocument/2006/relationships/notesMaster" Target="/ppt/notesMasters/notesMaster1.xml" Id="Rfbabe1abbf764f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fb95714594485e" /><Relationship Type="http://schemas.openxmlformats.org/officeDocument/2006/relationships/notesMaster" Target="/ppt/notesMasters/notesMaster1.xml" Id="R188e4d73a0db41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b4217f727be441b" /><Relationship Type="http://schemas.openxmlformats.org/officeDocument/2006/relationships/notesMaster" Target="/ppt/notesMasters/notesMaster1.xml" Id="Re430873e5bcb41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2ab76634144bdb" /><Relationship Type="http://schemas.openxmlformats.org/officeDocument/2006/relationships/notesMaster" Target="/ppt/notesMasters/notesMaster1.xml" Id="R9a218779a1a5473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30dd0bb9e124766" /><Relationship Type="http://schemas.openxmlformats.org/officeDocument/2006/relationships/notesMaster" Target="/ppt/notesMasters/notesMaster1.xml" Id="Rf32647b3f51b443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a415721856451f" /><Relationship Type="http://schemas.openxmlformats.org/officeDocument/2006/relationships/notesMaster" Target="/ppt/notesMasters/notesMaster1.xml" Id="R82b6eaae3ef0457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a1ff6d6abb04127" /><Relationship Type="http://schemas.openxmlformats.org/officeDocument/2006/relationships/notesMaster" Target="/ppt/notesMasters/notesMaster1.xml" Id="R0b893fcb18cf4d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c2c8ccee927491c" /><Relationship Type="http://schemas.openxmlformats.org/officeDocument/2006/relationships/notesMaster" Target="/ppt/notesMasters/notesMaster1.xml" Id="Rd658d686cf4e45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aa7e8efe45d424a" /><Relationship Type="http://schemas.openxmlformats.org/officeDocument/2006/relationships/notesMaster" Target="/ppt/notesMasters/notesMaster1.xml" Id="R720c58ce179a47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3193181504648c7" /><Relationship Type="http://schemas.openxmlformats.org/officeDocument/2006/relationships/notesMaster" Target="/ppt/notesMasters/notesMaster1.xml" Id="R54d96bce642a4b2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32e497b0b474c8b" /><Relationship Type="http://schemas.openxmlformats.org/officeDocument/2006/relationships/notesMaster" Target="/ppt/notesMasters/notesMaster1.xml" Id="R7876cfbb05764f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a24bef61e41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c9be7cc8043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b14c5b6fd4f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397029bf940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51d38cab242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5d87caf8b4b8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b96c5664045f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51ecf8585453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e1186ae0b468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ef087b1f84e4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8f0703fc845ef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c899d5dec8a4222" /><Relationship Type="http://schemas.openxmlformats.org/officeDocument/2006/relationships/slideLayout" Target="/ppt/slideLayouts/slideLayout2.xml" Id="R5d084916d1694bac" /><Relationship Type="http://schemas.openxmlformats.org/officeDocument/2006/relationships/slideLayout" Target="/ppt/slideLayouts/slideLayout3.xml" Id="R7ce46c4f98f448e5" /><Relationship Type="http://schemas.openxmlformats.org/officeDocument/2006/relationships/slideLayout" Target="/ppt/slideLayouts/slideLayout4.xml" Id="Rbd81caafe9a84691" /><Relationship Type="http://schemas.openxmlformats.org/officeDocument/2006/relationships/slideLayout" Target="/ppt/slideLayouts/slideLayout5.xml" Id="R6aa9b583f04f408d" /><Relationship Type="http://schemas.openxmlformats.org/officeDocument/2006/relationships/slideLayout" Target="/ppt/slideLayouts/slideLayout6.xml" Id="R3951d3b0a6194dfb" /><Relationship Type="http://schemas.openxmlformats.org/officeDocument/2006/relationships/slideLayout" Target="/ppt/slideLayouts/slideLayout7.xml" Id="Rdb1206e950184b4d" /><Relationship Type="http://schemas.openxmlformats.org/officeDocument/2006/relationships/slideLayout" Target="/ppt/slideLayouts/slideLayout8.xml" Id="R56a3b88e8af74b43" /><Relationship Type="http://schemas.openxmlformats.org/officeDocument/2006/relationships/slideLayout" Target="/ppt/slideLayouts/slideLayout9.xml" Id="Rb8987016e1a04efb" /><Relationship Type="http://schemas.openxmlformats.org/officeDocument/2006/relationships/slideLayout" Target="/ppt/slideLayouts/slideLayout10.xml" Id="R658a76bbcbba4968" /><Relationship Type="http://schemas.openxmlformats.org/officeDocument/2006/relationships/slideLayout" Target="/ppt/slideLayouts/slideLayout11.xml" Id="Re5089d96ce0548d1" /><Relationship Type="http://schemas.openxmlformats.org/officeDocument/2006/relationships/slideLayout" Target="/ppt/slideLayouts/slideLayout12.xml" Id="R758087b93b36404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084916d1694bac"/>
    <p:sldLayoutId xmlns:r="http://schemas.openxmlformats.org/officeDocument/2006/relationships" id="2147483650" r:id="R7ce46c4f98f448e5"/>
    <p:sldLayoutId xmlns:r="http://schemas.openxmlformats.org/officeDocument/2006/relationships" id="2147483651" r:id="Rbd81caafe9a84691"/>
    <p:sldLayoutId xmlns:r="http://schemas.openxmlformats.org/officeDocument/2006/relationships" id="2147483652" r:id="R6aa9b583f04f408d"/>
    <p:sldLayoutId xmlns:r="http://schemas.openxmlformats.org/officeDocument/2006/relationships" id="2147483653" r:id="R3951d3b0a6194dfb"/>
    <p:sldLayoutId xmlns:r="http://schemas.openxmlformats.org/officeDocument/2006/relationships" id="2147483654" r:id="Rdb1206e950184b4d"/>
    <p:sldLayoutId xmlns:r="http://schemas.openxmlformats.org/officeDocument/2006/relationships" id="2147483655" r:id="R56a3b88e8af74b43"/>
    <p:sldLayoutId xmlns:r="http://schemas.openxmlformats.org/officeDocument/2006/relationships" id="2147483656" r:id="Rb8987016e1a04efb"/>
    <p:sldLayoutId xmlns:r="http://schemas.openxmlformats.org/officeDocument/2006/relationships" id="2147483657" r:id="R658a76bbcbba4968"/>
    <p:sldLayoutId xmlns:r="http://schemas.openxmlformats.org/officeDocument/2006/relationships" id="2147483658" r:id="Re5089d96ce0548d1"/>
    <p:sldLayoutId xmlns:r="http://schemas.openxmlformats.org/officeDocument/2006/relationships" id="2147483659" r:id="R758087b93b3640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cfd2cef18d9489d" /><Relationship Type="http://schemas.openxmlformats.org/officeDocument/2006/relationships/image" Target="/ppt/media/image.png" Id="R6b10fa80716c4594" /><Relationship Type="http://schemas.openxmlformats.org/officeDocument/2006/relationships/image" Target="/ppt/media/image2.png" Id="Rb120378208ea4b59" /><Relationship Type="http://schemas.openxmlformats.org/officeDocument/2006/relationships/notesSlide" Target="/ppt/notesSlides/notesSlide1.xml" Id="R5a0c3931561040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087ad90904208" /><Relationship Type="http://schemas.openxmlformats.org/officeDocument/2006/relationships/image" Target="/ppt/media/image2.png" Id="R1426b5f3974544b8" /><Relationship Type="http://schemas.openxmlformats.org/officeDocument/2006/relationships/notesSlide" Target="/ppt/notesSlides/notesSlide2.xml" Id="Ra1d7d1f4cef144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b56696c18114c4f" /><Relationship Type="http://schemas.openxmlformats.org/officeDocument/2006/relationships/image" Target="/ppt/media/image2.png" Id="R36669e7e5cea4e1c" /><Relationship Type="http://schemas.openxmlformats.org/officeDocument/2006/relationships/notesSlide" Target="/ppt/notesSlides/notesSlide3.xml" Id="Rffeef5df1a5c46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4cd539862044b17" /><Relationship Type="http://schemas.openxmlformats.org/officeDocument/2006/relationships/image" Target="/ppt/media/image3.png" Id="R087c1c3b981d4304" /><Relationship Type="http://schemas.openxmlformats.org/officeDocument/2006/relationships/notesSlide" Target="/ppt/notesSlides/notesSlide4.xml" Id="R32fce17c86144b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527aace53e24a87" /><Relationship Type="http://schemas.openxmlformats.org/officeDocument/2006/relationships/image" Target="/ppt/media/image3.png" Id="Rc67c544143d54b57" /><Relationship Type="http://schemas.openxmlformats.org/officeDocument/2006/relationships/notesSlide" Target="/ppt/notesSlides/notesSlide5.xml" Id="R73768c962fee43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ed238c62be4895" /><Relationship Type="http://schemas.openxmlformats.org/officeDocument/2006/relationships/image" Target="/ppt/media/image2.png" Id="R5fbbf85cf16147e4" /><Relationship Type="http://schemas.openxmlformats.org/officeDocument/2006/relationships/notesSlide" Target="/ppt/notesSlides/notesSlide6.xml" Id="Rb3459d1d9dc648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4733ec445404dc8" /><Relationship Type="http://schemas.openxmlformats.org/officeDocument/2006/relationships/image" Target="/ppt/media/image3.png" Id="R8d35a81d9be843be" /><Relationship Type="http://schemas.openxmlformats.org/officeDocument/2006/relationships/notesSlide" Target="/ppt/notesSlides/notesSlide7.xml" Id="R08b755600f1f4d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a51fdf29ee247c5" /><Relationship Type="http://schemas.openxmlformats.org/officeDocument/2006/relationships/image" Target="/ppt/media/image3.png" Id="R419c8bd3fe214c8c" /><Relationship Type="http://schemas.openxmlformats.org/officeDocument/2006/relationships/notesSlide" Target="/ppt/notesSlides/notesSlide8.xml" Id="R7eb245c53ed14d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44e6e0f16d74665" /><Relationship Type="http://schemas.openxmlformats.org/officeDocument/2006/relationships/image" Target="/ppt/media/image3.png" Id="Rbf877994a3c7436b" /><Relationship Type="http://schemas.openxmlformats.org/officeDocument/2006/relationships/notesSlide" Target="/ppt/notesSlides/notesSlide9.xml" Id="Rabc88c76a28048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267a8b1add442b2" /><Relationship Type="http://schemas.openxmlformats.org/officeDocument/2006/relationships/image" Target="/ppt/media/image2.png" Id="Rec78f032203a4f4b" /><Relationship Type="http://schemas.openxmlformats.org/officeDocument/2006/relationships/notesSlide" Target="/ppt/notesSlides/notesSlide10.xml" Id="R780924a2124e4b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afe88c5ea64b8f" /><Relationship Type="http://schemas.openxmlformats.org/officeDocument/2006/relationships/image" Target="/ppt/media/image3.png" Id="R2c6472213c78410d" /><Relationship Type="http://schemas.openxmlformats.org/officeDocument/2006/relationships/notesSlide" Target="/ppt/notesSlides/notesSlide11.xml" Id="R005846269bc844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f6081b835934a87" /><Relationship Type="http://schemas.openxmlformats.org/officeDocument/2006/relationships/image" Target="/ppt/media/image3.png" Id="R84b451e12bfb4065" /><Relationship Type="http://schemas.openxmlformats.org/officeDocument/2006/relationships/notesSlide" Target="/ppt/notesSlides/notesSlide12.xml" Id="R8199ae7b510946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d5024214dda4d96" /><Relationship Type="http://schemas.openxmlformats.org/officeDocument/2006/relationships/image" Target="/ppt/media/image3.png" Id="R0d1595997bc640f2" /><Relationship Type="http://schemas.openxmlformats.org/officeDocument/2006/relationships/notesSlide" Target="/ppt/notesSlides/notesSlide13.xml" Id="R79c9fed7571c42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4025364e5cf4dd9" /><Relationship Type="http://schemas.openxmlformats.org/officeDocument/2006/relationships/image" Target="/ppt/media/image3.png" Id="Re598cb2ab73e4464" /><Relationship Type="http://schemas.openxmlformats.org/officeDocument/2006/relationships/notesSlide" Target="/ppt/notesSlides/notesSlide14.xml" Id="R1bd2b9a728ad48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1cfade09cfc4a95" /><Relationship Type="http://schemas.openxmlformats.org/officeDocument/2006/relationships/image" Target="/ppt/media/image3.png" Id="R8c8a6b9dfd964a09" /><Relationship Type="http://schemas.openxmlformats.org/officeDocument/2006/relationships/notesSlide" Target="/ppt/notesSlides/notesSlide15.xml" Id="Rba9f224b873841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031372536994077" /><Relationship Type="http://schemas.openxmlformats.org/officeDocument/2006/relationships/image" Target="/ppt/media/image3.png" Id="R4f8e641643a14593" /><Relationship Type="http://schemas.openxmlformats.org/officeDocument/2006/relationships/notesSlide" Target="/ppt/notesSlides/notesSlide16.xml" Id="Rce2049c4cd4b46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9c09fa125974879" /><Relationship Type="http://schemas.openxmlformats.org/officeDocument/2006/relationships/image" Target="/ppt/media/image3.png" Id="R692d051d5e324113" /><Relationship Type="http://schemas.openxmlformats.org/officeDocument/2006/relationships/notesSlide" Target="/ppt/notesSlides/notesSlide17.xml" Id="Rcf61d304f32f48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db491020dcf44ef" /><Relationship Type="http://schemas.openxmlformats.org/officeDocument/2006/relationships/image" Target="/ppt/media/image3.png" Id="R8a210cb0af8b44cb" /><Relationship Type="http://schemas.openxmlformats.org/officeDocument/2006/relationships/notesSlide" Target="/ppt/notesSlides/notesSlide18.xml" Id="R013aa25e70574e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ac235e95591435a" /><Relationship Type="http://schemas.openxmlformats.org/officeDocument/2006/relationships/image" Target="/ppt/media/image3.png" Id="R5c06628f844444fe" /><Relationship Type="http://schemas.openxmlformats.org/officeDocument/2006/relationships/notesSlide" Target="/ppt/notesSlides/notesSlide19.xml" Id="R4f6b975e64244f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ae924bcc5704666" /><Relationship Type="http://schemas.openxmlformats.org/officeDocument/2006/relationships/image" Target="/ppt/media/image3.png" Id="R8b0d239f11cf42fd" /><Relationship Type="http://schemas.openxmlformats.org/officeDocument/2006/relationships/notesSlide" Target="/ppt/notesSlides/notesSlide20.xml" Id="Rae769cde664d452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86326be83e14067" /><Relationship Type="http://schemas.openxmlformats.org/officeDocument/2006/relationships/image" Target="/ppt/media/image3.png" Id="Radebf48ca1c04a0d" /><Relationship Type="http://schemas.openxmlformats.org/officeDocument/2006/relationships/notesSlide" Target="/ppt/notesSlides/notesSlide21.xml" Id="R0d7dd5f8e6b3448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856222d9a8643c1" /><Relationship Type="http://schemas.openxmlformats.org/officeDocument/2006/relationships/image" Target="/ppt/media/image3.png" Id="R6f379ac441ff4732" /><Relationship Type="http://schemas.openxmlformats.org/officeDocument/2006/relationships/notesSlide" Target="/ppt/notesSlides/notesSlide22.xml" Id="Ra8d1b875854d421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3d72989d5e04b85" /><Relationship Type="http://schemas.openxmlformats.org/officeDocument/2006/relationships/image" Target="/ppt/media/image3.png" Id="Rd770298d0f834a48" /><Relationship Type="http://schemas.openxmlformats.org/officeDocument/2006/relationships/notesSlide" Target="/ppt/notesSlides/notesSlide23.xml" Id="R5113bf772e61477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0445f8dde8a436c" /><Relationship Type="http://schemas.openxmlformats.org/officeDocument/2006/relationships/image" Target="/ppt/media/image3.png" Id="R4e926a9dd4534dd6" /><Relationship Type="http://schemas.openxmlformats.org/officeDocument/2006/relationships/notesSlide" Target="/ppt/notesSlides/notesSlide24.xml" Id="R507d7591f4a14e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f3a692157eb44e9" /><Relationship Type="http://schemas.openxmlformats.org/officeDocument/2006/relationships/image" Target="/ppt/media/image2.png" Id="R2232df66cbf14ad2" /><Relationship Type="http://schemas.openxmlformats.org/officeDocument/2006/relationships/notesSlide" Target="/ppt/notesSlides/notesSlide25.xml" Id="Rb6549155f5324d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200ea8d313e4f74" /><Relationship Type="http://schemas.openxmlformats.org/officeDocument/2006/relationships/image" Target="/ppt/media/image3.png" Id="R63916f0e55ff4098" /><Relationship Type="http://schemas.openxmlformats.org/officeDocument/2006/relationships/notesSlide" Target="/ppt/notesSlides/notesSlide26.xml" Id="Rb9953d560e92409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9d41ec8dbc24215" /><Relationship Type="http://schemas.openxmlformats.org/officeDocument/2006/relationships/image" Target="/ppt/media/image3.png" Id="R6133004faa3a43c7" /><Relationship Type="http://schemas.openxmlformats.org/officeDocument/2006/relationships/notesSlide" Target="/ppt/notesSlides/notesSlide27.xml" Id="R51dabd8ec12e46a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77ba98aaf834ce2" /><Relationship Type="http://schemas.openxmlformats.org/officeDocument/2006/relationships/image" Target="/ppt/media/image3.png" Id="R70502b80ecd04dac" /><Relationship Type="http://schemas.openxmlformats.org/officeDocument/2006/relationships/notesSlide" Target="/ppt/notesSlides/notesSlide28.xml" Id="R1c41708054b244d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542bd079c843ce" /><Relationship Type="http://schemas.openxmlformats.org/officeDocument/2006/relationships/image" Target="/ppt/media/image2.png" Id="R9ecfd6c1c72a4276" /><Relationship Type="http://schemas.openxmlformats.org/officeDocument/2006/relationships/notesSlide" Target="/ppt/notesSlides/notesSlide29.xml" Id="Rca860be65aa24f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0fa80716c4594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0378208ea4b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6b5f3974544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69e7e5cea4e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c1c3b981d43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0894EA-92DF-40F2-885A-F7E249AE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AECDF0-E1F9-475F-9F5C-E281D05E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41DD37-43C9-4595-8D2E-C040693F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78000D-5F8F-4F8F-AF60-61B72646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B2BC33-3AA1-4B8D-996B-EF17F5B8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B0ACCD-2BD0-41D2-9C9F-58FF47F2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7B2AF0-9A3A-429A-A14E-471155B1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EB67F7-4EF6-4A9E-A68C-2C72FFA9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38D3B2-68AB-4148-9BDF-34465A99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54885C-8A47-4715-8508-67E71E79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98F87A-68E5-4F81-ACB4-EC59DFA5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AC87C7-05A3-4033-92DB-A4D29391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86D7CA-4CD9-4BAA-AB69-762E092F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60446E-E9AE-415A-B3B5-8DE34E1F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69FABE-A7A9-4F90-A77F-F543EEE9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DD8876-26FB-4BD1-9C88-4104C158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c544143d54b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D9CB36-2421-4FA1-A01D-FE0085FB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A46520-35A3-4136-B272-524AE018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0CEF3F-101D-45E3-9213-895A3BFB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932E74-C457-4BF3-A88D-82389FF7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6A7566-3E29-4AE6-9E12-99DDD330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2890B8-B01E-4041-8463-17EF0337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1DB216-0D81-495C-B423-44CD4569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872C26-6F41-4F07-9D3F-EE4AF83B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92F572-783B-4016-85C4-27EAE34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EA6811-9E3E-4A21-B2AB-59696EBD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BA67E2-0756-4751-8387-B8B88D0D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C72421-B52C-4A0E-AF91-EE0B20B4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E68D8F-2299-4204-87E7-C3740DE5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75A185-36A0-438B-A5B8-99F1DD1A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E4FEDB-DFB6-4ACE-8A0D-7A61BAD3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117B60-13E2-43CA-B14A-231D7051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BC6A9F-2E71-4C92-A02C-8C24289E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5A60C1-4BFD-4935-9AD8-280D0220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EB1C94-A366-4B99-9BCA-F86E463C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84826B-7466-42E8-B17F-369A101E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B928B6-F017-4595-917A-5F99A03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7AD31F-59DC-4AB0-84E2-80B0083C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93DB622-1186-4D11-80AF-3E3C039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2EBA62-C842-440C-8B5F-72C2F5EB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E11A722-8B2B-478C-8F80-0F7C02C4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E342B79-85D5-45FB-8B18-4641E70A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bf85cf16147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5a81d9be843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DEF24D-8EF4-424A-BF0B-47FAB0E4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9ABD9B-6F42-4DB0-BD5D-1C061D03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A801BA-A438-4B9F-8F62-B766577D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69BDA2-A667-4BB6-B4CF-8A233EA2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E17DEE-7D41-47F3-9BCE-0343F89A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271EC8-29D8-4886-81F8-F3EC852D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E0B6C0-7D6D-4DBE-AE97-6498F04D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11AF2E-424C-4C76-A182-DE3096D5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A5E5AF-81AD-4C3F-B111-62394DF1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5E4CFE-0EFF-44BB-B2CD-5D348097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3DF505-2064-49FB-854F-DA48D6C3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4CE008-CC36-41A4-A284-1DF4DCD5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25972D-B910-457E-B5F2-7607E2C9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7A556B-D7DA-4810-B0C2-D1B881AD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88D6D0-D737-46F0-9981-39415015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27F017-FBA7-4919-AC2A-1EFC5B9B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750F76-8020-4521-8278-32BE498D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022948-A345-45FC-8D7B-F3A6836A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9697950-8783-48D1-B985-E4C3C00C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A5827A-F907-4212-8234-BC98814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0AE3D6-0A21-405A-B539-2A8370A2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038282-CB57-469A-BE28-52A5C29E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FBB908D-76CF-4FF8-9DC4-C26B6B40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AA28CD-B427-4144-96EE-10871ED2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DACF04-BAC2-4630-82C0-D12F6C0D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85776A6-FA7C-4E6E-99A7-F8BA2F6A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D73599-ECF1-4F7C-BBAC-EEFFF5EB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606EED-0340-4D59-B201-DB78C4AA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7CB823E-DA4E-4A61-895E-E14AA3F1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96AB4CF-383F-4826-965E-682E3E68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07BBD5-29C9-403F-9423-A6F33817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4C472A-1D0F-40D0-A240-47FA411A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758BAE-DAB0-42BB-B04A-4D90344D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DAC275-3A3B-4CD2-9A39-351AFD3B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08B54B-A249-47C5-8D68-AAF13FA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F7BB6BD-1AFE-49A0-AB7F-4EE456F8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0525F8-1C49-4C1E-90E2-A4D36DC5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D30225F-E39C-4C37-8E3C-5FF6D262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826A944-12E0-49DB-B753-AD01EF80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0E2DCF9-ADC1-4A24-8A3C-014A70D8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47C6FF9-875D-4AE2-AB13-D1A15C09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215F987-E955-4B60-974E-935F5D47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9DD6ED3-216B-4839-9EC4-94C47E0E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4650470-5AAF-4859-B381-893D8502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0F7B316-5160-4566-9347-F9D36BF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575C892-1807-41F1-A8B7-173BE70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3C811C9-B21B-4315-8135-EE5D1F00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c8bd3fe214c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2D600D6-B9B4-4FB9-8587-1B172374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ED6A8DF-A0D2-431E-94A9-69031DAE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F72A6D5-9B57-416B-950E-C600E5CA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8614242-0F32-4130-9EF1-FDB5AFAE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76B7EE2-4A8A-4B90-AEC8-54BE5CE7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0DCA444-32C0-4BF4-86DA-AA2F3E27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2B85A35-0FE0-4A77-9943-0B5666B0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60CD2B2-512C-4B2A-BED0-587D6C48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9A97093-DB46-406C-ACBC-5668A003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6F092A9-25E2-489D-BC51-7D0F140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509F259-EDDA-450F-9ACE-CF5FFACF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BC40B81-76AE-4860-A540-17B419C7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C11CBD3-9E0F-45BC-BC20-5D189EC5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CAF493E-24EF-4A64-96AE-AE0CED37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B4580E5-C51B-4D21-939D-BDA51F3C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D0D0C3F-8825-4382-805F-9A208130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E4758F0-8890-4400-AE51-1FA1599A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1091F3F-A46C-4447-A06D-9DE8064A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70958D8-86F8-4735-84C0-58C6AFA2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04AE023-E20B-415E-A632-E5FF3C4C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6664548-296B-4F4B-9B37-D1985ABF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CE43851-B402-4E35-805B-6C229D3A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3356E3B-10FB-4D50-B093-7A9E4B82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5A7C44E-7F33-4780-8EC6-4E77CD34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77994a3c743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73839BF-4E7E-4A71-8A7D-0A82E362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D105CEE-360A-44C0-B59A-4EC68E05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AE63F4B-4656-4211-AE71-6B851B4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A726093-EB64-4E5C-9309-53CB38E9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DEBE2D0-CAE2-4A28-B3CA-1804F939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0824F94-B065-459D-911D-CBC3E697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A36CAC8-FF38-4939-A15C-2500D8A7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3C1BEE3-834E-4110-B284-4A02148D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81C8E52-81E2-4ED3-A4C4-881CDBE4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4C0B94-0259-41AB-B10D-36DE7C4A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9C0310-59E7-412F-B534-DE3D45C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7D5B6DC-6458-4EF2-A6C2-16229411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5E1AF1F-F6BC-4CB7-9D99-EA129BFB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1CEACB1-1E08-429C-96C5-A4F8C3D3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529DDB3-3912-4845-ACA7-E823AAA0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441ED50-07C0-44A6-8BDD-37980BC1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FC67054-8EEE-4A47-A968-9D6DDD3A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FBA43FD-F15E-4C2F-802C-B0AB8AAF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8f032203a4f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472213c7841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451e12bfb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595997bc640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8cb2ab73e4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a6b9dfd964a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e641643a14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d051d5e3241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10cb0af8b44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6628f844444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d239f11cf42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bf48ca1c04a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79ac441ff47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0298d0f834a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26a9dd453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2df66cbf1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16f0e55ff40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3004faa3a43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02b80ecd04d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fd6c1c72a42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2026-05-26T13:24:26.5060000Z</dcterms:created>
  <dcterms:modified xsi:type="dcterms:W3CDTF">2026-05-26T13:24:26.5060000Z</dcterms:modified>
</coreProperties>
</file>