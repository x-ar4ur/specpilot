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c520256fd4546" /><Relationship Type="http://schemas.openxmlformats.org/officeDocument/2006/relationships/extended-properties" Target="/docProps/app.xml" Id="R27b4e0bf93a54182" /><Relationship Type="http://schemas.openxmlformats.org/officeDocument/2006/relationships/officeDocument" Target="/ppt/presentation.xml" Id="Rcd77f183140a41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08f2bfcfba45da"/>
  </p:sldMasterIdLst>
  <p:notesMasterIdLst>
    <p:notesMasterId xmlns:r="http://schemas.openxmlformats.org/officeDocument/2006/relationships" r:id="R3844246172b645d6"/>
  </p:notesMasterIdLst>
  <p:sldIdLst>
    <p:sldId xmlns:r="http://schemas.openxmlformats.org/officeDocument/2006/relationships" id="256" r:id="R1790c80be58a433a"/>
    <p:sldId xmlns:r="http://schemas.openxmlformats.org/officeDocument/2006/relationships" id="257" r:id="R0427245fb4c44ff8"/>
    <p:sldId xmlns:r="http://schemas.openxmlformats.org/officeDocument/2006/relationships" id="258" r:id="R80eff5f773f44eba"/>
    <p:sldId xmlns:r="http://schemas.openxmlformats.org/officeDocument/2006/relationships" id="259" r:id="R17e02424f9dd436f"/>
    <p:sldId xmlns:r="http://schemas.openxmlformats.org/officeDocument/2006/relationships" id="260" r:id="Rba7570dd3644458b"/>
    <p:sldId xmlns:r="http://schemas.openxmlformats.org/officeDocument/2006/relationships" id="261" r:id="R46081abf8f3d46fb"/>
    <p:sldId xmlns:r="http://schemas.openxmlformats.org/officeDocument/2006/relationships" id="262" r:id="Rcfd778c0ef36493a"/>
    <p:sldId xmlns:r="http://schemas.openxmlformats.org/officeDocument/2006/relationships" id="263" r:id="Rcfad1db115c34aa2"/>
    <p:sldId xmlns:r="http://schemas.openxmlformats.org/officeDocument/2006/relationships" id="264" r:id="R4651c540806e4ee6"/>
    <p:sldId xmlns:r="http://schemas.openxmlformats.org/officeDocument/2006/relationships" id="265" r:id="R896a6344a6e94d8e"/>
    <p:sldId xmlns:r="http://schemas.openxmlformats.org/officeDocument/2006/relationships" id="266" r:id="R0e3c1466d3b74e06"/>
    <p:sldId xmlns:r="http://schemas.openxmlformats.org/officeDocument/2006/relationships" id="267" r:id="R49ef7aa24bd84e54"/>
    <p:sldId xmlns:r="http://schemas.openxmlformats.org/officeDocument/2006/relationships" id="268" r:id="R6526147b9ff1460c"/>
    <p:sldId xmlns:r="http://schemas.openxmlformats.org/officeDocument/2006/relationships" id="269" r:id="Rdfa04af7a7dd426c"/>
    <p:sldId xmlns:r="http://schemas.openxmlformats.org/officeDocument/2006/relationships" id="270" r:id="R1ed02dce397d42e3"/>
    <p:sldId xmlns:r="http://schemas.openxmlformats.org/officeDocument/2006/relationships" id="271" r:id="R03847ec2bd174e3f"/>
    <p:sldId xmlns:r="http://schemas.openxmlformats.org/officeDocument/2006/relationships" id="272" r:id="Rc5452d2594ce4623"/>
    <p:sldId xmlns:r="http://schemas.openxmlformats.org/officeDocument/2006/relationships" id="273" r:id="R20b6a83d7b004587"/>
    <p:sldId xmlns:r="http://schemas.openxmlformats.org/officeDocument/2006/relationships" id="274" r:id="Ra910b8a83abf4fbf"/>
    <p:sldId xmlns:r="http://schemas.openxmlformats.org/officeDocument/2006/relationships" id="275" r:id="R6ba2347a19704495"/>
    <p:sldId xmlns:r="http://schemas.openxmlformats.org/officeDocument/2006/relationships" id="276" r:id="Re57c699ddfb7432c"/>
    <p:sldId xmlns:r="http://schemas.openxmlformats.org/officeDocument/2006/relationships" id="277" r:id="Rd02c2fbe64fe4c03"/>
    <p:sldId xmlns:r="http://schemas.openxmlformats.org/officeDocument/2006/relationships" id="278" r:id="Rb26c93de9aea4328"/>
    <p:sldId xmlns:r="http://schemas.openxmlformats.org/officeDocument/2006/relationships" id="279" r:id="R61f7f7b5fb514614"/>
    <p:sldId xmlns:r="http://schemas.openxmlformats.org/officeDocument/2006/relationships" id="280" r:id="R176ceb7cd42c427e"/>
    <p:sldId xmlns:r="http://schemas.openxmlformats.org/officeDocument/2006/relationships" id="281" r:id="R5153065254ae4843"/>
    <p:sldId xmlns:r="http://schemas.openxmlformats.org/officeDocument/2006/relationships" id="282" r:id="R8d6e5ebaf9af470e"/>
    <p:sldId xmlns:r="http://schemas.openxmlformats.org/officeDocument/2006/relationships" id="283" r:id="R2995dc53d76642fe"/>
    <p:sldId xmlns:r="http://schemas.openxmlformats.org/officeDocument/2006/relationships" id="284" r:id="R474478d0e12b47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8f2bfcfba45da" /><Relationship Type="http://schemas.openxmlformats.org/officeDocument/2006/relationships/theme" Target="/ppt/theme/theme1.xml" Id="R1724f119606d49d6" /><Relationship Type="http://schemas.openxmlformats.org/officeDocument/2006/relationships/notesMaster" Target="/ppt/notesMasters/notesMaster1.xml" Id="R3844246172b645d6" /><Relationship Type="http://schemas.openxmlformats.org/officeDocument/2006/relationships/presProps" Target="/ppt/presProps.xml" Id="Rba2647037e74496c" /><Relationship Type="http://schemas.openxmlformats.org/officeDocument/2006/relationships/viewProps" Target="/ppt/viewProps.xml" Id="R5adb6a6680f14c80" /><Relationship Type="http://schemas.openxmlformats.org/officeDocument/2006/relationships/tableStyles" Target="/ppt/tableStyles.xml" Id="R6be256454468425a" /><Relationship Type="http://schemas.openxmlformats.org/officeDocument/2006/relationships/slide" Target="/ppt/slides/slide1.xml" Id="R1790c80be58a433a" /><Relationship Type="http://schemas.openxmlformats.org/officeDocument/2006/relationships/slide" Target="/ppt/slides/slide2.xml" Id="R0427245fb4c44ff8" /><Relationship Type="http://schemas.openxmlformats.org/officeDocument/2006/relationships/slide" Target="/ppt/slides/slide3.xml" Id="R80eff5f773f44eba" /><Relationship Type="http://schemas.openxmlformats.org/officeDocument/2006/relationships/slide" Target="/ppt/slides/slide4.xml" Id="R17e02424f9dd436f" /><Relationship Type="http://schemas.openxmlformats.org/officeDocument/2006/relationships/slide" Target="/ppt/slides/slide5.xml" Id="Rba7570dd3644458b" /><Relationship Type="http://schemas.openxmlformats.org/officeDocument/2006/relationships/slide" Target="/ppt/slides/slide6.xml" Id="R46081abf8f3d46fb" /><Relationship Type="http://schemas.openxmlformats.org/officeDocument/2006/relationships/slide" Target="/ppt/slides/slide7.xml" Id="Rcfd778c0ef36493a" /><Relationship Type="http://schemas.openxmlformats.org/officeDocument/2006/relationships/slide" Target="/ppt/slides/slide8.xml" Id="Rcfad1db115c34aa2" /><Relationship Type="http://schemas.openxmlformats.org/officeDocument/2006/relationships/slide" Target="/ppt/slides/slide9.xml" Id="R4651c540806e4ee6" /><Relationship Type="http://schemas.openxmlformats.org/officeDocument/2006/relationships/slide" Target="/ppt/slides/slide10.xml" Id="R896a6344a6e94d8e" /><Relationship Type="http://schemas.openxmlformats.org/officeDocument/2006/relationships/slide" Target="/ppt/slides/slide11.xml" Id="R0e3c1466d3b74e06" /><Relationship Type="http://schemas.openxmlformats.org/officeDocument/2006/relationships/slide" Target="/ppt/slides/slide12.xml" Id="R49ef7aa24bd84e54" /><Relationship Type="http://schemas.openxmlformats.org/officeDocument/2006/relationships/slide" Target="/ppt/slides/slide13.xml" Id="R6526147b9ff1460c" /><Relationship Type="http://schemas.openxmlformats.org/officeDocument/2006/relationships/slide" Target="/ppt/slides/slide14.xml" Id="Rdfa04af7a7dd426c" /><Relationship Type="http://schemas.openxmlformats.org/officeDocument/2006/relationships/slide" Target="/ppt/slides/slide15.xml" Id="R1ed02dce397d42e3" /><Relationship Type="http://schemas.openxmlformats.org/officeDocument/2006/relationships/slide" Target="/ppt/slides/slide16.xml" Id="R03847ec2bd174e3f" /><Relationship Type="http://schemas.openxmlformats.org/officeDocument/2006/relationships/slide" Target="/ppt/slides/slide17.xml" Id="Rc5452d2594ce4623" /><Relationship Type="http://schemas.openxmlformats.org/officeDocument/2006/relationships/slide" Target="/ppt/slides/slide18.xml" Id="R20b6a83d7b004587" /><Relationship Type="http://schemas.openxmlformats.org/officeDocument/2006/relationships/slide" Target="/ppt/slides/slide19.xml" Id="Ra910b8a83abf4fbf" /><Relationship Type="http://schemas.openxmlformats.org/officeDocument/2006/relationships/slide" Target="/ppt/slides/slide20.xml" Id="R6ba2347a19704495" /><Relationship Type="http://schemas.openxmlformats.org/officeDocument/2006/relationships/slide" Target="/ppt/slides/slide21.xml" Id="Re57c699ddfb7432c" /><Relationship Type="http://schemas.openxmlformats.org/officeDocument/2006/relationships/slide" Target="/ppt/slides/slide22.xml" Id="Rd02c2fbe64fe4c03" /><Relationship Type="http://schemas.openxmlformats.org/officeDocument/2006/relationships/slide" Target="/ppt/slides/slide23.xml" Id="Rb26c93de9aea4328" /><Relationship Type="http://schemas.openxmlformats.org/officeDocument/2006/relationships/slide" Target="/ppt/slides/slide24.xml" Id="R61f7f7b5fb514614" /><Relationship Type="http://schemas.openxmlformats.org/officeDocument/2006/relationships/slide" Target="/ppt/slides/slide25.xml" Id="R176ceb7cd42c427e" /><Relationship Type="http://schemas.openxmlformats.org/officeDocument/2006/relationships/slide" Target="/ppt/slides/slide26.xml" Id="R5153065254ae4843" /><Relationship Type="http://schemas.openxmlformats.org/officeDocument/2006/relationships/slide" Target="/ppt/slides/slide27.xml" Id="R8d6e5ebaf9af470e" /><Relationship Type="http://schemas.openxmlformats.org/officeDocument/2006/relationships/slide" Target="/ppt/slides/slide28.xml" Id="R2995dc53d76642fe" /><Relationship Type="http://schemas.openxmlformats.org/officeDocument/2006/relationships/slide" Target="/ppt/slides/slide29.xml" Id="R474478d0e12b47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0829b6af10248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873638af894e29" /><Relationship Type="http://schemas.openxmlformats.org/officeDocument/2006/relationships/notesMaster" Target="/ppt/notesMasters/notesMaster1.xml" Id="Rb22f83a1fc9245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ccd46cd1484148" /><Relationship Type="http://schemas.openxmlformats.org/officeDocument/2006/relationships/notesMaster" Target="/ppt/notesMasters/notesMaster1.xml" Id="R91ad1d4a5caa4e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2352d9088c49c0" /><Relationship Type="http://schemas.openxmlformats.org/officeDocument/2006/relationships/notesMaster" Target="/ppt/notesMasters/notesMaster1.xml" Id="Rcf3ae8a47bb440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d192ffcd8d43fd" /><Relationship Type="http://schemas.openxmlformats.org/officeDocument/2006/relationships/notesMaster" Target="/ppt/notesMasters/notesMaster1.xml" Id="R33732390fac84b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2b8b4d34fc4443" /><Relationship Type="http://schemas.openxmlformats.org/officeDocument/2006/relationships/notesMaster" Target="/ppt/notesMasters/notesMaster1.xml" Id="Rae62d24c5a6e41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d8409a529d4c4c" /><Relationship Type="http://schemas.openxmlformats.org/officeDocument/2006/relationships/notesMaster" Target="/ppt/notesMasters/notesMaster1.xml" Id="R82d3778655de44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a379f84ff04907" /><Relationship Type="http://schemas.openxmlformats.org/officeDocument/2006/relationships/notesMaster" Target="/ppt/notesMasters/notesMaster1.xml" Id="R1c623e8764fb43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d98e7ab59c47a2" /><Relationship Type="http://schemas.openxmlformats.org/officeDocument/2006/relationships/notesMaster" Target="/ppt/notesMasters/notesMaster1.xml" Id="R9ff193618a9b42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cc1705fc8d4ed0" /><Relationship Type="http://schemas.openxmlformats.org/officeDocument/2006/relationships/notesMaster" Target="/ppt/notesMasters/notesMaster1.xml" Id="R2ff6562f6a1f4e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e9ca63ef2243fd" /><Relationship Type="http://schemas.openxmlformats.org/officeDocument/2006/relationships/notesMaster" Target="/ppt/notesMasters/notesMaster1.xml" Id="Rba32f411799e4a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7759699dcc457a" /><Relationship Type="http://schemas.openxmlformats.org/officeDocument/2006/relationships/notesMaster" Target="/ppt/notesMasters/notesMaster1.xml" Id="R76a184780f124f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3ab9bd32b14101" /><Relationship Type="http://schemas.openxmlformats.org/officeDocument/2006/relationships/notesMaster" Target="/ppt/notesMasters/notesMaster1.xml" Id="R8561aa32851d46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2f3588516441c1" /><Relationship Type="http://schemas.openxmlformats.org/officeDocument/2006/relationships/notesMaster" Target="/ppt/notesMasters/notesMaster1.xml" Id="R3a1a767554c842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2fba337efb4e2a" /><Relationship Type="http://schemas.openxmlformats.org/officeDocument/2006/relationships/notesMaster" Target="/ppt/notesMasters/notesMaster1.xml" Id="Rc8288b46d3dc44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560d0f2c5a43ae" /><Relationship Type="http://schemas.openxmlformats.org/officeDocument/2006/relationships/notesMaster" Target="/ppt/notesMasters/notesMaster1.xml" Id="Rcf5f5561f04243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d12a74003a4501" /><Relationship Type="http://schemas.openxmlformats.org/officeDocument/2006/relationships/notesMaster" Target="/ppt/notesMasters/notesMaster1.xml" Id="Ra15a36950ad847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cd07227b774a44" /><Relationship Type="http://schemas.openxmlformats.org/officeDocument/2006/relationships/notesMaster" Target="/ppt/notesMasters/notesMaster1.xml" Id="R4be7c4929c6a46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cce56587e14f8a" /><Relationship Type="http://schemas.openxmlformats.org/officeDocument/2006/relationships/notesMaster" Target="/ppt/notesMasters/notesMaster1.xml" Id="R0cf64d3a85a447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1bc375d9344d60" /><Relationship Type="http://schemas.openxmlformats.org/officeDocument/2006/relationships/notesMaster" Target="/ppt/notesMasters/notesMaster1.xml" Id="R711a1dd914e74e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242063ca4e4216" /><Relationship Type="http://schemas.openxmlformats.org/officeDocument/2006/relationships/notesMaster" Target="/ppt/notesMasters/notesMaster1.xml" Id="R5d951e75aef94c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fa7f45b3704bdd" /><Relationship Type="http://schemas.openxmlformats.org/officeDocument/2006/relationships/notesMaster" Target="/ppt/notesMasters/notesMaster1.xml" Id="R4ec87977e8a24c1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af659cb27d4bd4" /><Relationship Type="http://schemas.openxmlformats.org/officeDocument/2006/relationships/notesMaster" Target="/ppt/notesMasters/notesMaster1.xml" Id="R88f07dbf1d86408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bf0a1a0c31a4a0a" /><Relationship Type="http://schemas.openxmlformats.org/officeDocument/2006/relationships/notesMaster" Target="/ppt/notesMasters/notesMaster1.xml" Id="R40683286122d456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e9817f598164869" /><Relationship Type="http://schemas.openxmlformats.org/officeDocument/2006/relationships/notesMaster" Target="/ppt/notesMasters/notesMaster1.xml" Id="R45a3ab6a24654b3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268bc67c2dc4e72" /><Relationship Type="http://schemas.openxmlformats.org/officeDocument/2006/relationships/notesMaster" Target="/ppt/notesMasters/notesMaster1.xml" Id="R60f4605a9c6a44a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2fcd169cf31419a" /><Relationship Type="http://schemas.openxmlformats.org/officeDocument/2006/relationships/notesMaster" Target="/ppt/notesMasters/notesMaster1.xml" Id="Re4bc43631d4a43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ba90863ab3b4d8f" /><Relationship Type="http://schemas.openxmlformats.org/officeDocument/2006/relationships/notesMaster" Target="/ppt/notesMasters/notesMaster1.xml" Id="Rb0450f5ae6d242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0b0c286399c4422" /><Relationship Type="http://schemas.openxmlformats.org/officeDocument/2006/relationships/notesMaster" Target="/ppt/notesMasters/notesMaster1.xml" Id="R7bef2707d52c445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de5bce840a54bd0" /><Relationship Type="http://schemas.openxmlformats.org/officeDocument/2006/relationships/notesMaster" Target="/ppt/notesMasters/notesMaster1.xml" Id="R3472237051d043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a733f454c4f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a00560ab448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6495084a340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e820bf0f744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dacdb732346a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4265d7c0043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d9e70b5a749d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bef9e34744aa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8559f28f444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9efbe03594ce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3892eeb634bb2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cf416cedc9f4de6" /><Relationship Type="http://schemas.openxmlformats.org/officeDocument/2006/relationships/slideLayout" Target="/ppt/slideLayouts/slideLayout2.xml" Id="R2d181cf4ad464363" /><Relationship Type="http://schemas.openxmlformats.org/officeDocument/2006/relationships/slideLayout" Target="/ppt/slideLayouts/slideLayout3.xml" Id="R381424edb80e4c42" /><Relationship Type="http://schemas.openxmlformats.org/officeDocument/2006/relationships/slideLayout" Target="/ppt/slideLayouts/slideLayout4.xml" Id="R19e1b829d256421c" /><Relationship Type="http://schemas.openxmlformats.org/officeDocument/2006/relationships/slideLayout" Target="/ppt/slideLayouts/slideLayout5.xml" Id="R0c07689168284253" /><Relationship Type="http://schemas.openxmlformats.org/officeDocument/2006/relationships/slideLayout" Target="/ppt/slideLayouts/slideLayout6.xml" Id="R5c693336dd1a463a" /><Relationship Type="http://schemas.openxmlformats.org/officeDocument/2006/relationships/slideLayout" Target="/ppt/slideLayouts/slideLayout7.xml" Id="Rcba22ff1dae94d1a" /><Relationship Type="http://schemas.openxmlformats.org/officeDocument/2006/relationships/slideLayout" Target="/ppt/slideLayouts/slideLayout8.xml" Id="R5f70261f184243d4" /><Relationship Type="http://schemas.openxmlformats.org/officeDocument/2006/relationships/slideLayout" Target="/ppt/slideLayouts/slideLayout9.xml" Id="R9aff89c781c2475a" /><Relationship Type="http://schemas.openxmlformats.org/officeDocument/2006/relationships/slideLayout" Target="/ppt/slideLayouts/slideLayout10.xml" Id="R2e50ff09fc554331" /><Relationship Type="http://schemas.openxmlformats.org/officeDocument/2006/relationships/slideLayout" Target="/ppt/slideLayouts/slideLayout11.xml" Id="Rf3b3f9d44bcd4d53" /><Relationship Type="http://schemas.openxmlformats.org/officeDocument/2006/relationships/slideLayout" Target="/ppt/slideLayouts/slideLayout12.xml" Id="R1d7d8819a0a04ed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181cf4ad464363"/>
    <p:sldLayoutId xmlns:r="http://schemas.openxmlformats.org/officeDocument/2006/relationships" id="2147483650" r:id="R381424edb80e4c42"/>
    <p:sldLayoutId xmlns:r="http://schemas.openxmlformats.org/officeDocument/2006/relationships" id="2147483651" r:id="R19e1b829d256421c"/>
    <p:sldLayoutId xmlns:r="http://schemas.openxmlformats.org/officeDocument/2006/relationships" id="2147483652" r:id="R0c07689168284253"/>
    <p:sldLayoutId xmlns:r="http://schemas.openxmlformats.org/officeDocument/2006/relationships" id="2147483653" r:id="R5c693336dd1a463a"/>
    <p:sldLayoutId xmlns:r="http://schemas.openxmlformats.org/officeDocument/2006/relationships" id="2147483654" r:id="Rcba22ff1dae94d1a"/>
    <p:sldLayoutId xmlns:r="http://schemas.openxmlformats.org/officeDocument/2006/relationships" id="2147483655" r:id="R5f70261f184243d4"/>
    <p:sldLayoutId xmlns:r="http://schemas.openxmlformats.org/officeDocument/2006/relationships" id="2147483656" r:id="R9aff89c781c2475a"/>
    <p:sldLayoutId xmlns:r="http://schemas.openxmlformats.org/officeDocument/2006/relationships" id="2147483657" r:id="R2e50ff09fc554331"/>
    <p:sldLayoutId xmlns:r="http://schemas.openxmlformats.org/officeDocument/2006/relationships" id="2147483658" r:id="Rf3b3f9d44bcd4d53"/>
    <p:sldLayoutId xmlns:r="http://schemas.openxmlformats.org/officeDocument/2006/relationships" id="2147483659" r:id="R1d7d8819a0a04e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0727d0c3347464d" /><Relationship Type="http://schemas.openxmlformats.org/officeDocument/2006/relationships/image" Target="/ppt/media/image.png" Id="Rf9d9097998334a96" /><Relationship Type="http://schemas.openxmlformats.org/officeDocument/2006/relationships/image" Target="/ppt/media/image2.png" Id="Rf16fd715f0b9470f" /><Relationship Type="http://schemas.openxmlformats.org/officeDocument/2006/relationships/notesSlide" Target="/ppt/notesSlides/notesSlide1.xml" Id="R1b588429e0f144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3d6a8a7944366" /><Relationship Type="http://schemas.openxmlformats.org/officeDocument/2006/relationships/image" Target="/ppt/media/image2.png" Id="Rc30f785519cb4d21" /><Relationship Type="http://schemas.openxmlformats.org/officeDocument/2006/relationships/notesSlide" Target="/ppt/notesSlides/notesSlide2.xml" Id="R82e00bd6f14b42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b215857bab54209" /><Relationship Type="http://schemas.openxmlformats.org/officeDocument/2006/relationships/image" Target="/ppt/media/image2.png" Id="Rb478cf9749fc453b" /><Relationship Type="http://schemas.openxmlformats.org/officeDocument/2006/relationships/notesSlide" Target="/ppt/notesSlides/notesSlide3.xml" Id="Ra51048bcb5bf48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750b87522f44d05" /><Relationship Type="http://schemas.openxmlformats.org/officeDocument/2006/relationships/image" Target="/ppt/media/image3.png" Id="Rb67dc4e4471c4f69" /><Relationship Type="http://schemas.openxmlformats.org/officeDocument/2006/relationships/notesSlide" Target="/ppt/notesSlides/notesSlide4.xml" Id="Rc3b7741e36c240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e7f9f7be4be4322" /><Relationship Type="http://schemas.openxmlformats.org/officeDocument/2006/relationships/image" Target="/ppt/media/image3.png" Id="R23da02e038cf4799" /><Relationship Type="http://schemas.openxmlformats.org/officeDocument/2006/relationships/notesSlide" Target="/ppt/notesSlides/notesSlide5.xml" Id="Ra041174bae8641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a1567e64b8c45d3" /><Relationship Type="http://schemas.openxmlformats.org/officeDocument/2006/relationships/image" Target="/ppt/media/image2.png" Id="R68ffb1da71c544c5" /><Relationship Type="http://schemas.openxmlformats.org/officeDocument/2006/relationships/notesSlide" Target="/ppt/notesSlides/notesSlide6.xml" Id="R61abc3aea2284a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bbecc21aa5c4174" /><Relationship Type="http://schemas.openxmlformats.org/officeDocument/2006/relationships/image" Target="/ppt/media/image3.png" Id="Rbb38564467524087" /><Relationship Type="http://schemas.openxmlformats.org/officeDocument/2006/relationships/notesSlide" Target="/ppt/notesSlides/notesSlide7.xml" Id="R0892d0b5920a4f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a43907e209f4352" /><Relationship Type="http://schemas.openxmlformats.org/officeDocument/2006/relationships/image" Target="/ppt/media/image3.png" Id="R029f869b06534375" /><Relationship Type="http://schemas.openxmlformats.org/officeDocument/2006/relationships/notesSlide" Target="/ppt/notesSlides/notesSlide8.xml" Id="R39614f88d46b4e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019aad483bb4991" /><Relationship Type="http://schemas.openxmlformats.org/officeDocument/2006/relationships/image" Target="/ppt/media/image3.png" Id="Rb06ea194962b4ed5" /><Relationship Type="http://schemas.openxmlformats.org/officeDocument/2006/relationships/notesSlide" Target="/ppt/notesSlides/notesSlide9.xml" Id="R494ecb5ea7b646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a9960680cf74f9c" /><Relationship Type="http://schemas.openxmlformats.org/officeDocument/2006/relationships/image" Target="/ppt/media/image2.png" Id="Re773c2fec80c4a0c" /><Relationship Type="http://schemas.openxmlformats.org/officeDocument/2006/relationships/notesSlide" Target="/ppt/notesSlides/notesSlide10.xml" Id="Re0b51e6d5ded4d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a32d7847dca4ac9" /><Relationship Type="http://schemas.openxmlformats.org/officeDocument/2006/relationships/image" Target="/ppt/media/image3.png" Id="R7e34fb1551f34e69" /><Relationship Type="http://schemas.openxmlformats.org/officeDocument/2006/relationships/notesSlide" Target="/ppt/notesSlides/notesSlide11.xml" Id="Rdae6dd2fd93d4a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222b5c30ff4a51" /><Relationship Type="http://schemas.openxmlformats.org/officeDocument/2006/relationships/image" Target="/ppt/media/image3.png" Id="R543d0320ba2644e9" /><Relationship Type="http://schemas.openxmlformats.org/officeDocument/2006/relationships/notesSlide" Target="/ppt/notesSlides/notesSlide12.xml" Id="Rbc3d47ef608745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abd5739a88b49fe" /><Relationship Type="http://schemas.openxmlformats.org/officeDocument/2006/relationships/image" Target="/ppt/media/image3.png" Id="Re81afd7156764b96" /><Relationship Type="http://schemas.openxmlformats.org/officeDocument/2006/relationships/notesSlide" Target="/ppt/notesSlides/notesSlide13.xml" Id="R237a1b55177841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e998e33250a4acc" /><Relationship Type="http://schemas.openxmlformats.org/officeDocument/2006/relationships/image" Target="/ppt/media/image3.png" Id="Rfbc51670a74744fc" /><Relationship Type="http://schemas.openxmlformats.org/officeDocument/2006/relationships/notesSlide" Target="/ppt/notesSlides/notesSlide14.xml" Id="R4290c604dbe04f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eca863604804b89" /><Relationship Type="http://schemas.openxmlformats.org/officeDocument/2006/relationships/image" Target="/ppt/media/image3.png" Id="Rc593d19e4c494c30" /><Relationship Type="http://schemas.openxmlformats.org/officeDocument/2006/relationships/notesSlide" Target="/ppt/notesSlides/notesSlide15.xml" Id="Rde09addba63b40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e3cb1be41304835" /><Relationship Type="http://schemas.openxmlformats.org/officeDocument/2006/relationships/image" Target="/ppt/media/image3.png" Id="R62d2331b8fae4719" /><Relationship Type="http://schemas.openxmlformats.org/officeDocument/2006/relationships/notesSlide" Target="/ppt/notesSlides/notesSlide16.xml" Id="Rd7a65a57492147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1fd137922c4de2" /><Relationship Type="http://schemas.openxmlformats.org/officeDocument/2006/relationships/image" Target="/ppt/media/image3.png" Id="R8ef813a979bf48b7" /><Relationship Type="http://schemas.openxmlformats.org/officeDocument/2006/relationships/notesSlide" Target="/ppt/notesSlides/notesSlide17.xml" Id="R3528bd2d9d8547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9bf592bcaf4033" /><Relationship Type="http://schemas.openxmlformats.org/officeDocument/2006/relationships/image" Target="/ppt/media/image3.png" Id="Rc27f90e7eeac4c4e" /><Relationship Type="http://schemas.openxmlformats.org/officeDocument/2006/relationships/notesSlide" Target="/ppt/notesSlides/notesSlide18.xml" Id="R5743e20a76a945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3022c256f6c4a2f" /><Relationship Type="http://schemas.openxmlformats.org/officeDocument/2006/relationships/image" Target="/ppt/media/image3.png" Id="Rd232e851d01e463f" /><Relationship Type="http://schemas.openxmlformats.org/officeDocument/2006/relationships/notesSlide" Target="/ppt/notesSlides/notesSlide19.xml" Id="Re83e487a0af94d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585a3dd05f145a5" /><Relationship Type="http://schemas.openxmlformats.org/officeDocument/2006/relationships/image" Target="/ppt/media/image3.png" Id="R9da4b907b3204867" /><Relationship Type="http://schemas.openxmlformats.org/officeDocument/2006/relationships/notesSlide" Target="/ppt/notesSlides/notesSlide20.xml" Id="R417d43d0900d4a4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704257897954fbb" /><Relationship Type="http://schemas.openxmlformats.org/officeDocument/2006/relationships/image" Target="/ppt/media/image3.png" Id="R3a6ce34298ad4f4e" /><Relationship Type="http://schemas.openxmlformats.org/officeDocument/2006/relationships/notesSlide" Target="/ppt/notesSlides/notesSlide21.xml" Id="R332cef36eb6a40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9fec8d6cb914fba" /><Relationship Type="http://schemas.openxmlformats.org/officeDocument/2006/relationships/image" Target="/ppt/media/image3.png" Id="R2f9bbf6d2e444e86" /><Relationship Type="http://schemas.openxmlformats.org/officeDocument/2006/relationships/notesSlide" Target="/ppt/notesSlides/notesSlide22.xml" Id="Rb000e2c9bd214f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b6045a8f5974808" /><Relationship Type="http://schemas.openxmlformats.org/officeDocument/2006/relationships/image" Target="/ppt/media/image3.png" Id="R9ea49a9fe1544e7d" /><Relationship Type="http://schemas.openxmlformats.org/officeDocument/2006/relationships/notesSlide" Target="/ppt/notesSlides/notesSlide23.xml" Id="R35f4126376ae481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d392166cd274c33" /><Relationship Type="http://schemas.openxmlformats.org/officeDocument/2006/relationships/image" Target="/ppt/media/image3.png" Id="R7681e1cecdbc4977" /><Relationship Type="http://schemas.openxmlformats.org/officeDocument/2006/relationships/notesSlide" Target="/ppt/notesSlides/notesSlide24.xml" Id="R2dbbcb5917f04af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f8d4c5a41f34ead" /><Relationship Type="http://schemas.openxmlformats.org/officeDocument/2006/relationships/image" Target="/ppt/media/image2.png" Id="R4a49404e9faa446f" /><Relationship Type="http://schemas.openxmlformats.org/officeDocument/2006/relationships/notesSlide" Target="/ppt/notesSlides/notesSlide25.xml" Id="R8f6a91a93446438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3638a73fc1448cd" /><Relationship Type="http://schemas.openxmlformats.org/officeDocument/2006/relationships/image" Target="/ppt/media/image3.png" Id="Rfbc53e3860bb49d3" /><Relationship Type="http://schemas.openxmlformats.org/officeDocument/2006/relationships/notesSlide" Target="/ppt/notesSlides/notesSlide26.xml" Id="R881447d9f64e4c9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67a3d88a444b0f" /><Relationship Type="http://schemas.openxmlformats.org/officeDocument/2006/relationships/image" Target="/ppt/media/image3.png" Id="R2878e9add46045ab" /><Relationship Type="http://schemas.openxmlformats.org/officeDocument/2006/relationships/notesSlide" Target="/ppt/notesSlides/notesSlide27.xml" Id="R20f9b74ae1d0431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25ca3203b9e4119" /><Relationship Type="http://schemas.openxmlformats.org/officeDocument/2006/relationships/image" Target="/ppt/media/image3.png" Id="R4d51154d1569416b" /><Relationship Type="http://schemas.openxmlformats.org/officeDocument/2006/relationships/notesSlide" Target="/ppt/notesSlides/notesSlide28.xml" Id="Rf27aa8b359a3421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5f3b4d79c164eaa" /><Relationship Type="http://schemas.openxmlformats.org/officeDocument/2006/relationships/image" Target="/ppt/media/image2.png" Id="R0ebaa9c601384bc2" /><Relationship Type="http://schemas.openxmlformats.org/officeDocument/2006/relationships/notesSlide" Target="/ppt/notesSlides/notesSlide29.xml" Id="R129518413e3c43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9097998334a96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fd715f0b947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f785519cb4d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8cf9749fc45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dc4e4471c4f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50D487-CF38-4BE5-A71D-59560D2C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D0E70C-8707-4BF5-B33A-10D69F9E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D39800-B763-4749-A220-81381B25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F88F87-3506-47B8-B6E2-BACCF935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D2D7B2-05A0-4977-8A10-8DF0DC22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94E225-59C1-47B8-AACB-42A6D483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FEF70C-2FFF-4AA7-9EF5-209F2B77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1C3237-EC15-4D85-9382-400F0A81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CCF32E-1F6D-4914-9D5B-6D38894E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D0DAFD-01BD-42CF-B688-8A53C4D5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33E427-D2C7-45E3-8C91-76D3FEAF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0E2DD5-15F8-4013-B2AC-DE62BAED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485D68-10CA-408D-9BA6-5A0A3D3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AB8640-BC6D-4188-94D6-510C62CE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F49E91-3E43-4F23-8B1F-B8B995A5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EAE31E-F16F-48D1-A4E8-86A44596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a02e038cf47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C94235-88AE-47E8-96E4-9EE31526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6C6AC3-35C5-47AD-AD2D-23E274F3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EE4E34-F13A-4784-88A1-33B560A2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59F35E-337B-4DBE-831E-83905FD6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104285-3047-4BB0-8900-C8615D53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063815-B581-46C1-995B-9CA35FFE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7FE339-FA3F-4501-B79C-F86AEB3E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99FEEB-4A8B-4977-A779-94DE9B12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E62B60-36F4-45D3-811F-6D55F823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CE3C2B-7CA5-433A-B337-36AE6BE7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1E0F84-C06A-4A3A-BA07-1DEBA1B7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C7ECF1-433B-4009-9AA2-73CFB655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278029-AF67-45BC-AF64-482532E1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91D9BE-5178-4062-9E2F-B3689E4B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C13038-3AE9-48EF-8ABB-849427C5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618CCD-A051-4993-B03F-242CBE8A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B8DA52-079B-4D31-AAE5-40BC70F3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190DC73-53DD-466C-84CC-176DF4C9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CD3871-89F8-4324-B4F6-1F7CF6F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EC847C-2221-4DD6-8391-8F325006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4C992C-7963-4FB3-A0FC-CC82AD5F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909F36-4C3A-468C-BD01-D8D4A642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0D514E-DEE0-40D5-95CB-EB83180B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41A94F-6086-428D-A9C8-63D965FC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267D12-9F1D-43A6-881C-190AFDB0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EF48711-9DE2-4C36-A344-1AEC278C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fb1da71c544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8564467524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027058-4261-4A1B-83D8-8874E465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B3ADCD-3382-41CA-B46E-207FB490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5B8C7E-5D72-4E54-A50A-EB7FDF0B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972EAD-7CE1-4195-954F-D81D0567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648384-B972-4750-8A3A-A3A2BD3D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05C5EB-C3C5-483B-A9D7-26C00D8E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353703-14B1-467A-B816-97BA6B80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01B899-8CD7-46C7-80E2-D83C530F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BF9599-0974-4620-961E-A556FB4B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46A402-37A6-4A1E-BE1C-4E40166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90A90E-92FD-43B1-91CC-FC4B2708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E2602C-8ABD-4357-AE32-8EF651B4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DA6797-F62E-42B5-9DE8-33A03401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DEAB145-832B-4CBB-ACDF-70AC8AF0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F89070-663F-441A-A82B-CC3AAADC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F29E76-0529-4DDA-964F-6AD75FA0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46FD89-AB40-4658-AB5D-4F8EEDBB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FF79A2-3756-4EC6-9424-68C2E4C9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D4DB16-266D-464D-B9BA-D93750A4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4E76309-7894-4D18-A9F1-1D3B46D9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63E91B-2E90-47EA-B349-6B7E5ACA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817AC28-4F37-4AB4-90C5-91E81AA5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1D9F39F-B228-412D-B66B-2E635875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838ADE1-FFF7-4219-8FAA-AA34A529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9AB8EDC-37A6-4BF6-8206-06754774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87C5A5E-E636-4B7E-B247-DA347B38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900006E-CCC1-4049-B433-E30069A5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EEF036-DEE6-48AF-BF72-F1959DA2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DDE1B6-16CC-4A45-90A5-F42F5D62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E9FE651-88CB-4DED-87D8-015447DA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AD3A75D-DB06-4226-9F87-001FAE39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B05E821-24F9-43DD-A235-307F06E6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783FAD4-322E-426F-91F9-C7BCFE81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E96740-AE02-4904-9C5A-F8CCBF5A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E719BC0-679E-4A54-9F13-80F66193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0B25B63-8F65-4974-9662-4842DA89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E788B9-7BCC-4936-94C3-92B249BB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4EB64E-9D70-49DD-BFF7-E77C1355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354CDB0-90B0-4ABC-AFA7-A0126E28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219F82-63CF-4852-B0F8-E41DC907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B5A33F9-1341-4E0E-AB5E-5A48B1A2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318832A-10C4-4427-A7D5-E0AC220A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C85B0CA-88A9-47CA-867C-DE51021A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590A615-E337-45C8-BD58-0C16D31D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50E6AA-44B1-4076-8D3D-8B7E82F6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6CBE924-03D5-4083-BB81-E77047CF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B682B2A-8C20-4495-90C3-E860B0AA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f869b065343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1D93A84-D346-43AC-8955-EC7F8E95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2C1507E-00F0-4AAB-8CFB-106D4A17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E097C60-0BF8-4A4F-8A69-F31E1D6E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1010CCD-A732-40B4-B8C2-4CBCD9E6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AD99DFF-023D-4E67-A45C-04765E57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D4CA8D7-99CD-4639-8352-521C3920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1595FEB-1D56-43F1-B0F7-8AB4EB56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8EC85D0-588A-4144-B239-95B71236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3FF2B28-01B4-44A1-A764-4E616D50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B9C5C3E-2B95-4A18-8774-AB796DD2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2ADC4FC-E370-4904-AFFE-4285DC7C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C235464-C907-4149-99B1-5D2908E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3E7D406-0AB7-4F2F-B34D-85DC245E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81066D8-6F1D-4B9E-8930-03747050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3EE98EB-EB45-492C-8E02-3DBB5351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0372502-A814-4E25-9C57-11C43ACF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2B21E1E-33C0-4851-A3CF-9A86A250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3E3219C-D652-4CCB-BEE1-13EB852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4C76677-70C9-4985-AA6F-02DF01A2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43392AA-B872-4D9B-84F2-71C3BAEC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F38B257-9FE0-4621-9FFE-4D9FAF38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DE6C3FC-C50A-43D9-8292-7AA3F04F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EDE38CB-22DA-49CC-BEE2-F3383448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E509652-8400-4825-BC73-2AAE1B16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ea194962b4e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464A325-40A6-48FE-A4B4-97C58AC3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34B185F-E1A3-4F9E-8F7D-6FD9E4E1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F72DFC6-2B69-4DF5-9D66-60A4741B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D8AF88A-68A6-4119-9480-76E87307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453F3C7-B170-4957-89DA-3AAFCCCC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9836E54-AA15-4D3A-849A-2EBC3370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3FB51E1-FA8D-483E-BDD8-DDF024D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C5C9EFA-360D-4F4F-92AF-C0E903A3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202FFB8-B876-4A6D-8C1D-109B7109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27F35C4-4DA3-4E45-88AB-4802464E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D44BFDE-F23B-45F3-9BFF-884964D7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4CB1903-8DC2-4F92-A2FB-B800948D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2EA7761-1112-4697-A2BF-DEB463EA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9747C2B-277C-4BCF-B4CC-2181A410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4086E56-F0E4-4230-9487-D5924180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C4F104F-D534-498F-86E8-48B3F2CE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2A5A3DC-EC2B-4119-BA6C-44CA4ED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36D9D87-7FFF-4F0D-9C1B-5DF848E7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3c2fec80c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4fb1551f34e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E82EA73-4CCC-4106-A23C-3C6136CE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E54A785-5DBD-4AA8-9978-E1BFD1EE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E903654-D17D-4BD2-9327-ADC4DE32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4F2829E-445E-4803-B8C2-0776445B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FF24E08-9F4A-4352-A7F7-4003E44E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039CC75-DC0A-47B2-9232-99D1A533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5182E42-A5D7-4DC4-BD83-E4A3A5D6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1F0B5C2-92F7-493E-B3B3-5FFA0DBE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DB9DBD4-C197-4D31-9651-F42ECAD5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7FF5451-8F0F-4BAF-9477-CAB2A9B8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2A8A09C-1BA4-4249-8CF0-DA302E31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EDC53D6-87FC-4552-B284-DEA5C381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550A749-C040-4CDA-8B1E-4B91DBFA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4F65B5D-DE3F-4909-9DCF-F668CE16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3E282EF-66C3-4E1A-A05E-E143FAAD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D2CB120-B689-42C2-BB9B-F055362B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d0320ba2644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6E4688D-C810-4792-BA69-AD60FAFD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400048-6A8A-4475-B1D6-C525240F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C09A59A-F877-49E0-B6ED-E4CCB0EE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55C2647-0DB7-401C-8423-495D81C3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319B906-1F91-42C7-BE50-4C30B0F2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CBD4D39-B60D-437E-8E41-CE4C163B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C698361-A6E4-4C20-BCDB-02BBDB85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D07F9A1-CBCC-4C06-85DF-DE053AB8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EB4D256-670B-4F54-8602-0698D3E5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2EA780A-6FE3-4FDE-8651-6166AB8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59A8C61-5DD2-4C6B-ACA7-556CC44C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0E541B7-CC10-4AA8-8A40-5B839704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59F694C-CF28-42B2-B7FA-4C70DE99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94797AB-E656-4451-9A29-783F1AD7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FEFFB82-32D4-43EF-9A50-5AF3C9CA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CCE3432-58BB-4852-80B9-4E48A7F7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3EF88D2-F9C4-4C3D-A16A-09A9812B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BA22C21-3881-4633-A087-11DE0F8D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31FAB79-1409-4F92-979D-B3C6D7F1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25BC255-EE6B-4882-8454-6397EB5F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52ED6E0-B637-4B70-9E4C-F4D0E720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8893282-DAE4-4E45-8188-CB825879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B21905A-2694-45EF-B88F-C618B2CB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1537D27-4D56-44ED-AA6C-39BBCDEC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836B82A-BC3B-40E8-A10A-2C17B04B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3C9CB89-3A5C-47AA-860F-AA03AB3E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E121E50-03AB-40CC-853F-CA36A0D5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3B95E60-3B24-4AF5-A6CB-5786D3ED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343346C-14D3-4BB2-9816-C05382E7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4A39F56-CDED-4364-82DA-45C502E6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C127A64-1D5D-4D60-B74E-C86BC748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4AEEE1A-F930-4768-836F-E61EBF13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36ABEA6-1DC2-41F5-A134-906C006C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4059934-817A-4949-A06E-17B947E0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F931AF2-947F-4080-AA50-10A7C932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afd7156764b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9813D92-40CB-43C1-86A3-B1F0E8A1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69A0644-73E2-430E-A02F-FDD7D76B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3AC0CA-6349-42BE-AD39-02B8570B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4D5A805-A0AD-4819-8D5C-F4901F62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80061AD-FC0B-4F03-985E-4A9D1901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695784C-56CF-4AD6-98A2-01A7A3BC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6C0A2E9-05A3-49B9-97F9-886B7153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9F00CB-07EA-4D7B-ADF8-F9C7C7E3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9C363E7-AA1F-4753-B245-49E124A0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F4D5CE8-AD8E-4F63-9595-AE4632ED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466D5BD-DBF4-4E57-96C3-F588E1B5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C19B255-656A-4962-8D47-8BD4C095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879B9B4-3972-4697-8565-3AFA7415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2AA5AAE-1B2D-44B9-B353-9A2DDBE2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2534C4D-5394-4D1C-8D88-9B5F887B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CF7E74A-A04E-4401-8621-B9F4A05E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F3D6E30-87DC-47D2-B463-05A410A5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445C88A-6E95-4B69-8FF2-BBCDB03B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B12B68B-D24E-4493-BD79-48066B65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CD75670-0A55-41CB-86E6-D1C99E73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389BE57-0F91-4F18-B944-015470E3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579A206-466A-4FFF-80EB-2794250A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4F8DFE-1841-417E-8E75-C9BA2402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1108BD2-80BE-4D34-9416-96D7820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39A1678-666E-450A-ACA0-F8E802B7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4D8F63A-D860-438B-82CE-CDF84034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071EDA1-ECCE-401D-9D4D-E6D35AE2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381F314-E98A-49F2-B00A-E3B98C8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85CD05C-F080-475B-AE2D-603DC8F3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32D268-A5E7-4992-9C5C-08D16542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B39109C-2CED-412E-AAA4-65406C4C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7096FCF-0893-4C9D-B1FF-3EEB7710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E79042B-ACB8-43D6-8FB5-BED67686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67FA8FA-1C11-4425-94D8-3A9A1A20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EF9B347-A4C4-404D-9D0C-01752D34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A73A61F-1FBB-4578-AF18-88D55D9E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321592C-D22A-4963-BF81-E27A38A7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562E34B-64EB-4A76-BD06-D413F965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C7430E0-589E-416A-A934-709DD030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1137149-9605-4B2C-8BA1-731A1B70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B2358EF-CAC9-4FD9-B936-D74B0920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E9AAEDD-2D79-439D-BFA2-39550896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C168843-83FE-4F98-AF44-A36F2848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FF14FA6-B6A4-408E-AF9C-E78B27F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C0A420E-C9CB-4991-839B-F552E7A0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51670a74744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92B34A4-F1EA-462C-8E75-F444F0B0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35A18BB-B525-40B6-A53A-2EAE7547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3BC7727-5B04-4814-8C88-B2FD13F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52C1FE1-139B-404F-95CF-ED881BCB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837B603-C7FD-4682-981C-CB9FB556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8FCAB7C-6E41-4875-89A7-3FED2341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24381C6-834F-45F0-A9EE-EA1B04D2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C55EBB9-D831-4E8A-A996-82FCF12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1777559-C5A7-403F-8A11-E2066DE2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DFEBD5C-CF8F-4CC1-A0BC-05758918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8005B4F-267C-4C1C-B674-6E5D9E9E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2FC1E14-0464-4D41-A3C4-03040CA0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33F15A2-A8A3-4077-8434-4AF1CEF2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54F58BA-BCE8-4724-BD15-22E4BACE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F5D1ADE-FA50-4D1C-B490-F7D5E1D8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BC716EA-C8AA-4897-87EB-71C69158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8994F67-7842-4B6B-AA09-41850CD4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5127B13-F10D-48F6-9BC0-18B63231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42267D3-1CAB-4567-8CDD-0C75408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DB84C61-F607-4707-9062-C389C791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7B29027-EF62-4A3F-942A-902D2570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3CAC72A-DE2D-4789-87B1-2EC7139E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06FC2B3-71C3-4CE1-A81B-EC182C71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742FA09-3CB7-494A-9EF1-CB840E21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18AF40F-3AE4-4981-8E4D-75F324F7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C145AB6-DA1B-4D02-B9B9-5C71D625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02AA861-F399-46BF-AA26-F5555AEF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D27451F-8A54-428D-A946-566F2AD4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13ACF1E-8C47-4426-AC6B-D2F55CB0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51BF27D-92B1-4826-A279-419FB62F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A1D54BC-695E-406C-A43A-7F752464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E472475-36BB-4176-BCDB-96DBB768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E1F9E4B-1EC9-44F6-AC76-9D83FDB6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D02A651-1369-4BE9-A4B6-DE4C75E2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A7FE475-8E83-4E2B-A0FD-F5FFF7E9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D42EC0E-6BF6-4CE6-BD47-E384FB77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071CE55-9EEB-43AF-BFB5-13AB207C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34DAA8D-0FAD-4776-BD38-75417145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B2CCF1A-90E2-43D4-B7BB-0DA4C7FE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C743336-9F4C-4BA5-B45B-A893D8F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21FBA65-422D-4668-9820-3E9147B5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3d19e4c494c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3F333A6-058C-40D0-A01E-C1733C70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27823B9-1F3A-4597-867F-3B6E7C95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8529083-FDD3-47C7-83CC-8F4B6A57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24D17DF-73ED-47FA-994D-03CC9B41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58782CD-895A-484A-A565-35B022A0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20AA81A-D5DE-4D9D-8B76-10037649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C756298-AFA9-4191-8C6B-B5E15B83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C3F7AFE-1183-4C91-BB47-828A78B1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D79E8A1-0DE1-4EFD-91B1-8E269BF7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A9402E2-5400-4B1A-82B4-74FFC553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97B2CD3-584F-4C27-810B-F5EA6375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ACDDCC2-ED84-4D22-95F0-AB47FFE0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C8683D3-D435-4F48-BAAA-100981D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9D96BAB-5B15-4A10-B226-D6BE26A4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066B910-046C-47BA-9F19-AAF9BC14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C3B7F28-B54F-4F75-95A6-F39C8CB1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B530462-D3AC-40F3-BDE8-3A778677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CD396B8-C7E8-4620-B1DA-1E7BEC95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02F4FCC-0354-40AB-861A-0EAE5791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D9D98FB-E311-44B8-A41B-9EB6143B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BA516D-3A49-4E45-87BC-D068AB45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ED70755-B98A-4BB0-904F-7999C19E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23BD099-38B7-4F87-9F0D-B58AD0E1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D0ABF41-B18B-44DA-AE91-A0581F85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DF430F3-19D7-4AB1-A749-993319F9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4E93880-8C04-4F66-9368-CBBDF5F6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D6760FA-9F6A-483A-B27D-FD995320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0D1A1B7-D598-4B5C-83E7-3F21E062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D3383B4-689E-4ED9-B843-226A32F5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858D378-0092-431A-B599-AA2F440F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2331b8fae4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588C6C4-B634-4170-9A23-76C656E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5D26BA2-2349-44D2-AFD5-B1F82AEF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9011260-4D20-4B9B-A26C-9762A348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0FA5BAA-C984-465B-BE99-F1533E26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C6D0C07-959A-4311-8A3B-9916E177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C2B1F04-DB3C-451D-A8F4-9EEA3871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5855DC6-F68A-48B2-93A4-D3FA60C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4513E3F-70A1-48B5-A30F-D9260B13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1261319-8A63-4799-A972-74EE383F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DBD28F3-79FB-4DCE-99CD-A8F132F6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68E127F-23CF-4191-9B20-9F3D2BFF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00F1865-E258-4B72-ABAB-EB080440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4FA766F-23F9-4246-BFA6-233112CD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D141C61-0D17-46FD-A5F1-26500DF5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F8392CE-D521-42F8-BE2C-9BFD92F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F7D9A31-75B8-41DE-93BE-7D47DFAC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896013A-39B1-4E40-95BE-F18F8DDE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CBFCF8D-1040-40DC-826C-C0FF2719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6E3A2A9-5B1D-498D-91B6-95FB2B46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4AF12AC-18BA-4CB4-B59A-FAEE17BB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DBF713B-47D8-48AA-BF89-6BC5DA36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2E97906-5949-410E-855F-DA644EE3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945250E-5D85-4D8A-8B41-BD6FAAA8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D1E5A5E-967D-4C1F-80EB-44D814B5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A95BD1B-5E48-4D7D-9B62-4D7BF206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583A28-0364-4011-A00C-507E9EF7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195B92A-918D-410A-8DB1-6783E365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03194F8-0482-4645-A904-A5B812A4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417B53C-3B73-4275-B7D5-4D1490E9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481AC24-45A7-40A0-ADD3-2D8219C0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C1A15F4-337E-4C2A-BEE3-231899CC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06DB1B6-AE71-40D8-ACA9-CCFAB8CD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0E1A791-26B4-49EA-A3C1-21549291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5117386-EFC5-4F37-A09E-B7D7358D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21192F5-9352-4CD5-AE6A-E86D038F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EF3AB70-0C14-4389-B5D3-ECE879BE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16B399F-B6BF-4A53-9DA9-D8E91EA7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6B9A501-7776-4737-B214-AD588411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813a979bf48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1A5A6A9-AF0F-4118-BCC3-AEC26C20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D9CFBC3-C74C-4132-9B70-F0665362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04F3897-A99D-4936-B23D-112610D4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2DF4638-1F32-424A-8DC9-E36C54BB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FECA84-CB80-4B7E-9352-36EB70C9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CA0F86-8921-4B8E-A7AE-1122099C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9DD7D18-38D6-4521-8547-A480322B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7B5EA4B-8907-478F-AB6F-4FD9B8D5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A24CDA0-5E72-4A30-A489-0CFFE2A3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E0E41F3-E049-4C5E-B9C2-903AC1C4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0518C06-17C3-4431-8360-D679B35B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18A631C-013F-49AE-A240-E3D4D424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2ED280-3CCA-41C5-A962-497A65E6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5171136-2E77-4124-AA8B-670F17DC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7352AF-F7BB-4C12-81F2-C4CB8F05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999219D-15BF-49B6-9E51-2643D050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C056A1E-04A7-441F-8E88-8F260F77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9C08E8C-6A32-4422-BF6C-B7734B03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1E217F7-1CEC-4429-B6C2-0886377E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912E88A-6341-4E79-8E3B-B38F15F4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137D3A7-7CC4-4249-AB43-E765113F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DE98028-F1E3-4F8C-A621-5C71AC92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0172CAE-68A4-48D7-A885-9A57074D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D6F5C18-6F90-46AE-AE72-8D2CD3B3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5433E7C-7062-472E-8CD2-17C677D6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796DBC9-1AEF-4789-A358-35B29E20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652D777-F768-46E5-BBE1-7C392151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F5B642E-D6B4-4386-922D-9890C84B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55F1FD0-E2E6-454D-B7DC-5197EFC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59DA959-C3AD-448B-8D6E-D573C51F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D5EA667-C688-428A-9525-1268B678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ED2579A-1175-4528-8AFB-04340C03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81BEDD-6008-4086-A507-4AF43B44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3988964-3AFC-47B6-9A43-6861F4D5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9BD97CD-2C7F-43B9-AF2C-332B9B72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484DFE4-F2DC-4C4D-B0E9-8B84ACEB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FE74207-8914-48D2-8A4E-F7C0B033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01439A9-C64F-4FD2-B1C9-B7EDB93F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90A292B-F1E5-4F2F-9B07-02E46140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f90e7eeac4c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262D82F-4288-43C0-8D2E-54639B0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37F2CE2-90FB-4F51-B2AE-B14E8062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6403847-D76F-4B98-B5AC-809DCF08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26EF613-5C7D-41B7-B5BF-67460FA9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422622B-1A57-4CDC-BC88-12D698A6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347CE0E-BCDC-4A93-89FD-F32896D7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107077A-EF82-41B7-91B4-6A7D107B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2194BB7-E104-48EA-BCDA-B9FAD502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48430F-911C-4509-99EF-B5F1A5DF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0913022-144A-4A4B-87D0-06D5642A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2D78661-4F4F-4F37-A6BE-79F81500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A9B7A82-C9F2-4162-8E36-8595BEBF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3177DD6-763B-4E7A-BADF-80AD9274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53D0E2C-2814-4C85-BD5D-6FCD25FD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C37B4D2-7D21-4355-B36D-B378DCAE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A2137DC-1FFC-40AD-BF6F-29799F03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7AAC5FB-F5F0-4E82-950C-2962057B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766CAF1-1FBB-4CA2-B906-F6F90657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2e851d01e46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A2FC26E-7216-41CF-BD7C-B52FC489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6803D53-55C4-4CE2-9248-E183E67E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862438F-ED7A-4707-A8FC-0E2089EE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641B3F5-E929-4BA5-8C13-A9CB2FFD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83FE878-E2C1-4B14-8071-78044EC7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8FF9C1A-6BDC-4B6E-9C75-516F5799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2209FD7-8D58-4413-A7C8-E5CF1539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92F8D39-C67A-4D0C-9B45-844F1388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82EF831-6DF5-4F4A-8321-9645DDF6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B12172-F16D-4780-8930-7C6E5639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ADD0142-273C-4C30-969D-CA75CB85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327F2F0-CEC7-49EF-8C0B-E0A93777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DDDACB-0D5D-473D-947E-AE22ACC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9658447-4F1D-4747-8FE0-E500ADE2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49003AB-BE77-43EB-8E5F-839808FD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E7BF65C-9BC6-43D2-A6EA-F243DEA1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4b907b3204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2A9CD15-D6FB-48A8-B17B-20535448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69904EF-4634-478E-8369-CF1DA200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261AC4-6C34-4E04-AEAB-05AAEE80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15D6274-7B75-4B0C-B48F-2D50B702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1C8AD1E-0FEA-4EDE-AEFC-43AD5037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44BE466-CCE2-4F61-9F7E-DB9401F5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6B67BD1-C144-40F0-A9A9-713B7355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FB6F4D3-2F48-45E9-A6E7-BADA7904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AEF071-7543-4572-9854-7CD0FE2B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87FA017-D244-4006-A568-60F3E15E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F4F9B7E-BA15-4CC2-989F-F543B6FB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A52F752-1B14-410E-A28C-9DFEFB6C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5DCB442-6F0D-4729-93B1-08350EC7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D7E9F77-FF33-473A-BC99-A22EDD9F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43FF23F-CD55-4586-9990-C65A5C7A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AC97D27-7457-425B-90BB-5F25CED4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7284769-D40C-4935-AC74-1AF16DFE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B085FCD-02E3-4894-A3BF-D43E1F55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CA59557-C85E-44E7-815D-65998919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67B8B1F-8BB3-4231-94AE-1139936D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BC9B710-46D4-4A73-99A2-2A94AD8C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6204F65-169B-40A8-81F6-E70EBF16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ce34298ad4f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E1E36CD-64D4-4436-B597-102BD39C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EF69CBC-1EC8-4C28-A93E-2127DACA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669B455-209B-4C2B-B1E3-C89EEEB0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DA115E7-0B16-4CF0-949D-A659A396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951EDEA-2B4B-444E-AFDE-0990F13E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769172F-DC20-4A47-9AA7-70261C83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264983E-E80B-42D0-88D3-6F1BEAE5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1A8D2AF-4D9B-4A60-BFC6-28C341F7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FF8EA2C-0C47-4C4D-A20F-CE14F1D3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F9915AD-CEF0-4C30-AEB4-664DF21D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AF9BEE7-BF53-4E73-9855-9B7EE585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4E4EA48-FC66-462A-AD30-08AD3231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D8DF49E-F34B-4EE7-9D73-CB09C56B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1638B7A-AACA-4A9C-8E75-D20720C9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336CD29-456A-4CDF-9600-BCBC123F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2BB6AE0-5731-442B-BF29-00932E91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CEC7409-18AD-4E63-B520-B5068C77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7DA41CD-2461-405E-9330-A20951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ABCEB68-A299-4F5D-B8E5-AE1A1C48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1E898E2-9C61-400D-A6A9-7F1EE02A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2FD8F0E-9E02-4821-B58B-DD9C9792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8796DCD-B6AD-4FD2-9022-36A45228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7D815A7-2306-4876-9762-AA677502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bbf6d2e444e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371B815-7FCC-4F1F-B560-C34105C8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E29553A-F017-41DC-AD9F-A608DD21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1135919-83F2-4278-8F82-7E13EC21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274A223-178A-4764-882D-5B185434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768FF7E-F19B-4C7B-9026-AD056784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34D4BB-E04F-430F-BEE6-C76184B1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7042065-76FF-4DF6-9606-05ACE552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659C715-18FF-4738-9D3E-4EC05EB0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EAA5400-BFEF-43E9-8468-7E1994EA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3138B3-8ABD-44F3-8D2E-1976072E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0DF4916-CFD7-468E-B2AC-5D434EF9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73620A8-7F76-485C-9897-0F679858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FF474BD-FE30-46A6-8215-899A233D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CD69777-6DAD-47C0-9A94-8C72CB0B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425C937-D7AE-4873-88BF-3549C4CA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2EA4983-F863-4B4D-AD2C-8D0036EF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7593FC5-39EA-4D50-899F-5FB9222F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1F42D5A-3F9E-4D2C-A342-B7044323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BA430F6-9A23-4D65-854F-FADCB923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C88AFC1-4212-4F2F-AB65-AACB4EC7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4F9ACC4-F8E2-493A-AEEA-FB575C20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16D9441-F5DF-4C2F-B5D1-E0D0797F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493334B-ED11-4741-B982-2E7F3EE0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D82018A-549B-4FB4-8F8F-DBF47E13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DC0FDE1-26B1-418E-B4AB-6E374325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1BE4EFB-A2E8-4E0B-8069-FE910DBD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BC2BDF9-AD24-445A-96A9-3C2E1384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3057CD6-3212-4E4D-8245-71B14D38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7B04F36-4CC4-4CCC-8479-27F1F0AF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A7D8524-8C81-44A4-887F-527EC3F6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0BB91CF-BC70-4D73-8657-DE74EFEA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12E6C81-6AA0-4907-8D1B-75DCA1D2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9790C6A-F67B-4C2D-93B8-AABCA90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6F2C22B-5046-414B-9D62-60914ECB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0ADD53A-5AF1-4DE8-8B1C-9A71165A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AC0365-A274-48B5-9467-38AF7983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B0E8C97-1ED6-44F8-A63E-6F39453A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8D0D24E-6B66-4B39-AE15-6CF5C4A5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8B36065-EF4C-41BD-A541-DF3223AD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7B7A2ED-1021-4F81-AC80-405ADFE7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3B561F9-F7CE-409E-AADD-AB5720DC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4C9F9AC-F7B6-4ACB-BA91-006D0FE6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输出：primary / secondary[] / reason / 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49a9fe1544e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DFE7DC7-309A-4C95-BC8C-1296B8AF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47B34F3-69EF-42F3-A907-25ED0196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4FF6EA7-2B74-4E6F-864E-ACC3F766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A040310-B0C9-4E75-ADD5-972C107A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14D6956-4664-49CB-BA8D-356446DC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7522088-5B1A-43EF-B31E-787B70A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B05956F-FBF2-4AB2-94CC-CBC185F6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97A12AE-53BF-4D18-BC65-80D72F24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E45674E-969C-490A-A28B-94ECC130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A9706D6-B895-4E64-9D12-3FFED535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4CCC7B5-9F6E-41B3-9C84-0DF7B81E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506F407-BEB8-44A6-A46C-F1B7922F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46A64AE-EE6A-4E27-9A6E-1050DD5F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9860669-BED7-4409-8D4A-26EDFCB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26D3344-68A6-46E4-A5D7-B51C032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5C7ABC1-AEF9-4CB3-8479-6AD50786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F1F0700-6BD7-4B1D-8CDE-29065B91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8851F2-5983-494B-9D27-1F98147A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C181514-A8BB-4313-B012-95B18616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D8FE29C-0037-418B-B6AD-876F53D6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C81C6B4-A4F5-4A10-A28E-30F35E7B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032B2E9-E29A-45BC-8507-8A2A8D66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A179971-7325-4C2B-BCE3-41F41E96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343778A-C7A6-4F03-8D8A-31227575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D086C70-1F9D-4EE4-B100-FB71F3A3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73FDBDA-17C5-4905-8679-EBD16E24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78A243E-9D18-440A-9868-961986D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1e1cecdbc4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E117652-47D6-40DB-B0D2-9CB9CE1F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4012771-C0B2-4851-B56C-3685772E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A5E547F-5E1E-49C3-8C80-FC8800CE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58F1B37-8816-493F-8564-04D80869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A0677B3-4DC8-4370-BE00-D5B416B2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A58EE1-D534-4D64-87D9-45D2BB09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E44D1CF-3FA4-4361-AEFF-4B4CA14D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DAF28C6-4800-461F-B71B-ACFA4E34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0560548-C604-4B08-B093-593FEDB7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44DE784-D05F-4630-B848-9E6E9FC8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CD5FF9F-D024-43C9-B6FA-789BCCF4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8079E5D-4D46-466C-A692-A7FD22D8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4A6C760-8772-4B98-B94A-E4AB9456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BAB79C-030C-4AA7-A571-703C6EA0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417FFB7-4E51-4ED9-AA23-B3EA91E0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01F44BB-47FE-4749-AC38-87D9DB7A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B56B089-4D11-4DAF-9136-31AA1902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BA44CF4-89CC-41C9-97E2-9D39C1E4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45E7D5C-6F59-424E-9AE0-C824A900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830A2D1-27B0-47C1-8DB3-132A8278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931AA3C-B33A-430D-8998-117138DA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9FC5940-2B52-4EEB-815A-8CECDE35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9AB0AB6-E4AC-4BF1-BBBE-F59BBF3B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5C28213-3021-4FB9-8BE3-1D996C22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9404e9faa44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53e3860bb49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8F3D4ED-DAE0-4E62-B653-19C44DFD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2163F14-E980-4C19-8964-E6EDBFF2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6DA6664-0875-4EDB-BA97-AA0645D9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8ACD878-C725-4970-9AD5-0D2AECE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B3E96D3-A8A3-4739-8E50-C71A54D8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6E93632-8A34-48B8-BE80-884A3C27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A29C4CA-675D-460E-9163-17B15C2F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C5F6F82-E953-4B99-B33B-D7905FF7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654B75A-F9A5-4052-9F14-A8CAB9D2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运行记录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7BF30F2-68C3-4CB8-946B-4048F4BF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F5D5466-2B2A-44DC-A437-45C03B9E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6+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D4B096A-3DB2-4437-AB85-82D234DB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覆盖模块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867B0A6-9039-4B2C-B8AB-F08BF6C0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7A6B6D0-7A3A-455E-AC9F-3432F961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功能点实现进度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37E2F30-CA03-4107-ACC6-C2214033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3DF1F1B-C7BF-44DC-B4BB-7A01C337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37C2106-3CC9-4A3E-A726-F30D174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33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已实现 48 / 计划 60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EC1B3FF-F9B2-4631-BFAA-F48E8C4C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B98E6FD-23D4-4643-A9D3-B65A7798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测试场景类别分布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7D21303-0CA8-45FC-BF8A-47D111F7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29050"/>
            <a:ext cx="247650" cy="838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3C269B2-8445-4166-94BD-843DFA3B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FC8480D-DC1E-4945-B36B-57459A4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57650"/>
            <a:ext cx="247650" cy="6096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81F4724-35FD-498E-BA7A-E08B5179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3FB2D7D-4BCF-41EF-939A-06DB963A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10050"/>
            <a:ext cx="247650" cy="457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5439229-BE65-4649-A440-59F3A7D4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437A242-AB63-4330-B95F-7B80D437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00550"/>
            <a:ext cx="247650" cy="2667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F41911F-D2C8-429B-8CCC-C2CC7186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C9F57E1-D84D-48D3-B629-3558EBC3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2476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7A19027-4217-4C29-BE3D-0A3C481D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58EE410-33F1-4F5F-BBE9-EE495EA5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8CCD64D-C5C3-44E9-BC7E-0A6CF471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已完成模块清单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C2DA680-6BAC-4A9F-93BB-5949B20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手册生成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E29E25D-3CBD-4F71-AA84-6F6AC805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功能点抽取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434109E-AF23-4F1D-B48C-61CBBE7F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场景生成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F24D4DD-490B-4040-9091-33DAA312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browser-use执行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629C7FE-2FC2-45F0-B9C4-FE21C20F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验证器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9E6640C-6674-451F-85B0-0F4120D8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报告导出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CB68140-3224-4D30-B364-A285BBE2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Doctor检查</a:t>
            </a:r>
          </a:p>
        </p:txBody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8e9add46045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A683B2E-6302-4441-A076-3EE69467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7935030-A827-480F-9B6F-AA00B9B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8DAE85-6DCB-4D3F-BF49-21DF19A6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后端测试覆盖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38908EF-F500-4EED-98D8-AF2FBB3B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schema 零 locator 校验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config 与 provider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artifact path 安全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manual pipeline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 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 generation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5FD330B-54DA-4459-91DC-8B3B4999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7B44352-D832-4D46-B8E0-F8C6C1C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40B0A4A-25E8-4BAA-86AD-C6F9DB19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前端测试覆盖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17D701F-7AC6-4EB7-A7A8-9623173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App Shell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手册生成页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场景表格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设置抽屉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Logo / 背景展示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1226304-C4BC-41FD-B6CC-F32CBEAC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82C5C15-9DAF-443F-A3A6-1BD5B4FF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931B75F-2EDB-4BE7-ACB2-FF1DF31A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后续优化方向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F53E75D-5D3B-4800-8BF8-18AA475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RepairPlanner 自动修补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 LLM-as-Judge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action 目标高亮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mutation 生成算法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更多真实 E2E 样本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D352AF3-38DF-4D57-8B29-AE2F5C3B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10125"/>
            <a:ext cx="904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E5CBB93-014B-4143-8F4A-437F7CA2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3395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真实 E2E 验收依赖测试账号、4ga 网络环境、文本模型 API key 和 GLM-4.6V API key。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1154d156941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aa9c601384b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2026-05-26T13:35:10.0350000Z</dcterms:created>
  <dcterms:modified xsi:type="dcterms:W3CDTF">2026-05-26T13:35:10.0350000Z</dcterms:modified>
</coreProperties>
</file>