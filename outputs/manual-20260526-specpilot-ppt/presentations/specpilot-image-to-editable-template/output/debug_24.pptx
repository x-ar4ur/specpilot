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a9bc11adc64f06" /><Relationship Type="http://schemas.openxmlformats.org/officeDocument/2006/relationships/extended-properties" Target="/docProps/app.xml" Id="Rc240a7f97545462b" /><Relationship Type="http://schemas.openxmlformats.org/officeDocument/2006/relationships/officeDocument" Target="/ppt/presentation.xml" Id="R17342764da4743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a8d3f6a63f4bb1"/>
  </p:sldMasterIdLst>
  <p:notesMasterIdLst>
    <p:notesMasterId xmlns:r="http://schemas.openxmlformats.org/officeDocument/2006/relationships" r:id="R96caa750a28f44a2"/>
  </p:notesMasterIdLst>
  <p:sldIdLst>
    <p:sldId xmlns:r="http://schemas.openxmlformats.org/officeDocument/2006/relationships" id="256" r:id="R459ecd29015a4c8d"/>
    <p:sldId xmlns:r="http://schemas.openxmlformats.org/officeDocument/2006/relationships" id="257" r:id="R59f4bb2810554b45"/>
    <p:sldId xmlns:r="http://schemas.openxmlformats.org/officeDocument/2006/relationships" id="258" r:id="Rc555f715f4224dad"/>
    <p:sldId xmlns:r="http://schemas.openxmlformats.org/officeDocument/2006/relationships" id="259" r:id="R236ffe443fa04b22"/>
    <p:sldId xmlns:r="http://schemas.openxmlformats.org/officeDocument/2006/relationships" id="260" r:id="Rcb9fccb687bf4e0a"/>
    <p:sldId xmlns:r="http://schemas.openxmlformats.org/officeDocument/2006/relationships" id="261" r:id="R800b5be4ffea41c3"/>
    <p:sldId xmlns:r="http://schemas.openxmlformats.org/officeDocument/2006/relationships" id="262" r:id="R6556e366dc944b37"/>
    <p:sldId xmlns:r="http://schemas.openxmlformats.org/officeDocument/2006/relationships" id="263" r:id="R7883aae902694493"/>
    <p:sldId xmlns:r="http://schemas.openxmlformats.org/officeDocument/2006/relationships" id="264" r:id="R4b57886c0d624d06"/>
    <p:sldId xmlns:r="http://schemas.openxmlformats.org/officeDocument/2006/relationships" id="265" r:id="R9755432400d4436d"/>
    <p:sldId xmlns:r="http://schemas.openxmlformats.org/officeDocument/2006/relationships" id="266" r:id="R0a8d93f437914f82"/>
    <p:sldId xmlns:r="http://schemas.openxmlformats.org/officeDocument/2006/relationships" id="267" r:id="R409e462909fc4d8a"/>
    <p:sldId xmlns:r="http://schemas.openxmlformats.org/officeDocument/2006/relationships" id="268" r:id="Rab8da9b1da794ecb"/>
    <p:sldId xmlns:r="http://schemas.openxmlformats.org/officeDocument/2006/relationships" id="269" r:id="Re8577e81ac7a4b48"/>
    <p:sldId xmlns:r="http://schemas.openxmlformats.org/officeDocument/2006/relationships" id="270" r:id="Rf302f85b19cf4b3b"/>
    <p:sldId xmlns:r="http://schemas.openxmlformats.org/officeDocument/2006/relationships" id="271" r:id="R0e5b555f29cf4f21"/>
    <p:sldId xmlns:r="http://schemas.openxmlformats.org/officeDocument/2006/relationships" id="272" r:id="R9e3b1293df9441d3"/>
    <p:sldId xmlns:r="http://schemas.openxmlformats.org/officeDocument/2006/relationships" id="273" r:id="Rc4d9f7a177d5433b"/>
    <p:sldId xmlns:r="http://schemas.openxmlformats.org/officeDocument/2006/relationships" id="274" r:id="Rec15e63c83644781"/>
    <p:sldId xmlns:r="http://schemas.openxmlformats.org/officeDocument/2006/relationships" id="275" r:id="Rb4bfa5c6f1ee46de"/>
    <p:sldId xmlns:r="http://schemas.openxmlformats.org/officeDocument/2006/relationships" id="276" r:id="R1f47230a3b914e54"/>
    <p:sldId xmlns:r="http://schemas.openxmlformats.org/officeDocument/2006/relationships" id="277" r:id="R47776d693b434ce8"/>
    <p:sldId xmlns:r="http://schemas.openxmlformats.org/officeDocument/2006/relationships" id="278" r:id="R1aaaecf3b0134cb7"/>
    <p:sldId xmlns:r="http://schemas.openxmlformats.org/officeDocument/2006/relationships" id="279" r:id="R708c79c67f6a47aa"/>
    <p:sldId xmlns:r="http://schemas.openxmlformats.org/officeDocument/2006/relationships" id="280" r:id="R074d545c2db34271"/>
    <p:sldId xmlns:r="http://schemas.openxmlformats.org/officeDocument/2006/relationships" id="281" r:id="R68f086dd7ed1456e"/>
    <p:sldId xmlns:r="http://schemas.openxmlformats.org/officeDocument/2006/relationships" id="282" r:id="R6963c10ddb53441b"/>
    <p:sldId xmlns:r="http://schemas.openxmlformats.org/officeDocument/2006/relationships" id="283" r:id="R0ba5d38d278546b6"/>
    <p:sldId xmlns:r="http://schemas.openxmlformats.org/officeDocument/2006/relationships" id="284" r:id="Rf17f04092ec043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a8d3f6a63f4bb1" /><Relationship Type="http://schemas.openxmlformats.org/officeDocument/2006/relationships/theme" Target="/ppt/theme/theme1.xml" Id="R7ad4ced71c0845c9" /><Relationship Type="http://schemas.openxmlformats.org/officeDocument/2006/relationships/notesMaster" Target="/ppt/notesMasters/notesMaster1.xml" Id="R96caa750a28f44a2" /><Relationship Type="http://schemas.openxmlformats.org/officeDocument/2006/relationships/presProps" Target="/ppt/presProps.xml" Id="R5efbe4939f604d95" /><Relationship Type="http://schemas.openxmlformats.org/officeDocument/2006/relationships/viewProps" Target="/ppt/viewProps.xml" Id="Rb149778c51f94c67" /><Relationship Type="http://schemas.openxmlformats.org/officeDocument/2006/relationships/tableStyles" Target="/ppt/tableStyles.xml" Id="R7853665eed9e4fc7" /><Relationship Type="http://schemas.openxmlformats.org/officeDocument/2006/relationships/slide" Target="/ppt/slides/slide1.xml" Id="R459ecd29015a4c8d" /><Relationship Type="http://schemas.openxmlformats.org/officeDocument/2006/relationships/slide" Target="/ppt/slides/slide2.xml" Id="R59f4bb2810554b45" /><Relationship Type="http://schemas.openxmlformats.org/officeDocument/2006/relationships/slide" Target="/ppt/slides/slide3.xml" Id="Rc555f715f4224dad" /><Relationship Type="http://schemas.openxmlformats.org/officeDocument/2006/relationships/slide" Target="/ppt/slides/slide4.xml" Id="R236ffe443fa04b22" /><Relationship Type="http://schemas.openxmlformats.org/officeDocument/2006/relationships/slide" Target="/ppt/slides/slide5.xml" Id="Rcb9fccb687bf4e0a" /><Relationship Type="http://schemas.openxmlformats.org/officeDocument/2006/relationships/slide" Target="/ppt/slides/slide6.xml" Id="R800b5be4ffea41c3" /><Relationship Type="http://schemas.openxmlformats.org/officeDocument/2006/relationships/slide" Target="/ppt/slides/slide7.xml" Id="R6556e366dc944b37" /><Relationship Type="http://schemas.openxmlformats.org/officeDocument/2006/relationships/slide" Target="/ppt/slides/slide8.xml" Id="R7883aae902694493" /><Relationship Type="http://schemas.openxmlformats.org/officeDocument/2006/relationships/slide" Target="/ppt/slides/slide9.xml" Id="R4b57886c0d624d06" /><Relationship Type="http://schemas.openxmlformats.org/officeDocument/2006/relationships/slide" Target="/ppt/slides/slide10.xml" Id="R9755432400d4436d" /><Relationship Type="http://schemas.openxmlformats.org/officeDocument/2006/relationships/slide" Target="/ppt/slides/slide11.xml" Id="R0a8d93f437914f82" /><Relationship Type="http://schemas.openxmlformats.org/officeDocument/2006/relationships/slide" Target="/ppt/slides/slide12.xml" Id="R409e462909fc4d8a" /><Relationship Type="http://schemas.openxmlformats.org/officeDocument/2006/relationships/slide" Target="/ppt/slides/slide13.xml" Id="Rab8da9b1da794ecb" /><Relationship Type="http://schemas.openxmlformats.org/officeDocument/2006/relationships/slide" Target="/ppt/slides/slide14.xml" Id="Re8577e81ac7a4b48" /><Relationship Type="http://schemas.openxmlformats.org/officeDocument/2006/relationships/slide" Target="/ppt/slides/slide15.xml" Id="Rf302f85b19cf4b3b" /><Relationship Type="http://schemas.openxmlformats.org/officeDocument/2006/relationships/slide" Target="/ppt/slides/slide16.xml" Id="R0e5b555f29cf4f21" /><Relationship Type="http://schemas.openxmlformats.org/officeDocument/2006/relationships/slide" Target="/ppt/slides/slide17.xml" Id="R9e3b1293df9441d3" /><Relationship Type="http://schemas.openxmlformats.org/officeDocument/2006/relationships/slide" Target="/ppt/slides/slide18.xml" Id="Rc4d9f7a177d5433b" /><Relationship Type="http://schemas.openxmlformats.org/officeDocument/2006/relationships/slide" Target="/ppt/slides/slide19.xml" Id="Rec15e63c83644781" /><Relationship Type="http://schemas.openxmlformats.org/officeDocument/2006/relationships/slide" Target="/ppt/slides/slide20.xml" Id="Rb4bfa5c6f1ee46de" /><Relationship Type="http://schemas.openxmlformats.org/officeDocument/2006/relationships/slide" Target="/ppt/slides/slide21.xml" Id="R1f47230a3b914e54" /><Relationship Type="http://schemas.openxmlformats.org/officeDocument/2006/relationships/slide" Target="/ppt/slides/slide22.xml" Id="R47776d693b434ce8" /><Relationship Type="http://schemas.openxmlformats.org/officeDocument/2006/relationships/slide" Target="/ppt/slides/slide23.xml" Id="R1aaaecf3b0134cb7" /><Relationship Type="http://schemas.openxmlformats.org/officeDocument/2006/relationships/slide" Target="/ppt/slides/slide24.xml" Id="R708c79c67f6a47aa" /><Relationship Type="http://schemas.openxmlformats.org/officeDocument/2006/relationships/slide" Target="/ppt/slides/slide25.xml" Id="R074d545c2db34271" /><Relationship Type="http://schemas.openxmlformats.org/officeDocument/2006/relationships/slide" Target="/ppt/slides/slide26.xml" Id="R68f086dd7ed1456e" /><Relationship Type="http://schemas.openxmlformats.org/officeDocument/2006/relationships/slide" Target="/ppt/slides/slide27.xml" Id="R6963c10ddb53441b" /><Relationship Type="http://schemas.openxmlformats.org/officeDocument/2006/relationships/slide" Target="/ppt/slides/slide28.xml" Id="R0ba5d38d278546b6" /><Relationship Type="http://schemas.openxmlformats.org/officeDocument/2006/relationships/slide" Target="/ppt/slides/slide29.xml" Id="Rf17f04092ec043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ec94fc2c0ef4b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5edc9f16544b9d" /><Relationship Type="http://schemas.openxmlformats.org/officeDocument/2006/relationships/notesMaster" Target="/ppt/notesMasters/notesMaster1.xml" Id="R139f2ddc9a5e45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0ec06b271645a5" /><Relationship Type="http://schemas.openxmlformats.org/officeDocument/2006/relationships/notesMaster" Target="/ppt/notesMasters/notesMaster1.xml" Id="R84f7689ebd5d4d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8f1649e2ba451a" /><Relationship Type="http://schemas.openxmlformats.org/officeDocument/2006/relationships/notesMaster" Target="/ppt/notesMasters/notesMaster1.xml" Id="R94fda9abfd4749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e7ff23dc8a49b9" /><Relationship Type="http://schemas.openxmlformats.org/officeDocument/2006/relationships/notesMaster" Target="/ppt/notesMasters/notesMaster1.xml" Id="R31dad665bdff4a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e340b5236c403b" /><Relationship Type="http://schemas.openxmlformats.org/officeDocument/2006/relationships/notesMaster" Target="/ppt/notesMasters/notesMaster1.xml" Id="Ra6d4b038aeb64a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d55eccaaf342ee" /><Relationship Type="http://schemas.openxmlformats.org/officeDocument/2006/relationships/notesMaster" Target="/ppt/notesMasters/notesMaster1.xml" Id="R5c1952ae7c634a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9ff2685b3847d8" /><Relationship Type="http://schemas.openxmlformats.org/officeDocument/2006/relationships/notesMaster" Target="/ppt/notesMasters/notesMaster1.xml" Id="R2d51092f3c654c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43a5b5b3a54194" /><Relationship Type="http://schemas.openxmlformats.org/officeDocument/2006/relationships/notesMaster" Target="/ppt/notesMasters/notesMaster1.xml" Id="R8b69608c39d848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c2c3de1fc74768" /><Relationship Type="http://schemas.openxmlformats.org/officeDocument/2006/relationships/notesMaster" Target="/ppt/notesMasters/notesMaster1.xml" Id="Rb2e91060029446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b483ac50204ff9" /><Relationship Type="http://schemas.openxmlformats.org/officeDocument/2006/relationships/notesMaster" Target="/ppt/notesMasters/notesMaster1.xml" Id="R71fe51c7998e48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58f7896ecb4637" /><Relationship Type="http://schemas.openxmlformats.org/officeDocument/2006/relationships/notesMaster" Target="/ppt/notesMasters/notesMaster1.xml" Id="R490d43e7f46240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92a4cd9bd245ef" /><Relationship Type="http://schemas.openxmlformats.org/officeDocument/2006/relationships/notesMaster" Target="/ppt/notesMasters/notesMaster1.xml" Id="R4c7d67014dc440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e4caae1d084e78" /><Relationship Type="http://schemas.openxmlformats.org/officeDocument/2006/relationships/notesMaster" Target="/ppt/notesMasters/notesMaster1.xml" Id="R7fb8013409354d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f4b5438c2d47ad" /><Relationship Type="http://schemas.openxmlformats.org/officeDocument/2006/relationships/notesMaster" Target="/ppt/notesMasters/notesMaster1.xml" Id="R0b819617cee143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1f7e261b69474c" /><Relationship Type="http://schemas.openxmlformats.org/officeDocument/2006/relationships/notesMaster" Target="/ppt/notesMasters/notesMaster1.xml" Id="Rdaab79da15744d1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7400a56c254421c" /><Relationship Type="http://schemas.openxmlformats.org/officeDocument/2006/relationships/notesMaster" Target="/ppt/notesMasters/notesMaster1.xml" Id="R5a237ba76e014ab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20b57925a1d4e64" /><Relationship Type="http://schemas.openxmlformats.org/officeDocument/2006/relationships/notesMaster" Target="/ppt/notesMasters/notesMaster1.xml" Id="Rb4d2140979164c8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b825ff43a974e84" /><Relationship Type="http://schemas.openxmlformats.org/officeDocument/2006/relationships/notesMaster" Target="/ppt/notesMasters/notesMaster1.xml" Id="R64174cd753b947e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6b3d0bb221749ee" /><Relationship Type="http://schemas.openxmlformats.org/officeDocument/2006/relationships/notesMaster" Target="/ppt/notesMasters/notesMaster1.xml" Id="R5ebcc8c4a3b540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5806ec4a86f477c" /><Relationship Type="http://schemas.openxmlformats.org/officeDocument/2006/relationships/notesMaster" Target="/ppt/notesMasters/notesMaster1.xml" Id="R1e69243c379b4cb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ec9a07061394d4e" /><Relationship Type="http://schemas.openxmlformats.org/officeDocument/2006/relationships/notesMaster" Target="/ppt/notesMasters/notesMaster1.xml" Id="R7e7955fec0d74b6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a265e94cd864aae" /><Relationship Type="http://schemas.openxmlformats.org/officeDocument/2006/relationships/notesMaster" Target="/ppt/notesMasters/notesMaster1.xml" Id="R2c59ec59cd57493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b0ebd7efdf744d8" /><Relationship Type="http://schemas.openxmlformats.org/officeDocument/2006/relationships/notesMaster" Target="/ppt/notesMasters/notesMaster1.xml" Id="R8289536e05f8410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361714c09f24c08" /><Relationship Type="http://schemas.openxmlformats.org/officeDocument/2006/relationships/notesMaster" Target="/ppt/notesMasters/notesMaster1.xml" Id="R1e452286a095479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0f980d0b904470d" /><Relationship Type="http://schemas.openxmlformats.org/officeDocument/2006/relationships/notesMaster" Target="/ppt/notesMasters/notesMaster1.xml" Id="Ra69b37868fd94e9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25bb719d2c04638" /><Relationship Type="http://schemas.openxmlformats.org/officeDocument/2006/relationships/notesMaster" Target="/ppt/notesMasters/notesMaster1.xml" Id="Reb80a1842f12425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1621024116c407a" /><Relationship Type="http://schemas.openxmlformats.org/officeDocument/2006/relationships/notesMaster" Target="/ppt/notesMasters/notesMaster1.xml" Id="Rb6fa96dc47764f0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9be1913d6c14daa" /><Relationship Type="http://schemas.openxmlformats.org/officeDocument/2006/relationships/notesMaster" Target="/ppt/notesMasters/notesMaster1.xml" Id="Rf68b85cdf35f4f9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2183d5aeec84b58" /><Relationship Type="http://schemas.openxmlformats.org/officeDocument/2006/relationships/notesMaster" Target="/ppt/notesMasters/notesMaster1.xml" Id="Rd246eccab0ce44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7798b254944f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e5356a56264a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1a651b7bc54a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8931023ce45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898a3279d4a8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dc30f076ec4fb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230233c9544cf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338e45db940a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dfd8882cf9425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29d295401414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5051a73a554299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7fbb12825504b88" /><Relationship Type="http://schemas.openxmlformats.org/officeDocument/2006/relationships/slideLayout" Target="/ppt/slideLayouts/slideLayout2.xml" Id="R8d818065b03d4a0c" /><Relationship Type="http://schemas.openxmlformats.org/officeDocument/2006/relationships/slideLayout" Target="/ppt/slideLayouts/slideLayout3.xml" Id="Re92048c87f6d44f3" /><Relationship Type="http://schemas.openxmlformats.org/officeDocument/2006/relationships/slideLayout" Target="/ppt/slideLayouts/slideLayout4.xml" Id="Ra2def454f21847dd" /><Relationship Type="http://schemas.openxmlformats.org/officeDocument/2006/relationships/slideLayout" Target="/ppt/slideLayouts/slideLayout5.xml" Id="R3b25f03fa6fd406e" /><Relationship Type="http://schemas.openxmlformats.org/officeDocument/2006/relationships/slideLayout" Target="/ppt/slideLayouts/slideLayout6.xml" Id="Re1ae2d093986480a" /><Relationship Type="http://schemas.openxmlformats.org/officeDocument/2006/relationships/slideLayout" Target="/ppt/slideLayouts/slideLayout7.xml" Id="R5ed2ebdf6b39431e" /><Relationship Type="http://schemas.openxmlformats.org/officeDocument/2006/relationships/slideLayout" Target="/ppt/slideLayouts/slideLayout8.xml" Id="R68c3e2fec0464a32" /><Relationship Type="http://schemas.openxmlformats.org/officeDocument/2006/relationships/slideLayout" Target="/ppt/slideLayouts/slideLayout9.xml" Id="R51253bb372b14a98" /><Relationship Type="http://schemas.openxmlformats.org/officeDocument/2006/relationships/slideLayout" Target="/ppt/slideLayouts/slideLayout10.xml" Id="Ref732bd1e2f14734" /><Relationship Type="http://schemas.openxmlformats.org/officeDocument/2006/relationships/slideLayout" Target="/ppt/slideLayouts/slideLayout11.xml" Id="Rffccdb999ae845c3" /><Relationship Type="http://schemas.openxmlformats.org/officeDocument/2006/relationships/slideLayout" Target="/ppt/slideLayouts/slideLayout12.xml" Id="Rd1339bfcbd0f464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818065b03d4a0c"/>
    <p:sldLayoutId xmlns:r="http://schemas.openxmlformats.org/officeDocument/2006/relationships" id="2147483650" r:id="Re92048c87f6d44f3"/>
    <p:sldLayoutId xmlns:r="http://schemas.openxmlformats.org/officeDocument/2006/relationships" id="2147483651" r:id="Ra2def454f21847dd"/>
    <p:sldLayoutId xmlns:r="http://schemas.openxmlformats.org/officeDocument/2006/relationships" id="2147483652" r:id="R3b25f03fa6fd406e"/>
    <p:sldLayoutId xmlns:r="http://schemas.openxmlformats.org/officeDocument/2006/relationships" id="2147483653" r:id="Re1ae2d093986480a"/>
    <p:sldLayoutId xmlns:r="http://schemas.openxmlformats.org/officeDocument/2006/relationships" id="2147483654" r:id="R5ed2ebdf6b39431e"/>
    <p:sldLayoutId xmlns:r="http://schemas.openxmlformats.org/officeDocument/2006/relationships" id="2147483655" r:id="R68c3e2fec0464a32"/>
    <p:sldLayoutId xmlns:r="http://schemas.openxmlformats.org/officeDocument/2006/relationships" id="2147483656" r:id="R51253bb372b14a98"/>
    <p:sldLayoutId xmlns:r="http://schemas.openxmlformats.org/officeDocument/2006/relationships" id="2147483657" r:id="Ref732bd1e2f14734"/>
    <p:sldLayoutId xmlns:r="http://schemas.openxmlformats.org/officeDocument/2006/relationships" id="2147483658" r:id="Rffccdb999ae845c3"/>
    <p:sldLayoutId xmlns:r="http://schemas.openxmlformats.org/officeDocument/2006/relationships" id="2147483659" r:id="Rd1339bfcbd0f46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446130573344115" /><Relationship Type="http://schemas.openxmlformats.org/officeDocument/2006/relationships/image" Target="/ppt/media/image.png" Id="R8b06d9b8ad6842c9" /><Relationship Type="http://schemas.openxmlformats.org/officeDocument/2006/relationships/image" Target="/ppt/media/image2.png" Id="R5bd3abd36a224802" /><Relationship Type="http://schemas.openxmlformats.org/officeDocument/2006/relationships/notesSlide" Target="/ppt/notesSlides/notesSlide1.xml" Id="Red93cf60dcee41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015d0fbce440aa" /><Relationship Type="http://schemas.openxmlformats.org/officeDocument/2006/relationships/image" Target="/ppt/media/image2.png" Id="R56b62bd5b7aa4c60" /><Relationship Type="http://schemas.openxmlformats.org/officeDocument/2006/relationships/notesSlide" Target="/ppt/notesSlides/notesSlide2.xml" Id="Rb120402a105643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141e56667ea47e2" /><Relationship Type="http://schemas.openxmlformats.org/officeDocument/2006/relationships/image" Target="/ppt/media/image2.png" Id="R84c395d6e5b044a7" /><Relationship Type="http://schemas.openxmlformats.org/officeDocument/2006/relationships/notesSlide" Target="/ppt/notesSlides/notesSlide3.xml" Id="R5ab4247b37c043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9b5178c83014db1" /><Relationship Type="http://schemas.openxmlformats.org/officeDocument/2006/relationships/image" Target="/ppt/media/image3.png" Id="R7d9d64e290854ce6" /><Relationship Type="http://schemas.openxmlformats.org/officeDocument/2006/relationships/notesSlide" Target="/ppt/notesSlides/notesSlide4.xml" Id="Rc3d684ab17e64e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2a6b638029941b0" /><Relationship Type="http://schemas.openxmlformats.org/officeDocument/2006/relationships/image" Target="/ppt/media/image3.png" Id="Rfa97581d77af49a9" /><Relationship Type="http://schemas.openxmlformats.org/officeDocument/2006/relationships/notesSlide" Target="/ppt/notesSlides/notesSlide5.xml" Id="Re431085d6b0840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352590cb76947a1" /><Relationship Type="http://schemas.openxmlformats.org/officeDocument/2006/relationships/image" Target="/ppt/media/image2.png" Id="R660dcc4d6f744898" /><Relationship Type="http://schemas.openxmlformats.org/officeDocument/2006/relationships/notesSlide" Target="/ppt/notesSlides/notesSlide6.xml" Id="Rb210c64439504b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c7546fd5df94f65" /><Relationship Type="http://schemas.openxmlformats.org/officeDocument/2006/relationships/image" Target="/ppt/media/image3.png" Id="R1dd1b48801ec40ce" /><Relationship Type="http://schemas.openxmlformats.org/officeDocument/2006/relationships/notesSlide" Target="/ppt/notesSlides/notesSlide7.xml" Id="R242fe0d373884a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060e3aeb8634730" /><Relationship Type="http://schemas.openxmlformats.org/officeDocument/2006/relationships/image" Target="/ppt/media/image3.png" Id="Ra4335b4649a54e62" /><Relationship Type="http://schemas.openxmlformats.org/officeDocument/2006/relationships/notesSlide" Target="/ppt/notesSlides/notesSlide8.xml" Id="R406212cbda3848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d5ce6b362c2476f" /><Relationship Type="http://schemas.openxmlformats.org/officeDocument/2006/relationships/image" Target="/ppt/media/image3.png" Id="R3e2f5860472543b9" /><Relationship Type="http://schemas.openxmlformats.org/officeDocument/2006/relationships/notesSlide" Target="/ppt/notesSlides/notesSlide9.xml" Id="Rfb0302c9309448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5ce740191b44b05" /><Relationship Type="http://schemas.openxmlformats.org/officeDocument/2006/relationships/image" Target="/ppt/media/image2.png" Id="Re3abb757243a48d3" /><Relationship Type="http://schemas.openxmlformats.org/officeDocument/2006/relationships/notesSlide" Target="/ppt/notesSlides/notesSlide10.xml" Id="Rbed8938fa06c4b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ad8be5c238d44de" /><Relationship Type="http://schemas.openxmlformats.org/officeDocument/2006/relationships/image" Target="/ppt/media/image3.png" Id="Raa3999b8ab7f4aa9" /><Relationship Type="http://schemas.openxmlformats.org/officeDocument/2006/relationships/notesSlide" Target="/ppt/notesSlides/notesSlide11.xml" Id="Rf8470f75ffba4e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357e9a01e9b44c0" /><Relationship Type="http://schemas.openxmlformats.org/officeDocument/2006/relationships/image" Target="/ppt/media/image3.png" Id="Rf41495a6956b4abe" /><Relationship Type="http://schemas.openxmlformats.org/officeDocument/2006/relationships/notesSlide" Target="/ppt/notesSlides/notesSlide12.xml" Id="Rf63cd0fa0a2e43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4fbf3c726194023" /><Relationship Type="http://schemas.openxmlformats.org/officeDocument/2006/relationships/image" Target="/ppt/media/image3.png" Id="R2c8ffbb2bacd446e" /><Relationship Type="http://schemas.openxmlformats.org/officeDocument/2006/relationships/notesSlide" Target="/ppt/notesSlides/notesSlide13.xml" Id="R7b924467585144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e6a341bbeb64934" /><Relationship Type="http://schemas.openxmlformats.org/officeDocument/2006/relationships/image" Target="/ppt/media/image3.png" Id="R6e6e5c4cefdd45f5" /><Relationship Type="http://schemas.openxmlformats.org/officeDocument/2006/relationships/notesSlide" Target="/ppt/notesSlides/notesSlide14.xml" Id="R9c94df72491042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fc3532262f347e3" /><Relationship Type="http://schemas.openxmlformats.org/officeDocument/2006/relationships/image" Target="/ppt/media/image3.png" Id="Rce8451ef9e4f4d2d" /><Relationship Type="http://schemas.openxmlformats.org/officeDocument/2006/relationships/notesSlide" Target="/ppt/notesSlides/notesSlide15.xml" Id="R2040cc9206c849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100857e5ae24339" /><Relationship Type="http://schemas.openxmlformats.org/officeDocument/2006/relationships/image" Target="/ppt/media/image3.png" Id="Rd7af4191d4e64d6c" /><Relationship Type="http://schemas.openxmlformats.org/officeDocument/2006/relationships/notesSlide" Target="/ppt/notesSlides/notesSlide16.xml" Id="Rfb825ab256814d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f61bb5e8add4f57" /><Relationship Type="http://schemas.openxmlformats.org/officeDocument/2006/relationships/image" Target="/ppt/media/image3.png" Id="Rd5191216a6924fa4" /><Relationship Type="http://schemas.openxmlformats.org/officeDocument/2006/relationships/notesSlide" Target="/ppt/notesSlides/notesSlide17.xml" Id="R2d3e57d9b8a24a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e4b601d4f9a488c" /><Relationship Type="http://schemas.openxmlformats.org/officeDocument/2006/relationships/image" Target="/ppt/media/image3.png" Id="R8288d73bf2874aa3" /><Relationship Type="http://schemas.openxmlformats.org/officeDocument/2006/relationships/notesSlide" Target="/ppt/notesSlides/notesSlide18.xml" Id="R8a1a74f8bae6483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f69188bef8e4348" /><Relationship Type="http://schemas.openxmlformats.org/officeDocument/2006/relationships/image" Target="/ppt/media/image3.png" Id="Rb5db4cbc64b24af4" /><Relationship Type="http://schemas.openxmlformats.org/officeDocument/2006/relationships/notesSlide" Target="/ppt/notesSlides/notesSlide19.xml" Id="Rc7c13184617a488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e4220d4a6e44824" /><Relationship Type="http://schemas.openxmlformats.org/officeDocument/2006/relationships/image" Target="/ppt/media/image3.png" Id="R453df1956bac4e86" /><Relationship Type="http://schemas.openxmlformats.org/officeDocument/2006/relationships/notesSlide" Target="/ppt/notesSlides/notesSlide20.xml" Id="Ree3200e87eaf481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3f40ea69c844bc3" /><Relationship Type="http://schemas.openxmlformats.org/officeDocument/2006/relationships/image" Target="/ppt/media/image3.png" Id="Rf651107c11f94aa9" /><Relationship Type="http://schemas.openxmlformats.org/officeDocument/2006/relationships/notesSlide" Target="/ppt/notesSlides/notesSlide21.xml" Id="R73319d6ff26a471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e59491761e44b9c" /><Relationship Type="http://schemas.openxmlformats.org/officeDocument/2006/relationships/image" Target="/ppt/media/image3.png" Id="Rd8ba3efaa82d44bc" /><Relationship Type="http://schemas.openxmlformats.org/officeDocument/2006/relationships/notesSlide" Target="/ppt/notesSlides/notesSlide22.xml" Id="R7f699a134ca1418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8804b662e244a26" /><Relationship Type="http://schemas.openxmlformats.org/officeDocument/2006/relationships/image" Target="/ppt/media/image3.png" Id="R55937a0a11f84c8b" /><Relationship Type="http://schemas.openxmlformats.org/officeDocument/2006/relationships/notesSlide" Target="/ppt/notesSlides/notesSlide23.xml" Id="R849d2fd205414f9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2578be00d014e82" /><Relationship Type="http://schemas.openxmlformats.org/officeDocument/2006/relationships/image" Target="/ppt/media/image3.png" Id="Rd99c2e05697749ad" /><Relationship Type="http://schemas.openxmlformats.org/officeDocument/2006/relationships/notesSlide" Target="/ppt/notesSlides/notesSlide24.xml" Id="Rf71fb0f1a11f456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9ef577143ab434f" /><Relationship Type="http://schemas.openxmlformats.org/officeDocument/2006/relationships/image" Target="/ppt/media/image2.png" Id="R9842a8c8cbd64883" /><Relationship Type="http://schemas.openxmlformats.org/officeDocument/2006/relationships/notesSlide" Target="/ppt/notesSlides/notesSlide25.xml" Id="R635713b06c0e4ae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73cb2e320924e21" /><Relationship Type="http://schemas.openxmlformats.org/officeDocument/2006/relationships/image" Target="/ppt/media/image3.png" Id="Rce90732bd44d4079" /><Relationship Type="http://schemas.openxmlformats.org/officeDocument/2006/relationships/notesSlide" Target="/ppt/notesSlides/notesSlide26.xml" Id="Rc41e56adf9f74d1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9a3e17988be4b41" /><Relationship Type="http://schemas.openxmlformats.org/officeDocument/2006/relationships/image" Target="/ppt/media/image3.png" Id="Rdea89d8b48ac481d" /><Relationship Type="http://schemas.openxmlformats.org/officeDocument/2006/relationships/notesSlide" Target="/ppt/notesSlides/notesSlide27.xml" Id="Rbef58839b627424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1d8a95c2a28419a" /><Relationship Type="http://schemas.openxmlformats.org/officeDocument/2006/relationships/image" Target="/ppt/media/image3.png" Id="R04a9620d72064189" /><Relationship Type="http://schemas.openxmlformats.org/officeDocument/2006/relationships/notesSlide" Target="/ppt/notesSlides/notesSlide28.xml" Id="Rf9753da53831425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21c4f9332d54cab" /><Relationship Type="http://schemas.openxmlformats.org/officeDocument/2006/relationships/image" Target="/ppt/media/image2.png" Id="R963ff4786ef147a4" /><Relationship Type="http://schemas.openxmlformats.org/officeDocument/2006/relationships/notesSlide" Target="/ppt/notesSlides/notesSlide29.xml" Id="R265b1eb3cb44493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6d9b8ad6842c9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3abd36a2248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62bd5b7aa4c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395d6e5b044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d64e290854c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522BB8-B5AB-40F7-A1F6-489015EC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4EE452-A084-4694-B318-207DF37B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564981-8BBD-425F-820C-863728B8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7CBE4B3-A04D-413E-AEF0-72A6FEC4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588CAC-B556-487F-BD52-5A019932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818DC7-4000-4A1B-AE50-677CF425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15C9000-2217-4F52-AFCD-07BAA07D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62F24A-EAB8-424F-AA56-E1FB2EFB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F530C4-77D3-4601-AE2C-366EFA17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563B667-1232-4A44-A028-97D39E1C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0CFE69F-9588-460E-A5A1-8520A5AA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705D8CB-599F-48D2-B28B-55988216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D91979B-2FCC-4770-A8B0-438230F0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B9C5C19-F26C-4806-8254-948CC94E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E4DA2E9-96D0-410E-887F-EAA85651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76DEC52-A334-4AE7-ACDD-485B0DE3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7581d77af49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7C55B7-9443-4BD1-8D98-4BF45D45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CCDEE2-6F9F-4517-9816-11CCA6C4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BF2048-C4AC-49CC-AB38-8F10DCCA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FDF824-0E22-4782-AD5E-1315230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712395-1798-4F41-82F3-3DCC37FB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0B86ABE-DD15-4CF4-A9B8-B3945BFA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69C72A-8D7A-4896-961B-23045F8E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E7C7618-9C47-48F1-BCCA-4F72051D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A9E20F-0D5A-4891-BB0D-93F4E885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627D16-CF27-481C-88DA-3AC3E8E0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2C5E568-C778-4326-9FBE-132A5D2E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0694190-1236-4F93-923A-67761161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D398F8E-7A71-4AE2-ADAC-77627B46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575D86A-4738-499D-8448-D0374A2C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965316B-750F-4BE8-9201-50F2A996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333ED37-0216-49FA-B931-5901F076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20DC1FD-E115-4405-BEC9-12873D16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613940E-6723-43EE-A962-C72EFD58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CF76A79-EDF0-4325-948F-450F483F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F056AB2-266D-43D5-AD4D-145103E2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29E3FE9-8354-4A6D-BC96-4EE00CFE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6731E02-BED1-4165-92D1-C6FEEC8D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059FB18-2F1C-45BD-BE54-EC705967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F646B44-8AD2-4D0B-8C15-A32AF9F3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E3CAE7B-0250-4741-BD52-E7665CAF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93B803B-BFEC-48F9-9C10-CB27BEF3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dcc4d6f7448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1b48801ec40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2D7859-844D-4658-9F79-F368D158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88AFDA-45B6-41D4-B55F-1858AC4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AE6515-0350-47C1-979E-A27859D0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B668AF-2D72-4F92-BA57-72C76A12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A2FDBF-9650-463E-8FE9-05595D44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39AFEE7-0B02-4A73-94A3-A8E4E3B3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C0B0457-DC53-46C9-B260-E8776DEE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E063BA-389A-4987-96D7-94D6B70D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0AFD8A7-4B2D-4AC2-9AFD-17824591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8552A66-33D6-4ACE-B96C-7074A3A2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E3DADD3-57E4-4B40-9549-D6534E69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CCEB266-104D-4B0A-BA36-6FBB262A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6D12ED-6194-41A6-B5A7-55092A0A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65EFE4B-D699-4D9D-86B3-3074AE5B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8C1A01C-5F32-4335-8C11-9D78E580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D7D67D3-745B-4FAC-A1E0-403D1143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1B959F2-AC82-4012-9E51-F980F8AE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AEA23DF-D958-4102-95DA-C20988BE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D31F245-F62B-4EA0-BDDC-A7EB909B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15C28E8-404E-4BE8-8A60-79BD3388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91B0982-7ECD-4FA9-BE42-2C4254EA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2150F34-D6E5-4B78-B839-480759A1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1B81936-7E94-439F-9D55-9D554826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E4BEF2E-6AC6-487D-A410-8ACE0909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CAAA940-B618-4668-B595-72C16DBE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2A52B5A-E736-47F0-855F-EE2B878C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33E781F-5286-4AE6-A286-BE635C68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298AF3E-32F1-4958-A133-457431F2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DC653D1-8964-4715-8F91-163758C8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FE08292-01B7-406F-B1E1-EE1A5731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997B4FD-BADB-4142-BB5F-BFF3AD5A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6109407-5EDC-4C20-B58A-0272551D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748F26C-EA0E-4D46-9DBB-C0296761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ABA2F9C-8076-4CBB-9BC3-E2AEB05F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2D7ED10-053A-4ED4-AE77-986B9822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90B4114-D9B8-49DF-BB41-9081F584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5D808A6-38EA-4624-99B4-F53E9795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80BFB2E-156C-407A-8FFB-22C3F904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C5C7A86-7D81-49D3-B1E3-53E84D48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AED29B3-E258-4F47-9B4D-0C6FCEDB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1C9AF12-AD6E-45A5-AA02-31DAC38D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BB5DF85-6886-4CFF-812E-DAA2A7E6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A5F9679-4FAB-481C-97C2-2D5B2E7D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24A3465-6227-419F-978F-3AB4A391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50FFBEE-2922-4BBA-AFA4-6D31A8D9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B979954-7C8A-4914-9ED4-8A4803A8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BC2F08D-D568-406A-85AB-165B5BAE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35b4649a54e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50BA639-3B10-4B43-8FD7-6A6E0BB0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5787929-2A6A-4436-AB87-B6127E54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369B78D-4599-49EF-8714-F8601CF8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2B7E506-C2ED-46B6-8DD1-1B5CD1C4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9C8D8E4-F4B2-481B-BC40-7AACC47D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7B914A2-349C-42B5-B18C-AA7A4694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5BC3DB0-45CB-4702-A2F7-5B97B600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8AA068E2-80F5-48B9-B9FA-EAB12380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08B82B9-3E39-42F4-8995-EAAB0D26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508C6D4-1CA4-4E29-8D50-CABDB2B3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91FD4AD-8F3F-45D3-B608-04763D1B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3E012F9-CB7A-4156-909E-D6288DD0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4D12E93-697E-409F-A38B-50F90BC9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8D3DD7C-E86C-49C3-BF22-3FE4B66D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FC5BE95-C3F4-4D4A-B555-28833787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47069A5-FC0D-4D96-A7C5-E5FC360C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577665F-3B2A-40CB-865D-D65C45F8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8B023DB-84B5-4CC3-96F8-7ED764BA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BA524D5-DFBF-4D01-B045-13385ED7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0641959-FA0C-4B25-A4A8-A8FACD5C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165C28A-4452-4278-96DC-7F19BF6E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27E08C2-D3BE-4459-AA69-AF961A2F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6B82F96-646E-4F1E-817C-FC590FA3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D05ACB1-6477-4B07-8989-EFDD747D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f5860472543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1F391C9-23E3-4353-9273-1A83439F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3218151-B795-4BB4-A598-DAB1291F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CA29E7B-4BC7-421B-8A44-1D3E625D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F4EF6E4-86CA-4C60-A122-3BEB86E2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02778F9-F071-42C8-855E-586D1851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208B792-37E2-4614-BDE5-09F4448A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83CFB33-207C-4638-9345-CDE3BC5E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9BEBFEF-2879-4E39-8720-1B93925C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32F0671-8892-416C-B5A0-B222837A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E88EA56-6D69-4C96-9F04-CE65FCD3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F81A534-B9AA-4DA4-BA72-1615A729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1467025-BF41-4636-9833-D13C3ED3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A114833-D697-4427-99D4-1E1C6EA5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74E7663-FFC0-4282-8A1B-4534EBE3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6FBACAE-5E7F-4D31-9013-C91D4CB4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5FB43C0-B55C-412F-AADE-48B7DFC7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45E3BC6-4EB1-470F-B396-7ABA8466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330918F-EA2E-4E44-9C88-B44B7E5D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bb757243a48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999b8ab7f4a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68C1B7A-DF6C-4D31-85EC-D6DE5AC8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8137426-9C5A-483E-9D2E-2EB95E2E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F526C87-D35E-4424-B6C7-889C82EA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3D774D1-0913-4FF7-883D-9D7BF8C9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24DFC3F-3373-4603-8A4C-D60DE194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B9D0BBC-D890-46D5-87D5-67E20747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AF2E8A2-4BD1-4654-86B5-3E9CB2C3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0327509-CBE6-486B-B10C-E2B06BD4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63E0374-EB1A-481C-843A-D5E80714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6EDB50D-A955-4C35-83B8-276A6954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1B2EA52-76A0-4B7A-AA9A-BC13A73C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BA366B6-C34E-4252-A30E-7CBCA428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5EA02A4-CC05-4E57-9E2B-2F6C9CD6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E18E65D-A8CC-468B-8A17-22922724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A229177-70F4-44DE-8087-8DECEB80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6C4C434-A0B8-47DA-82E8-24F61CED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495a6956b4a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C14B0ED-F815-4EF2-8C64-4A4A9607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D4B10C5-5C27-40DF-9E20-DA9B0F92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225C5D7-A3AE-4CFA-BE64-BA2F2919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AA0EBF7-499C-4D19-A685-D90DE189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C43E76C-C904-4B2F-81CF-67F27487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36FF334-EF97-4135-9A3E-CC729F38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743E42C-84CF-464D-9DA3-3CF6FE7C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A4B944E-5014-4890-8B50-D282247E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D712988-9F08-4623-8FB0-D636D37A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7E3AD2F-CB15-4CE6-8597-B9648F01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7ECA2F2-8CD9-4C02-A9F1-607555B7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D86A2C1-B1DA-4C64-A7D0-6410ED22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D9F6870-CB28-4E6C-B50C-C511A3FE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66A0A63-AAC1-40B6-BC81-B3643CD5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2C17874-678E-40F2-AC01-84D8AD8F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6EE8036-70BF-4C70-A0C0-D80D3F9E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7BC6C1D-10C3-4AF9-A0F5-CB5A6704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6C3DD4F-1B13-4170-A9A1-6B00D26D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5AE610F-43D5-48F9-ABC0-A4E0FB27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EA3E27F-8B77-40C3-B8DB-890380D7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E2C9BCC-1770-4C72-853D-6429AFB1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03DD48D-98E1-4762-8A46-516EF08C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C863626-6999-454C-813F-7565E8C8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193503C-8428-4CBD-9B2B-C64163D4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E922806-2956-41F4-BF07-F7AD9C46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419B209-500D-4942-A031-D4251398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62C1B0D-E1C7-4ACC-8188-40280E15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3FD265F-15AE-47EC-844B-4F1FA622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8DAE34B-7941-4267-9752-A8FC6545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6A84E76-C51C-4B88-87CB-95017DB0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BEF78EB-7338-4312-A382-110C62F5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A8E6CE4-4308-476B-8139-9838F947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D7331A1-AC3D-42D0-9D61-7E08D5AF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82C1371-1507-4BFC-8B05-D8EA36F2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F0ED8B4-E637-4F15-99DF-B341753A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ffbb2bacd44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F962C48-BB4C-4E99-9D29-01219588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E1C7955-E6C3-4F7C-86BF-B8027EF3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B6526BC-1282-4BE6-902E-6D484579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5B4B1A4-EF92-4C15-AE5D-A4B4B477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3233870-3201-4D8B-A0DE-DB5F064E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CA58FA7-E702-4559-A365-A1E4B591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3DC5B3B-BB03-4414-B456-8D6B91DF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EDA5FE2-12E2-41AA-B745-3631E751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9D778F3-AFD1-4FB4-A57B-A964C7C8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1FDA4DD-1F6B-4275-B72F-36603FC5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6B3CDF4-2082-4A4E-A1A8-8187F3A6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B28B874-63C4-4436-9D84-9C2C82A7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D5D624A-9DC4-4925-B139-E3448ECB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9D76145-CF14-40BD-A904-E922BB65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FFA2B6C-213A-4660-BF19-9510FDBA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411560D-0416-4E37-AF42-41F3F8C5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5232B0C-5CA1-44E5-B8A3-9736003F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05648DA-09AD-4702-A787-4580504F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360B131-C523-45FD-AE8B-B1515748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50F607E-FF97-4F81-86B2-885CFE22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E1A1655-DD98-4C9E-8313-CAC5911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BBF66E7-0B67-47E1-A005-DFFF59EF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B01DD00-7061-407A-86A1-A001F698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6A8E4E8-9250-44DE-AB0B-E2FFD84A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0A444FA-5EF4-4DAB-8978-C6789D8A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E3D44BE-0B08-4F5C-8AA8-53446E1E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0EAA6CE-CF84-4C9D-9602-ABF2907B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96320A4-FC7C-43A1-A293-8EDF7281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DA717A4-8000-41F0-9D2E-4903D0B7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4127881-887C-483B-88F1-D8CA2BF2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25F2BCE-BED2-4365-A5A5-6F490413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A4916A4-41A8-4E70-84E0-D7460E46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F7949F4-05C9-44B0-9A1E-2E808F24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CAE71E3-2D29-470E-8CA3-A4C34122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A09E4C1-1E0D-4F38-8CA5-627B7E7B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E3EDA60-7E5E-487E-AB1D-6FFB2990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479EFDC-A597-46B6-81C7-46FAE2A4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E6AC6C6-A5D2-4B22-9283-09F583E0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D0C668E-F1D1-4CED-B1DF-1FF7D3AB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C30AC90-1D5E-4C91-8C7A-84CB600E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B38269D-9B83-4792-9AFC-AD2FDD89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C5239A0-8AD7-401A-9B33-1091EC93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02F1462-2D8D-4A23-BCA5-3DEE77B2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8864A88-237A-439C-8CFB-D1697C58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B883A97-7EAB-47C6-BC9F-C36B81EF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e5c4cefdd45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80DC179-6D52-4734-B47C-0A8EA51D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4A4BD1C-C538-4A50-87AE-E0778CA0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F2C4AE5-DBDD-44A5-97AE-878F3A6A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AD0AE1E-AFF6-4836-9064-5475543F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13EF947-7957-41E7-820B-79DBCB5B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467C026-39A3-4411-AF08-4E261D0C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5EC6CA0-6D56-4B01-80FD-F261424C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E4EFBD7-5CDA-4FDE-879B-5DC9AA17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CFE70BD-B750-4F5B-8C93-F4AB3B2F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827EA38-AB4F-4615-85B5-E9B92D07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233438F-295A-4BAC-93AF-0671DA96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6079FC4-CE46-404A-BCA8-FAFB32ED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EA58800-97DF-4D97-9B78-ED361464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DA2E359-2392-4BE3-BDBA-F38E0A2C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060DF34-0E91-4767-AE83-68B03CFB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9EEF8C2-F61A-4439-9043-64DE27C0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BAEA3E9-2C01-4303-A173-A5101455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B46F427-4A64-4D9B-A5FC-154E6576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C1BCEAC-5146-4DEC-9B44-FEAD21A6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5D265C8-D6AD-4A65-A579-DF02D390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4F63692-BEA0-47B6-BB3B-98A41953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F7E627E-EE4D-4DF5-9ABD-6B4752A8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C3D5D7B-45A2-4ABB-BB09-DB762157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C4C482B-4A86-4E79-A48A-12E0F10D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-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3717758-254C-4A7F-8C8C-1E79C95C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263EAD1-7A41-4E31-A87B-02F3102F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62EC9EE-6F6D-4993-946B-24F50733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1FD6CFD-5DB2-47E1-85F2-27844402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D2C5E3C-A137-4346-A0C3-5721AD9D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E8A4AA8-2751-429F-85B3-3ADDAECD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166AD0B-157E-4665-BD36-56B581E8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DB9CDD7-53D2-4891-81C9-6EFB2FFB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1DFE1F7-2A5D-4210-83AD-D875690D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878F551-8784-43F7-9ABF-632D61A2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364659D-E053-4C46-A0F1-EFA6ACE3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6A4C201-A81A-43CA-AAFC-104AFCE1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444A011-467D-4DBA-82AD-2FA773FF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D27D843-E87C-4372-A3F8-1614AD43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D573CB8-0B52-4946-99AF-406127A2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5CF0372-DDAE-4E3F-9985-E027C116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83210C0-765C-4EB5-A196-280A3D62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451ef9e4f4d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CA7E350-BD44-4836-9B18-F834F309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91264F3-1B4E-4AD5-8492-2DDC8C66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D6EE01C-E94C-47D8-B178-31491ACF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6AF398E-3EC2-4816-BEEB-D9CD8721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9006405-989B-4073-AAEB-6C436594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4E8FCD7-5F21-48DC-8986-57C751B9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26E1C3F-F2B0-4479-BC01-14CCD61E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3BF5203-F0E5-4118-AF7B-CC07E088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76380D3-10C6-4B62-9619-854F17F5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148196D-1248-4384-BF94-A760D9C1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37177C2-7BD1-4F8D-839A-328A4C76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5B61D37-5BBA-44E8-B00A-212040D0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B0C3607-177B-4A65-AD74-51C04903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2CC8BA9-F8D0-4AAF-B665-A1F97CA6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DDC17D9-070B-4449-8108-FE6F0A85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6745C5B-CB75-4DEB-B8AD-F93441CD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3D8DF54-F35A-4992-A13E-F94C8B23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DA009C8-807C-495C-B00E-F222D2EB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54824ED-421D-4573-9D83-4A2F0257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EA1FA5F-9A0F-4CC3-BCFE-EFC563DF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EE2FB0F-9886-4828-AE55-BA095E62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57DAAAE-3E84-411A-9CC3-E26B1FD8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977191F-6336-44E3-8319-A9F49515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A063A5A-8434-4268-9257-4B89303D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C0FA946-E379-4554-B87D-41B13451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537001D-2B68-4599-81DB-49863D71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05FFD2D-E473-4424-B62D-C7C45059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41BDE4F-E2EF-42BC-973B-BEF92C66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63A1A5F-4557-48FB-B69A-4FD1FD28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5DF509E-E98D-4237-86D9-F9007894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f4191d4e64d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AFF7CF3-0D04-4DCF-AA6A-EC986EF5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4823803-83D0-4B67-94AF-B44F375E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E2EF09F-92EF-46ED-A9F3-E0727DE3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1CEF459-7563-4C36-A6E4-B727D2EF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ADCC37B-F99C-44E3-9F0F-49FBA36D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C9931E8-8F96-45B2-9EA6-0474E03E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4C534BD-B2D7-4E75-88E3-F4C18BE5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4A1B470-492C-4FDC-8085-96233617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211E6A9-DAE7-47DC-BBE9-BEFF54D8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EAF8C93-C11E-4BAC-BA37-F7D38025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9061F18-AB52-4760-AFBD-EA18CB75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51E3787-81A0-42EC-886F-F7F98D68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49454DA-9601-4D80-8C64-FF63F050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FC24A35-33C4-4DBA-B7EA-8009D996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7849888-80C7-4E13-B7DF-654299B6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DEF25CE-3E5B-4E56-91B3-D1B836D4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3C8FBB5-E594-4481-8D04-181CCD00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9F6FB91-4773-4F08-9E0F-2A4923F8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0374331-39AC-40F8-8F73-9DD61444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90EE6AC-C1E4-4A81-95E2-FE5114D2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D94071F-BDD7-4A75-9FD2-437173A3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F643D47-7372-4C6E-80D8-A131CC45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8E73039-1145-4503-9A03-90DFC58C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54B43CD-76FB-42AD-A77C-D09E21FD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C4E0A21-A92A-4240-A699-D9F3FB38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5F4D767-EA2A-4B76-95AC-0D76D239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7E13D4B-A28A-4BBC-B9DF-EEED8197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70E0345-45AC-47A1-8D51-3C73C816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B168534-7DE0-4F81-B3AD-29694AFB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953BE34-82B7-4550-9553-49916EB1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AFAA86A-6172-403D-8BA5-C44B0260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7A0D473-0C78-407C-B672-A534D848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5EFFAD8-FA97-4CF6-A192-2238ABD0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0192A06-B35D-4582-AD9B-35AA9942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05BB080-4217-48C8-B361-8DFECB20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6781921-5BA7-4BE6-B82A-161F7288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DAE1B68-27B7-4F46-A370-F061F9D8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B53A10E-E62A-4734-A2C2-5466E944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91216a6924f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BAB860E-0BD8-4753-978F-0F1C5A8F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437CB47-8F0F-4BA8-A4F0-F5E6D169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36FBFDC-6CA0-4650-895C-CBCBF413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996CECD-8B9E-467E-9FC1-A661386E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FB02158-CFAA-40DC-BC55-E8FC6DFE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0482A35-6612-441A-899B-6CC225A8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7A988E4-A421-46CC-8742-771EED10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562C6CC-3AEA-4260-A5FC-0A85AA19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1B1D4A8-AA3F-4BEC-8D36-237A67A5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BFE1569-C08E-4D32-81E1-C8D74A22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FD0C8FF-B186-4F7C-A2A2-FA629FE9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7887381-C196-490C-96A1-973E2C38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532A138-FCA8-443B-ACCB-375E0873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DC6C3BB-2C4E-4BE2-81AD-2F9C1B40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3F91E5D-28C3-42BC-AD84-9DCA67DF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E6A3E47-8765-4CE5-A8E3-5E0F5A73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34EA4D8-7DAE-4B7C-AA6F-E5E9B05D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29C9459-DDE5-4414-B55E-77B8F803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63FE0F9-A58F-49B3-8CD8-6E111D10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C78D2B4-98F9-4CF2-8499-E090B80F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4AE4B7C-11B2-47E2-BB24-AACE913D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AEC41FF-A299-4AE5-8D63-C9195580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C2D5C9E-88BC-425A-99A1-819D5404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DEC129D-A44D-4DF3-BE92-E0651C1D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5F6D5BD-D438-4BDF-B6C8-52C63805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67A4A9F-5533-4EF1-A1B9-E265ABD6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0FA36EC-4088-4FAB-AA5C-3B952699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50EF897-39C8-48A1-893A-7FBB94D7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902BB24-8CB1-4655-A723-DCFF9461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80B5B74-5D2E-4C92-BBC6-BFE9E399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56D41B7-9435-44FF-A12C-622F6CD7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07004C2-D90F-4FFE-8952-5D2B3301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85AE059-C5D5-4F86-9D1C-635B5C48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4D29B4E-CDBE-405E-83D6-A9765CF6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7C7F1BA-1699-47FD-BB2A-64ABB0E8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1B1743D-F098-4C06-9742-89DD660D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7292C94-C41E-42AB-9580-01F8BA0E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DCF82E4-C092-4D11-8197-683AFDDC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F6E407D-58F7-4CD9-9438-60920159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8d73bf2874a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288756C-FAD8-4BC3-B5DE-338C000D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0FDB6BD-6DE7-4220-B3E0-23E7BD80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ED589CD-C41D-4648-9953-835E5C86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TestScenario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35B7E4B-8B67-4FB8-90B2-C85CCF27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57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title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preconditions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test_data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steps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expectations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C118626-FCC9-4DDA-BB12-76B61327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26FE0D2-414E-42CA-81F5-B47958DB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C71F207-DCE6-496A-9737-F8E99E4B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D9D590C-2CE0-4DE1-8E7F-168720BD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TaskBuilder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D1D779C-39F4-4777-BF22-D8CB91D9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字段筛选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敏感信息过滤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内容转换与规范化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补充执行规则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05DEFB5-268A-4F32-AB2E-6D0A6AD0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DAAD3B1-8743-4D44-88C6-25540E2F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E808A63-BE2B-4BD3-B944-944E1498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11D04D1-806C-4970-B376-1479A18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browser-use 任务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2FECD93-5103-4FE8-9E09-B87C3DA3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场景标题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前置条件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非敏感测试数据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执行规则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9F7F9B5-EED9-438A-B316-916C5CDA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1CC411D-9EA8-4AE5-9ED4-F042DEC7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3000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password / token / api_key 不进入任务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DFC1A08-0ABE-4147-A068-BE564E1E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19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12383">
            <a:solidFill>
              <a:srgbClr val="B9EB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6A3AA33-885D-4FD6-8533-0E3EE40B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expectations 只交给后置验证器，避免 Agent 迎合答案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b4cbc64b24a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99B3E96-19C3-4428-881C-7564AACE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5EACEA2-CF19-4FA9-B7B1-930907C6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53DB30F-46D5-452B-A25A-1CD4C42C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388D518-7F36-4563-AEBF-0E0046A2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脚本驱动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413AADC-F2D3-4BB4-8648-519FB568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依赖 locator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0DDDEB6-80E7-45BB-9A8A-200BF47F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确定性 E2E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F9FC2E9-96AC-48F7-894B-2064F9AE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适合已知流程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1FBDFD3-F505-4E8F-B8D5-C310164E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F1471E2-B472-4196-BD62-70D1D307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E7172CD-5E70-4A74-AC21-5636D250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browser-use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A42EE21-4709-4390-9101-E059D295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自然语言任务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90F2C79-6C90-4FC8-9DEE-41610306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运行时观察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DD33140-E43A-44D8-890F-A729849A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自主规划动作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DF45ABB-E7F4-4E6C-812E-EBC9FA1D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返回执行轨迹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4AACCB8-1D3D-4E84-893C-1598D07A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383">
            <a:solidFill>
              <a:srgbClr val="F1CE7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317A2A3-47F1-4EA5-A92C-DDF18E3B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rPr>
              <a:t>手册场景需要 Agent 自主执行：没有 selector，只有自然语言意图。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df1956bac4e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949536A-FE1D-43EA-A9A9-C3302660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707D474-BC17-4A2E-81DF-648D9DBA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 Run Executor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6504E9C-7607-499B-AE40-52231924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19D2D44-EF10-473B-911B-19C4D0A8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创建 run_id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03409F8-BB84-4C54-A233-014CC3E7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4D2598D-EF2A-4D9C-A9DB-27B716E6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 Use 执行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5BE7C59-C2A8-4528-A061-A93190B1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E139AB7-746A-433F-9DA8-5FF4DCA3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校验与分类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69825BB-2163-4B7F-B547-766304B5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716A46D-A15C-44B8-A28D-2EA831A4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写入 trace.jsonl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9DC8A2D-5228-48EF-A6EE-4B99EDB7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B34A5E8-DF73-4DFF-8017-143B75A2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88D015F-655D-4A44-BBE5-55D7BA89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0F30288-4A24-46F7-BEE8-18F0D27C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TraceEvent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077B713-9D68-4146-B06A-555ACF41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2057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node_status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browser_step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browser_frame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classification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2012DF9-DDF2-4D6E-BC59-2F9C92DC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2853F18-BEF7-45C6-809F-956E451D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5F9A409-7EB0-43A8-B82A-11926C71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前端实时页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5F87180-9BAA-47AF-ACEE-C6B959FB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Agent 节点图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C7B0683-B53C-4086-8CCF-458DDA05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动作日志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0F27E92-46CB-46CA-8FF7-751058D8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浏览器截图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18B9BCC-D0FF-4542-8651-2AC5F249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767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截图时间线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1107c11f94a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96620FC-5747-48CD-A031-E9AE6EE2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9237A09-5A3D-4F8B-9727-6A44DF4F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442A934-7F89-4F10-9C92-0471FF25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4869BE4-830A-414C-A212-F28799D3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DOM文本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2281134-0E02-4FB8-A10F-9471FF2E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B1AB442-3ADF-43FD-B53B-D278FCD4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URL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4A2BD9B-6B17-4D4B-A52B-A0A7891B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1716327-C787-48CB-95AD-8BB7917E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可访问性树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982E404-CE37-4AEB-AED1-4AB4B627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53DD319-5F12-4D94-A434-5275B869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HTML快照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FE25A90-17C9-4D35-A07D-55F755A5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BA48C11-C29D-488F-9AFA-4E934FEE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67C734D-7CC6-4433-9851-8C6580EE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06EB03B-F1A2-46D1-9C17-302EFBB0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初始截图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588B9E5-7C36-4AC2-B688-55C1C1C0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CCC57B7-B4C0-4B84-B7A4-0368BEA0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最终截图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D1CDCCC-665B-400B-AC41-DF354F33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D9BBB55-2C41-48ED-BAA9-E7C57EFD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GLM-4.6V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1138B8B-E6B1-4227-B434-B754FAED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01EE24A-601D-4B96-B6FB-DD353C2D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语义判断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159EB32-5EB0-45C2-8870-91A34521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914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C8CFFDE-B782-46DC-BFEF-95FE7BED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仲裁规则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45DF11B-010D-4A3A-89FF-80A5229A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7000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确定性通过 + 无需视觉 → pass；semantic 必须走视觉；任一通道低置信度 → needs_review；通道冲突 → fail_soft / 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a3efaa82d44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6D62021-1B18-4409-8306-5100C57B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4ED5BCE-1B81-4FEB-A0CB-F5CFDB82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EF1FCDB-BF99-4355-B309-DEBD7964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81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147C051-602C-4D3E-BBB8-90228CD5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955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E6C27A1-4E68-48E4-BCA8-4E9A6A49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27454E3-B495-4DB3-8D4C-514E4E7D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C3A94EC-4839-47CF-98BE-51B7DD19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52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agent 自报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B333516-DF2F-4116-8183-B4BACCDC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670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9BB4E12-D8FC-4D30-8CD5-D0C08AA7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80CBF00-8135-4AEE-8DEC-89295BFC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BB0C518-C64A-4FE3-B17C-5B577522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524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errors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DA6FAD1-4219-4E46-A744-C5F33DC0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385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661C920-F363-49EC-ACB5-220C6670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3FCB08D-5717-4947-85D9-1F61BB96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926052A-C0CA-4E3E-8BD3-AF666315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final URL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86B2B66-1685-4A94-B3AC-A7964A09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100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DE9BAEF-3B2E-4B9B-BD62-A58C7437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09E9215-2D43-4C33-89C2-998AAE0C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B605260-39E7-44C5-9F60-18944C88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67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DOM Summary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3513A77-9D3F-4DA5-9BC9-C19F81F8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815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84C5B60-1BDB-4F22-824F-E09C1E2D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190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D389C9E-7FF2-4662-A932-C443C57C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194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失败分类器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A731E72-E457-4FF8-8973-D56D488B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6230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4C490EF-00AB-43AC-84F0-3308F57A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2897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navigation_failure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50C6962-52A4-48A2-8DAE-FDEA9ADB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4172579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854B388-4B55-4A98-933B-EBFCB645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4239254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element_not_found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39FD1F7-2DD1-45C0-9C52-8B1CFC36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9105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9DE91D8-455F-4E78-9EFD-D2DF93D8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5772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interaction_failure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673B3BC-0AD3-49D0-8F69-0DCC3ACE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4172579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49F820B-31D1-4FF1-AB4D-D305D9FE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4239254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timing_issue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BB67E15-E348-4E72-BCAF-467FEFFC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6230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4161618-C9C6-440F-ABA4-06F9AF6A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2897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state_mismatch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3B5FF78-8EEC-42AC-BBD9-62C803E7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2152021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8834A99-5688-401E-9DBF-D3C88351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2218696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visual_regression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ED9FF4D-903E-4252-BA79-A9343A8B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3355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2ED305D-2638-4F14-B954-755F8755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022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agent_planning_error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6A1C477-4175-4433-A40E-B0B30BB9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2152021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966F8AD-FAA4-4B3B-9D55-92302040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2218696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unknown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E6F4284-807B-45E6-BFCC-6AA7CB4F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2A0CBC3-0EA6-4188-8698-787D2D73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F70E8B5-CBB6-46A6-91F6-C727483C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0512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输出结果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BB2C6AE-2CF3-4B04-B59D-788FAEE8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19450"/>
            <a:ext cx="2057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primary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secondary[]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reason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判定依据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37a0a11f84c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431A075-7108-42C0-B9E6-85E242F0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F9642C4-D387-4D2D-A4D7-CA9EF393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397D4AB-6307-4DB0-96DE-2A27D1DC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0512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一次运行 Run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0C4C0C5-1E25-4B39-80B1-A201BD4E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19450"/>
            <a:ext cx="17716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run_id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start/end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模型配置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B6D7EE0-ED24-41D1-A8B3-C8CA19CB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E8043F4-C7AD-4C43-BDA0-5F4F25F2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970CA17-9260-424A-AF46-B96BBD91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49B131C-2D5C-4AF9-BDB9-3C3DF6D0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trace.jsonl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E07934D-516A-44D5-933C-A92D385A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051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report.json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2883189-7747-4F2F-9258-B63EFB39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report.html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7A114C0-2BC7-4409-972C-A1C38201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screenshots/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4858FE4-9FCC-4350-A0FD-16324385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verification/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8448297-43BE-4A1F-B75B-1C3762A1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620481B-FC1E-4CD0-9847-590F8BDD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0EE4B20-E369-4954-8E9A-DACEDADF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报告预览 report.html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884665F-8FFF-4041-85D1-B6ACE22C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289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F8643EC-AE3D-4137-BAC9-CF0DBAE1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Run Summary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DFA345B-79BE-4FEB-9EBB-D893D266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0517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64E1202-CEC7-4EBA-9D30-EB565655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7185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Verification Results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2014DFB-685B-4E5A-B973-E599E169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8140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482C3E5-26F9-419F-9D8F-F0973ED6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4807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Trace Events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7500BE8-B5C7-4960-9FD5-7EE9AA84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5762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80FDF17-BBC7-44CB-A146-6F0ED0E1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 Classification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6909E82-0D0B-44AC-8B7A-F5788B97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338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A63AE32-00A6-4A0A-8A68-1D445474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Artifact Links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0439B08-D2F4-4C66-A209-A2555F15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723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2F6F4B5-ECD3-42C8-8D6F-0C820630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14925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安全处理：报告生成时脱敏 api_key / password / secret / token / credential / authorization。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c2e05697749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14A4FB1-4E30-4672-905C-43824B5F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2BA03A3-E78C-462B-B8BB-CBF81F59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8D2F8D7-C534-42EC-BD11-2FFB700C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零 locator 场景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1B3238F-0C81-4145-B097-ADC24D27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只描述用户意图，提升 UI 改版泛化能力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6FEDEA8-6A28-4AB0-8A3E-8CBB23D4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F8E1FCF-8DE5-441E-A419-96D48FF4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C3C2A9D-EAB7-4292-B83D-08274BE7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零领域专用 action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C9C26D0-CAD9-4CAE-9562-B357FE4D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保留 Web Agent 实时 DOM 自主决策价值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BB217AF-1C1A-46D3-B98D-A00204E7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F3849BC-9C92-41B2-BB4B-51050772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520CF82-6FC5-4D34-ADD3-66CC5AF0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职责边界清晰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7377A1C-AEC1-4B15-B709-B95C6C5A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执行，LangGraph 编排验证报告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F9A9095-FFA8-4D7C-8370-0CFB49C0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FC9DF89-EEE0-4E36-BB6E-C98F891B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27AE6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F6391EB-6A7B-44DB-825F-0378C0B4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双通道验证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617EDC0-3F11-4035-AAC1-DA33F801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/ URL / 文本 + GLM-4.6V 视觉语义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5D402FB-4CFE-4C58-A9A6-63177D24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1FDAE05-8F6B-4E2B-B2BB-B0264FDB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F0B2397-7D3F-453A-956C-C59A6E8C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可观察执行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C24B93D-0198-4C5F-86FD-B8F2A639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 事件流、节点状态图、截图时间线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6EBE62B-2A5D-47C6-B379-944D247F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342C2D2-690B-4F63-9F0A-5BF44761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8F8E64B-B458-43BF-955B-A2D61E0C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手册证据约束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1D7A692-0B80-477F-BAFF-D5CC8D39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source URLs + evidence quotes 降低幻觉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2a8c8cbd6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0732bd44d40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89d8b48ac48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9620d72064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ff4786ef147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2026-05-26T13:25:00.9880000Z</dcterms:created>
  <dcterms:modified xsi:type="dcterms:W3CDTF">2026-05-26T13:25:00.9880000Z</dcterms:modified>
</coreProperties>
</file>