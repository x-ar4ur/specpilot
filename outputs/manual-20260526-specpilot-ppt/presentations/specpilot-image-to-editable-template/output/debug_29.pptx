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78338affd4ea2" /><Relationship Type="http://schemas.openxmlformats.org/officeDocument/2006/relationships/extended-properties" Target="/docProps/app.xml" Id="Rbfe0f49b96364ac5" /><Relationship Type="http://schemas.openxmlformats.org/officeDocument/2006/relationships/officeDocument" Target="/ppt/presentation.xml" Id="Re5d25c2dee4a43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dd26b056d74dfa"/>
  </p:sldMasterIdLst>
  <p:notesMasterIdLst>
    <p:notesMasterId xmlns:r="http://schemas.openxmlformats.org/officeDocument/2006/relationships" r:id="R4e0d43a9a23948fb"/>
  </p:notesMasterIdLst>
  <p:sldIdLst>
    <p:sldId xmlns:r="http://schemas.openxmlformats.org/officeDocument/2006/relationships" id="256" r:id="Ra705c6ffbe384acb"/>
    <p:sldId xmlns:r="http://schemas.openxmlformats.org/officeDocument/2006/relationships" id="257" r:id="R49dd4a82670b4795"/>
    <p:sldId xmlns:r="http://schemas.openxmlformats.org/officeDocument/2006/relationships" id="258" r:id="Rf36148e761824ed1"/>
    <p:sldId xmlns:r="http://schemas.openxmlformats.org/officeDocument/2006/relationships" id="259" r:id="R91a9861cfe9047ea"/>
    <p:sldId xmlns:r="http://schemas.openxmlformats.org/officeDocument/2006/relationships" id="260" r:id="R8523cb49fde442f9"/>
    <p:sldId xmlns:r="http://schemas.openxmlformats.org/officeDocument/2006/relationships" id="261" r:id="Rbb11fb6472f24698"/>
    <p:sldId xmlns:r="http://schemas.openxmlformats.org/officeDocument/2006/relationships" id="262" r:id="R691a4f96b68d4f95"/>
    <p:sldId xmlns:r="http://schemas.openxmlformats.org/officeDocument/2006/relationships" id="263" r:id="R9498bbf457dc47f8"/>
    <p:sldId xmlns:r="http://schemas.openxmlformats.org/officeDocument/2006/relationships" id="264" r:id="R87b1500ac2854582"/>
    <p:sldId xmlns:r="http://schemas.openxmlformats.org/officeDocument/2006/relationships" id="265" r:id="R4cb62326dc2749cb"/>
    <p:sldId xmlns:r="http://schemas.openxmlformats.org/officeDocument/2006/relationships" id="266" r:id="R4afc9a58bfc64d4c"/>
    <p:sldId xmlns:r="http://schemas.openxmlformats.org/officeDocument/2006/relationships" id="267" r:id="R8fd3df6b83864e57"/>
    <p:sldId xmlns:r="http://schemas.openxmlformats.org/officeDocument/2006/relationships" id="268" r:id="R99a537ca67ea4d19"/>
    <p:sldId xmlns:r="http://schemas.openxmlformats.org/officeDocument/2006/relationships" id="269" r:id="R49334c53a6b24267"/>
    <p:sldId xmlns:r="http://schemas.openxmlformats.org/officeDocument/2006/relationships" id="270" r:id="Rb1e8fa2f5be9484c"/>
    <p:sldId xmlns:r="http://schemas.openxmlformats.org/officeDocument/2006/relationships" id="271" r:id="Rdd337594c70447eb"/>
    <p:sldId xmlns:r="http://schemas.openxmlformats.org/officeDocument/2006/relationships" id="272" r:id="R34528cc251e5419b"/>
    <p:sldId xmlns:r="http://schemas.openxmlformats.org/officeDocument/2006/relationships" id="273" r:id="R5bff166610564d24"/>
    <p:sldId xmlns:r="http://schemas.openxmlformats.org/officeDocument/2006/relationships" id="274" r:id="Rec0cc1c2e2764586"/>
    <p:sldId xmlns:r="http://schemas.openxmlformats.org/officeDocument/2006/relationships" id="275" r:id="Re836521ea6dd480f"/>
    <p:sldId xmlns:r="http://schemas.openxmlformats.org/officeDocument/2006/relationships" id="276" r:id="Rde20e81cb3f2472d"/>
    <p:sldId xmlns:r="http://schemas.openxmlformats.org/officeDocument/2006/relationships" id="277" r:id="R61c24971e21743ac"/>
    <p:sldId xmlns:r="http://schemas.openxmlformats.org/officeDocument/2006/relationships" id="278" r:id="R3fcf5253bb144b10"/>
    <p:sldId xmlns:r="http://schemas.openxmlformats.org/officeDocument/2006/relationships" id="279" r:id="Ra55a44625643476e"/>
    <p:sldId xmlns:r="http://schemas.openxmlformats.org/officeDocument/2006/relationships" id="280" r:id="Rae9c53f6e54747e2"/>
    <p:sldId xmlns:r="http://schemas.openxmlformats.org/officeDocument/2006/relationships" id="281" r:id="R3ae9bd95ceba4c0c"/>
    <p:sldId xmlns:r="http://schemas.openxmlformats.org/officeDocument/2006/relationships" id="282" r:id="R3f25b2f01e2e473c"/>
    <p:sldId xmlns:r="http://schemas.openxmlformats.org/officeDocument/2006/relationships" id="283" r:id="R66bd779fd15d426e"/>
    <p:sldId xmlns:r="http://schemas.openxmlformats.org/officeDocument/2006/relationships" id="284" r:id="R8c6bf4cb409e44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d26b056d74dfa" /><Relationship Type="http://schemas.openxmlformats.org/officeDocument/2006/relationships/theme" Target="/ppt/theme/theme1.xml" Id="R51a00c53996c45c8" /><Relationship Type="http://schemas.openxmlformats.org/officeDocument/2006/relationships/notesMaster" Target="/ppt/notesMasters/notesMaster1.xml" Id="R4e0d43a9a23948fb" /><Relationship Type="http://schemas.openxmlformats.org/officeDocument/2006/relationships/presProps" Target="/ppt/presProps.xml" Id="Rfd1944804aa94c77" /><Relationship Type="http://schemas.openxmlformats.org/officeDocument/2006/relationships/viewProps" Target="/ppt/viewProps.xml" Id="Rc4f747a94f6b40d7" /><Relationship Type="http://schemas.openxmlformats.org/officeDocument/2006/relationships/tableStyles" Target="/ppt/tableStyles.xml" Id="R7f97e94f4ca645cc" /><Relationship Type="http://schemas.openxmlformats.org/officeDocument/2006/relationships/slide" Target="/ppt/slides/slide1.xml" Id="Ra705c6ffbe384acb" /><Relationship Type="http://schemas.openxmlformats.org/officeDocument/2006/relationships/slide" Target="/ppt/slides/slide2.xml" Id="R49dd4a82670b4795" /><Relationship Type="http://schemas.openxmlformats.org/officeDocument/2006/relationships/slide" Target="/ppt/slides/slide3.xml" Id="Rf36148e761824ed1" /><Relationship Type="http://schemas.openxmlformats.org/officeDocument/2006/relationships/slide" Target="/ppt/slides/slide4.xml" Id="R91a9861cfe9047ea" /><Relationship Type="http://schemas.openxmlformats.org/officeDocument/2006/relationships/slide" Target="/ppt/slides/slide5.xml" Id="R8523cb49fde442f9" /><Relationship Type="http://schemas.openxmlformats.org/officeDocument/2006/relationships/slide" Target="/ppt/slides/slide6.xml" Id="Rbb11fb6472f24698" /><Relationship Type="http://schemas.openxmlformats.org/officeDocument/2006/relationships/slide" Target="/ppt/slides/slide7.xml" Id="R691a4f96b68d4f95" /><Relationship Type="http://schemas.openxmlformats.org/officeDocument/2006/relationships/slide" Target="/ppt/slides/slide8.xml" Id="R9498bbf457dc47f8" /><Relationship Type="http://schemas.openxmlformats.org/officeDocument/2006/relationships/slide" Target="/ppt/slides/slide9.xml" Id="R87b1500ac2854582" /><Relationship Type="http://schemas.openxmlformats.org/officeDocument/2006/relationships/slide" Target="/ppt/slides/slide10.xml" Id="R4cb62326dc2749cb" /><Relationship Type="http://schemas.openxmlformats.org/officeDocument/2006/relationships/slide" Target="/ppt/slides/slide11.xml" Id="R4afc9a58bfc64d4c" /><Relationship Type="http://schemas.openxmlformats.org/officeDocument/2006/relationships/slide" Target="/ppt/slides/slide12.xml" Id="R8fd3df6b83864e57" /><Relationship Type="http://schemas.openxmlformats.org/officeDocument/2006/relationships/slide" Target="/ppt/slides/slide13.xml" Id="R99a537ca67ea4d19" /><Relationship Type="http://schemas.openxmlformats.org/officeDocument/2006/relationships/slide" Target="/ppt/slides/slide14.xml" Id="R49334c53a6b24267" /><Relationship Type="http://schemas.openxmlformats.org/officeDocument/2006/relationships/slide" Target="/ppt/slides/slide15.xml" Id="Rb1e8fa2f5be9484c" /><Relationship Type="http://schemas.openxmlformats.org/officeDocument/2006/relationships/slide" Target="/ppt/slides/slide16.xml" Id="Rdd337594c70447eb" /><Relationship Type="http://schemas.openxmlformats.org/officeDocument/2006/relationships/slide" Target="/ppt/slides/slide17.xml" Id="R34528cc251e5419b" /><Relationship Type="http://schemas.openxmlformats.org/officeDocument/2006/relationships/slide" Target="/ppt/slides/slide18.xml" Id="R5bff166610564d24" /><Relationship Type="http://schemas.openxmlformats.org/officeDocument/2006/relationships/slide" Target="/ppt/slides/slide19.xml" Id="Rec0cc1c2e2764586" /><Relationship Type="http://schemas.openxmlformats.org/officeDocument/2006/relationships/slide" Target="/ppt/slides/slide20.xml" Id="Re836521ea6dd480f" /><Relationship Type="http://schemas.openxmlformats.org/officeDocument/2006/relationships/slide" Target="/ppt/slides/slide21.xml" Id="Rde20e81cb3f2472d" /><Relationship Type="http://schemas.openxmlformats.org/officeDocument/2006/relationships/slide" Target="/ppt/slides/slide22.xml" Id="R61c24971e21743ac" /><Relationship Type="http://schemas.openxmlformats.org/officeDocument/2006/relationships/slide" Target="/ppt/slides/slide23.xml" Id="R3fcf5253bb144b10" /><Relationship Type="http://schemas.openxmlformats.org/officeDocument/2006/relationships/slide" Target="/ppt/slides/slide24.xml" Id="Ra55a44625643476e" /><Relationship Type="http://schemas.openxmlformats.org/officeDocument/2006/relationships/slide" Target="/ppt/slides/slide25.xml" Id="Rae9c53f6e54747e2" /><Relationship Type="http://schemas.openxmlformats.org/officeDocument/2006/relationships/slide" Target="/ppt/slides/slide26.xml" Id="R3ae9bd95ceba4c0c" /><Relationship Type="http://schemas.openxmlformats.org/officeDocument/2006/relationships/slide" Target="/ppt/slides/slide27.xml" Id="R3f25b2f01e2e473c" /><Relationship Type="http://schemas.openxmlformats.org/officeDocument/2006/relationships/slide" Target="/ppt/slides/slide28.xml" Id="R66bd779fd15d426e" /><Relationship Type="http://schemas.openxmlformats.org/officeDocument/2006/relationships/slide" Target="/ppt/slides/slide29.xml" Id="R8c6bf4cb409e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901fc2b758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00144926e457d" /><Relationship Type="http://schemas.openxmlformats.org/officeDocument/2006/relationships/notesMaster" Target="/ppt/notesMasters/notesMaster1.xml" Id="R28bea2ee839f48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96a0e944340f8" /><Relationship Type="http://schemas.openxmlformats.org/officeDocument/2006/relationships/notesMaster" Target="/ppt/notesMasters/notesMaster1.xml" Id="R6bb30e64224c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e58dd89cf94450" /><Relationship Type="http://schemas.openxmlformats.org/officeDocument/2006/relationships/notesMaster" Target="/ppt/notesMasters/notesMaster1.xml" Id="Rbd8bc26926cf43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b01ba0e5dd4ccb" /><Relationship Type="http://schemas.openxmlformats.org/officeDocument/2006/relationships/notesMaster" Target="/ppt/notesMasters/notesMaster1.xml" Id="R66bceb75e6f0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276a225dd435b" /><Relationship Type="http://schemas.openxmlformats.org/officeDocument/2006/relationships/notesMaster" Target="/ppt/notesMasters/notesMaster1.xml" Id="Re01df1d4909f43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9d018cfc344313" /><Relationship Type="http://schemas.openxmlformats.org/officeDocument/2006/relationships/notesMaster" Target="/ppt/notesMasters/notesMaster1.xml" Id="Rdab008481b0448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227a1e85f4417" /><Relationship Type="http://schemas.openxmlformats.org/officeDocument/2006/relationships/notesMaster" Target="/ppt/notesMasters/notesMaster1.xml" Id="Rbe41670f67af4d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a815b84a2d4318" /><Relationship Type="http://schemas.openxmlformats.org/officeDocument/2006/relationships/notesMaster" Target="/ppt/notesMasters/notesMaster1.xml" Id="Rc631549715bf48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457f81501c4130" /><Relationship Type="http://schemas.openxmlformats.org/officeDocument/2006/relationships/notesMaster" Target="/ppt/notesMasters/notesMaster1.xml" Id="R23c1f4f82f444c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9a0cebd3ea4409" /><Relationship Type="http://schemas.openxmlformats.org/officeDocument/2006/relationships/notesMaster" Target="/ppt/notesMasters/notesMaster1.xml" Id="Reda5e357551843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63ceab7aa04f0f" /><Relationship Type="http://schemas.openxmlformats.org/officeDocument/2006/relationships/notesMaster" Target="/ppt/notesMasters/notesMaster1.xml" Id="R9ecf05a72b2442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74d0022dc64aca" /><Relationship Type="http://schemas.openxmlformats.org/officeDocument/2006/relationships/notesMaster" Target="/ppt/notesMasters/notesMaster1.xml" Id="R01cbeadf82914d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f5ba204b064cf2" /><Relationship Type="http://schemas.openxmlformats.org/officeDocument/2006/relationships/notesMaster" Target="/ppt/notesMasters/notesMaster1.xml" Id="R2dcca87abad74a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21eee8b32b4fd2" /><Relationship Type="http://schemas.openxmlformats.org/officeDocument/2006/relationships/notesMaster" Target="/ppt/notesMasters/notesMaster1.xml" Id="R0076d77158b94d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19cecec31b4922" /><Relationship Type="http://schemas.openxmlformats.org/officeDocument/2006/relationships/notesMaster" Target="/ppt/notesMasters/notesMaster1.xml" Id="R69d1b4b0d9cb4f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db139f85db4886" /><Relationship Type="http://schemas.openxmlformats.org/officeDocument/2006/relationships/notesMaster" Target="/ppt/notesMasters/notesMaster1.xml" Id="Re9a7540021de42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e4e06465cf4af7" /><Relationship Type="http://schemas.openxmlformats.org/officeDocument/2006/relationships/notesMaster" Target="/ppt/notesMasters/notesMaster1.xml" Id="R7565fb3fcb6d4e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b1ff0ab8e74c11" /><Relationship Type="http://schemas.openxmlformats.org/officeDocument/2006/relationships/notesMaster" Target="/ppt/notesMasters/notesMaster1.xml" Id="R48a16aa2013946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f5b6a9c93545d0" /><Relationship Type="http://schemas.openxmlformats.org/officeDocument/2006/relationships/notesMaster" Target="/ppt/notesMasters/notesMaster1.xml" Id="R52cb430a6df647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a9b2bdda784c1f" /><Relationship Type="http://schemas.openxmlformats.org/officeDocument/2006/relationships/notesMaster" Target="/ppt/notesMasters/notesMaster1.xml" Id="R88fa1084e4804f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da1cc0e6bd4052" /><Relationship Type="http://schemas.openxmlformats.org/officeDocument/2006/relationships/notesMaster" Target="/ppt/notesMasters/notesMaster1.xml" Id="Ra3b3c92ee7fd4f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0351d66e6648e7" /><Relationship Type="http://schemas.openxmlformats.org/officeDocument/2006/relationships/notesMaster" Target="/ppt/notesMasters/notesMaster1.xml" Id="R1a8f4b40fbc941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4b57db916e4200" /><Relationship Type="http://schemas.openxmlformats.org/officeDocument/2006/relationships/notesMaster" Target="/ppt/notesMasters/notesMaster1.xml" Id="R31c4b9f17e764c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d0cadb102542bd" /><Relationship Type="http://schemas.openxmlformats.org/officeDocument/2006/relationships/notesMaster" Target="/ppt/notesMasters/notesMaster1.xml" Id="R0b50927b824d42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e93e1e509040eb" /><Relationship Type="http://schemas.openxmlformats.org/officeDocument/2006/relationships/notesMaster" Target="/ppt/notesMasters/notesMaster1.xml" Id="Ree24780bba82404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5473b0d4664ad2" /><Relationship Type="http://schemas.openxmlformats.org/officeDocument/2006/relationships/notesMaster" Target="/ppt/notesMasters/notesMaster1.xml" Id="R14a2544352db48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33f1862f504471" /><Relationship Type="http://schemas.openxmlformats.org/officeDocument/2006/relationships/notesMaster" Target="/ppt/notesMasters/notesMaster1.xml" Id="Rb9631374da414b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a54deaef7f496d" /><Relationship Type="http://schemas.openxmlformats.org/officeDocument/2006/relationships/notesMaster" Target="/ppt/notesMasters/notesMaster1.xml" Id="R212e6e37751642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79fbaa907f41bd" /><Relationship Type="http://schemas.openxmlformats.org/officeDocument/2006/relationships/notesMaster" Target="/ppt/notesMasters/notesMaster1.xml" Id="R4ac29655def8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9a6b98c814e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cba9766f947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9e9fa21214f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ab6a7da8a42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1697fbc334d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d54a2dfeb4b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05631d0a245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35c3cc3594d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8ee0a8b88444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fbf24da474c1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20196f02f4f65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21ed30269f4d37" /><Relationship Type="http://schemas.openxmlformats.org/officeDocument/2006/relationships/slideLayout" Target="/ppt/slideLayouts/slideLayout2.xml" Id="Ra8ba6b811bd0463d" /><Relationship Type="http://schemas.openxmlformats.org/officeDocument/2006/relationships/slideLayout" Target="/ppt/slideLayouts/slideLayout3.xml" Id="Ra5b3e654f91e4359" /><Relationship Type="http://schemas.openxmlformats.org/officeDocument/2006/relationships/slideLayout" Target="/ppt/slideLayouts/slideLayout4.xml" Id="Rb7020a41e3fb4d87" /><Relationship Type="http://schemas.openxmlformats.org/officeDocument/2006/relationships/slideLayout" Target="/ppt/slideLayouts/slideLayout5.xml" Id="Rcae1153975e54d09" /><Relationship Type="http://schemas.openxmlformats.org/officeDocument/2006/relationships/slideLayout" Target="/ppt/slideLayouts/slideLayout6.xml" Id="R19308a3c691845dd" /><Relationship Type="http://schemas.openxmlformats.org/officeDocument/2006/relationships/slideLayout" Target="/ppt/slideLayouts/slideLayout7.xml" Id="R9f0373130c9a4025" /><Relationship Type="http://schemas.openxmlformats.org/officeDocument/2006/relationships/slideLayout" Target="/ppt/slideLayouts/slideLayout8.xml" Id="R7582d07513454b47" /><Relationship Type="http://schemas.openxmlformats.org/officeDocument/2006/relationships/slideLayout" Target="/ppt/slideLayouts/slideLayout9.xml" Id="Re1418ae98ce44180" /><Relationship Type="http://schemas.openxmlformats.org/officeDocument/2006/relationships/slideLayout" Target="/ppt/slideLayouts/slideLayout10.xml" Id="R8cc0dcc051dc4722" /><Relationship Type="http://schemas.openxmlformats.org/officeDocument/2006/relationships/slideLayout" Target="/ppt/slideLayouts/slideLayout11.xml" Id="R9978d6875d7f4485" /><Relationship Type="http://schemas.openxmlformats.org/officeDocument/2006/relationships/slideLayout" Target="/ppt/slideLayouts/slideLayout12.xml" Id="R7e85a0cb122f4d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ba6b811bd0463d"/>
    <p:sldLayoutId xmlns:r="http://schemas.openxmlformats.org/officeDocument/2006/relationships" id="2147483650" r:id="Ra5b3e654f91e4359"/>
    <p:sldLayoutId xmlns:r="http://schemas.openxmlformats.org/officeDocument/2006/relationships" id="2147483651" r:id="Rb7020a41e3fb4d87"/>
    <p:sldLayoutId xmlns:r="http://schemas.openxmlformats.org/officeDocument/2006/relationships" id="2147483652" r:id="Rcae1153975e54d09"/>
    <p:sldLayoutId xmlns:r="http://schemas.openxmlformats.org/officeDocument/2006/relationships" id="2147483653" r:id="R19308a3c691845dd"/>
    <p:sldLayoutId xmlns:r="http://schemas.openxmlformats.org/officeDocument/2006/relationships" id="2147483654" r:id="R9f0373130c9a4025"/>
    <p:sldLayoutId xmlns:r="http://schemas.openxmlformats.org/officeDocument/2006/relationships" id="2147483655" r:id="R7582d07513454b47"/>
    <p:sldLayoutId xmlns:r="http://schemas.openxmlformats.org/officeDocument/2006/relationships" id="2147483656" r:id="Re1418ae98ce44180"/>
    <p:sldLayoutId xmlns:r="http://schemas.openxmlformats.org/officeDocument/2006/relationships" id="2147483657" r:id="R8cc0dcc051dc4722"/>
    <p:sldLayoutId xmlns:r="http://schemas.openxmlformats.org/officeDocument/2006/relationships" id="2147483658" r:id="R9978d6875d7f4485"/>
    <p:sldLayoutId xmlns:r="http://schemas.openxmlformats.org/officeDocument/2006/relationships" id="2147483659" r:id="R7e85a0cb122f4d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5efbe69dd74833" /><Relationship Type="http://schemas.openxmlformats.org/officeDocument/2006/relationships/image" Target="/ppt/media/image.png" Id="R2d38ad791dbb46ad" /><Relationship Type="http://schemas.openxmlformats.org/officeDocument/2006/relationships/image" Target="/ppt/media/image2.png" Id="R8aa5f187d7784022" /><Relationship Type="http://schemas.openxmlformats.org/officeDocument/2006/relationships/notesSlide" Target="/ppt/notesSlides/notesSlide1.xml" Id="Ref961c0c7208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df10795e648ec" /><Relationship Type="http://schemas.openxmlformats.org/officeDocument/2006/relationships/image" Target="/ppt/media/image2.png" Id="R16ba33f2a4dd4d7a" /><Relationship Type="http://schemas.openxmlformats.org/officeDocument/2006/relationships/notesSlide" Target="/ppt/notesSlides/notesSlide2.xml" Id="Rf4bfe79e701147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5335e592dd4aba" /><Relationship Type="http://schemas.openxmlformats.org/officeDocument/2006/relationships/image" Target="/ppt/media/image2.png" Id="R2d8880282cef4656" /><Relationship Type="http://schemas.openxmlformats.org/officeDocument/2006/relationships/notesSlide" Target="/ppt/notesSlides/notesSlide3.xml" Id="R6dd22fd4d30f4b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3de88563a744c0" /><Relationship Type="http://schemas.openxmlformats.org/officeDocument/2006/relationships/image" Target="/ppt/media/image3.png" Id="R57a17825a2d249d4" /><Relationship Type="http://schemas.openxmlformats.org/officeDocument/2006/relationships/notesSlide" Target="/ppt/notesSlides/notesSlide4.xml" Id="Re8fcca3509c346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bc8caa7f1a4741" /><Relationship Type="http://schemas.openxmlformats.org/officeDocument/2006/relationships/image" Target="/ppt/media/image3.png" Id="R694efe7c1ae9400d" /><Relationship Type="http://schemas.openxmlformats.org/officeDocument/2006/relationships/notesSlide" Target="/ppt/notesSlides/notesSlide5.xml" Id="R0bd997f3211b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15a1055c5d46dc" /><Relationship Type="http://schemas.openxmlformats.org/officeDocument/2006/relationships/image" Target="/ppt/media/image2.png" Id="Rdbcf99d5d5f04a50" /><Relationship Type="http://schemas.openxmlformats.org/officeDocument/2006/relationships/notesSlide" Target="/ppt/notesSlides/notesSlide6.xml" Id="Rf3cb558b9c734a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b05387ab2c49a9" /><Relationship Type="http://schemas.openxmlformats.org/officeDocument/2006/relationships/image" Target="/ppt/media/image3.png" Id="R8bae96472d0c4f04" /><Relationship Type="http://schemas.openxmlformats.org/officeDocument/2006/relationships/notesSlide" Target="/ppt/notesSlides/notesSlide7.xml" Id="R18d04ce92fb540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43a0f56f0b44e3" /><Relationship Type="http://schemas.openxmlformats.org/officeDocument/2006/relationships/image" Target="/ppt/media/image3.png" Id="Rdc151c40af0a443e" /><Relationship Type="http://schemas.openxmlformats.org/officeDocument/2006/relationships/notesSlide" Target="/ppt/notesSlides/notesSlide8.xml" Id="R3c069b7f0d3740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94f47d9c18461b" /><Relationship Type="http://schemas.openxmlformats.org/officeDocument/2006/relationships/image" Target="/ppt/media/image3.png" Id="R6fddb59a1dc94e5d" /><Relationship Type="http://schemas.openxmlformats.org/officeDocument/2006/relationships/notesSlide" Target="/ppt/notesSlides/notesSlide9.xml" Id="Rde3d038b38c94a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cab5dd7ed845f0" /><Relationship Type="http://schemas.openxmlformats.org/officeDocument/2006/relationships/image" Target="/ppt/media/image2.png" Id="Re3d275d0d7a64d63" /><Relationship Type="http://schemas.openxmlformats.org/officeDocument/2006/relationships/notesSlide" Target="/ppt/notesSlides/notesSlide10.xml" Id="R9c8d60fee43b4f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d24938b6ec4fe8" /><Relationship Type="http://schemas.openxmlformats.org/officeDocument/2006/relationships/image" Target="/ppt/media/image3.png" Id="R09684afc8ebc4d56" /><Relationship Type="http://schemas.openxmlformats.org/officeDocument/2006/relationships/notesSlide" Target="/ppt/notesSlides/notesSlide11.xml" Id="R80834ea7b5784d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0190dbef0c43eb" /><Relationship Type="http://schemas.openxmlformats.org/officeDocument/2006/relationships/image" Target="/ppt/media/image3.png" Id="R59485b10f07b4056" /><Relationship Type="http://schemas.openxmlformats.org/officeDocument/2006/relationships/notesSlide" Target="/ppt/notesSlides/notesSlide12.xml" Id="R9d6fdb27f4504a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76d3e3452a4bd1" /><Relationship Type="http://schemas.openxmlformats.org/officeDocument/2006/relationships/image" Target="/ppt/media/image3.png" Id="Rf1f7034192294bac" /><Relationship Type="http://schemas.openxmlformats.org/officeDocument/2006/relationships/notesSlide" Target="/ppt/notesSlides/notesSlide13.xml" Id="R628e4f62a34644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ff4fb11dbfe4492" /><Relationship Type="http://schemas.openxmlformats.org/officeDocument/2006/relationships/image" Target="/ppt/media/image3.png" Id="Rf03f08421a6d4f5f" /><Relationship Type="http://schemas.openxmlformats.org/officeDocument/2006/relationships/notesSlide" Target="/ppt/notesSlides/notesSlide14.xml" Id="Ra28c1d1c585a4f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514abc56d74694" /><Relationship Type="http://schemas.openxmlformats.org/officeDocument/2006/relationships/image" Target="/ppt/media/image3.png" Id="R02f86d08d6fc4e74" /><Relationship Type="http://schemas.openxmlformats.org/officeDocument/2006/relationships/notesSlide" Target="/ppt/notesSlides/notesSlide15.xml" Id="R070e287a547847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3ec55e97604e3d" /><Relationship Type="http://schemas.openxmlformats.org/officeDocument/2006/relationships/image" Target="/ppt/media/image3.png" Id="R702f325f0041417d" /><Relationship Type="http://schemas.openxmlformats.org/officeDocument/2006/relationships/notesSlide" Target="/ppt/notesSlides/notesSlide16.xml" Id="R06e05efd618b45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13b6804671f4b44" /><Relationship Type="http://schemas.openxmlformats.org/officeDocument/2006/relationships/image" Target="/ppt/media/image3.png" Id="Rc50f2a356c7f4e79" /><Relationship Type="http://schemas.openxmlformats.org/officeDocument/2006/relationships/notesSlide" Target="/ppt/notesSlides/notesSlide17.xml" Id="R985b3e4d95244b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9691c48f2764f7e" /><Relationship Type="http://schemas.openxmlformats.org/officeDocument/2006/relationships/image" Target="/ppt/media/image3.png" Id="R1a99464d1e374c37" /><Relationship Type="http://schemas.openxmlformats.org/officeDocument/2006/relationships/notesSlide" Target="/ppt/notesSlides/notesSlide18.xml" Id="Rbbc6b0a028ec42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6854cba9b14560" /><Relationship Type="http://schemas.openxmlformats.org/officeDocument/2006/relationships/image" Target="/ppt/media/image3.png" Id="R7e0314cec26b4f6c" /><Relationship Type="http://schemas.openxmlformats.org/officeDocument/2006/relationships/notesSlide" Target="/ppt/notesSlides/notesSlide19.xml" Id="Rb73e4e74584b4b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77cbd8a7c504165" /><Relationship Type="http://schemas.openxmlformats.org/officeDocument/2006/relationships/image" Target="/ppt/media/image3.png" Id="R6b9f1e84d35f4392" /><Relationship Type="http://schemas.openxmlformats.org/officeDocument/2006/relationships/notesSlide" Target="/ppt/notesSlides/notesSlide20.xml" Id="Rdedc83c3022647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a9cd116f754f91" /><Relationship Type="http://schemas.openxmlformats.org/officeDocument/2006/relationships/image" Target="/ppt/media/image3.png" Id="Rc84ef735b1a74559" /><Relationship Type="http://schemas.openxmlformats.org/officeDocument/2006/relationships/notesSlide" Target="/ppt/notesSlides/notesSlide21.xml" Id="R4e7e7150676744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e39b6f42dc40d5" /><Relationship Type="http://schemas.openxmlformats.org/officeDocument/2006/relationships/image" Target="/ppt/media/image3.png" Id="R88c50317004d4ffe" /><Relationship Type="http://schemas.openxmlformats.org/officeDocument/2006/relationships/notesSlide" Target="/ppt/notesSlides/notesSlide22.xml" Id="R1a691194af784e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67ac04f9644ec9" /><Relationship Type="http://schemas.openxmlformats.org/officeDocument/2006/relationships/image" Target="/ppt/media/image3.png" Id="Rda041cfa440446c6" /><Relationship Type="http://schemas.openxmlformats.org/officeDocument/2006/relationships/notesSlide" Target="/ppt/notesSlides/notesSlide23.xml" Id="Ra7dc004eba3d4e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db3ca308cf4d9a" /><Relationship Type="http://schemas.openxmlformats.org/officeDocument/2006/relationships/image" Target="/ppt/media/image3.png" Id="Rae998ff2c62d4897" /><Relationship Type="http://schemas.openxmlformats.org/officeDocument/2006/relationships/notesSlide" Target="/ppt/notesSlides/notesSlide24.xml" Id="R422cb9a7131945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41969f32784303" /><Relationship Type="http://schemas.openxmlformats.org/officeDocument/2006/relationships/image" Target="/ppt/media/image2.png" Id="R2457ace291ed41b9" /><Relationship Type="http://schemas.openxmlformats.org/officeDocument/2006/relationships/notesSlide" Target="/ppt/notesSlides/notesSlide25.xml" Id="R52b664336c6844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ef582262c24691" /><Relationship Type="http://schemas.openxmlformats.org/officeDocument/2006/relationships/image" Target="/ppt/media/image3.png" Id="Rd08b8c75f45d470c" /><Relationship Type="http://schemas.openxmlformats.org/officeDocument/2006/relationships/notesSlide" Target="/ppt/notesSlides/notesSlide26.xml" Id="R80873a26326440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0797233347481d" /><Relationship Type="http://schemas.openxmlformats.org/officeDocument/2006/relationships/image" Target="/ppt/media/image3.png" Id="Redc7cf26b6bd48dc" /><Relationship Type="http://schemas.openxmlformats.org/officeDocument/2006/relationships/notesSlide" Target="/ppt/notesSlides/notesSlide27.xml" Id="Ra1abc68948bd47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e47843541149af" /><Relationship Type="http://schemas.openxmlformats.org/officeDocument/2006/relationships/image" Target="/ppt/media/image3.png" Id="R379672455b8d4e54" /><Relationship Type="http://schemas.openxmlformats.org/officeDocument/2006/relationships/notesSlide" Target="/ppt/notesSlides/notesSlide28.xml" Id="Rf096224bda5346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b76d14d33cb4bbe" /><Relationship Type="http://schemas.openxmlformats.org/officeDocument/2006/relationships/image" Target="/ppt/media/image2.png" Id="R08516a9fd8c744be" /><Relationship Type="http://schemas.openxmlformats.org/officeDocument/2006/relationships/notesSlide" Target="/ppt/notesSlides/notesSlide29.xml" Id="R21ea6c768df746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8ad791dbb46ad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5f187d7784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a33f2a4dd4d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880282cef4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17825a2d249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C74A97-998C-41B9-A45E-42C846D5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C82A7F-9447-4EDA-B3C2-1E59D9A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9AB8D2-EE92-4223-B4EE-6891CD8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672462-C92D-4A19-B5E6-A87EFB0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513785-9CA1-404D-8F09-B47526CB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3BFAA3-C2AC-4677-85A0-DA48371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1170DD-70FA-4F23-B875-EFB977A2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BA9C54-CF48-4730-A5A4-727A2CA5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A4E643-0B3A-417F-A2B1-CCC6C11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47621D-17BE-4E8E-A9A1-93D20A6F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E2A2A4-3BE0-45E8-B145-DBC9C29A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1C2FDB-1969-4ED1-8287-09B0C1ED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DE77AB-C269-4BF1-9812-B9F3DB37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486792-F0C0-4FF3-964E-03538B4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3C4294-02A9-4584-8E55-C4463647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558A70-6595-4B8B-8B86-9BFF9B53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efe7c1ae9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87A82B-9FA8-49B3-8A01-F5D63AFC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AFF955-AA98-48CE-80EA-DCAF8170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A3657F-3987-454D-9672-CDE90749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FCD680-B125-42EC-A2A2-7232D62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9149D6-0429-416C-9C59-0D34215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D46F5F-7AF4-431E-90B0-F62877E2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4FC7F0-CB06-4ADD-BDB1-F9182FD8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E14FCF-BA18-4C0C-AD80-D4E3379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487025-221D-4FC1-8062-12DCE78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00DA8C-81B2-48A0-B4CF-765DB61A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CC4641-3947-4718-B3E6-2C63B029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F7C23B-697F-495E-9D6E-53B4CC8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BDECEC-F7B5-4DEB-BBAD-B3F0C24D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D93983-12F3-4ED9-BFE4-A06BE1BB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01E82C-0FB6-4301-A9F7-315CFD8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3BC03E-A436-4BC6-8943-14B6308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F7D8EA-5825-4990-BC0D-078A80F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18BBB6-1140-4A88-A8EB-1F983616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48C643-35A8-4FD9-A9BF-95DF59C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D2A2FB-EA2E-42E0-BFDE-097C5BB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412904-9A93-4412-A028-AA60B8B9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EFCC6B-5F4E-42DD-982A-8337A46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31FBBA-6989-4F10-94F8-A9D6DBD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0DF4F87-96AD-424E-974E-7C5F344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B05D52-F390-4E7C-8672-87EE8AA3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ED32516-9A29-4318-ACE8-57BCAB6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f99d5d5f0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e96472d0c4f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096DB1-94B4-4A3E-9999-3CF84F21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795D9E-9572-42F5-8283-95192F59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B4BD7F-4651-4E5A-99B8-8D37774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3E9FAF-8BEA-4762-BF78-1F45710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D43F1B-E9CE-482B-92EC-A36441AA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C50576-D3EC-4A72-81A4-91E590A5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971D23-7A02-431C-A017-8770FC6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54F3C1-C31F-4995-9CA5-7792777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411C54-D737-4AD4-8098-13C31D6A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8353B3-8C8A-49B5-ACEC-E6850D7B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4AF815-C955-4B57-B247-98C9DAB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210A87-64A6-4623-8DA2-C28904F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4F1596-E099-4F71-8141-C627AC3E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A37B75-E779-4155-A386-72A38290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C77AF0-EF75-48E9-9E98-7BEF19FD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004311-C744-4748-868B-DF030624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682920-F646-4DA3-8B1F-F8CD34F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77D59A-B68C-40A2-86A3-094D0893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33FB0A-DB8F-4E6B-A6F9-83A5DD4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5625E0-EA7E-4873-9CE8-9149468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2F31FF-5BC2-4A20-A6ED-E5B6103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90A87A-72C7-45CF-8CED-461AA28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D0770E-4783-4D13-B717-C4F506B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DAC4FE-8327-4D4D-BB81-668D61C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884347-56E8-4237-9EF7-1B2933E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2C2BD0-2B14-4BC6-8314-D59699CD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02D1CC-8903-4F48-995D-63A8A39B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47D0A7-4DEC-4A4B-BA46-A02A21B4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4819A9-7A68-4CEA-87EA-62A661E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CCB7CD-9830-47CD-BDE8-A1B351F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5958A2-8A44-49D6-AAEA-D368B3DA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7226B4-8D12-439A-AB32-3D6A4AC0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C292784-3D87-4790-8BE0-FC0D277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756E75-840E-4FE8-A647-F90565D8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9BB028-592B-4B13-85FF-C738AA4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CFA51A-5EE2-4B75-93EF-74D28C0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4E96211-42C6-44D1-BF35-E7088945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31D6197-E658-4FF0-987F-CCCC30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1D748B-95AC-4DEB-9854-486CA216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5438C0-4C71-4B3B-BD35-2C3EBFC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B764109-AE64-473E-9AA6-9B55E7FC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90A577-A0EE-445D-BBFF-5983248E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95B2C2C-8C79-4E5F-9D5A-4137B15B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8DA7AC-E371-4A1A-8185-03091760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FFCCAC-D15E-4C70-805B-079B8CC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C72904-C64A-4E23-B85D-8DF339C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2E0037-36D6-40E1-BF40-CC22DB5A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51c40af0a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1732A40-69CC-4600-AA4B-55F23071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2D47442-5EC4-4D02-847E-AAA32B4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115ED5A-66DC-41FB-B02D-C8A8CFF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E6F9C8E-A80E-43BE-A49F-52ADB08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45B4887-D18B-49F1-8C36-BA57C858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65C7C11-FFE4-4657-921B-F5012C9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48CDE07-2636-44DC-96EA-E0513ABA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0BA901D-A551-43E9-B250-6098CEE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386B01D-2BFA-4EE0-BBBE-1FAFE1FE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191B255-D20D-47ED-A7A6-C03894CB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D105EE3-103B-4007-B35F-42B5738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42D7530-EF44-4F9F-AABC-62A2CD3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62CA9A-E36F-40F8-B2B2-B1E2587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590FC0A-1064-421F-B065-5B6EAB52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745D94A-F6C2-4DBF-B29B-0FEE259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5D50AE0-187F-470B-8F16-2F2F965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CD06638-AFFA-47F2-98A2-9F2334A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FA1727E-7B47-49D2-BDAE-6327BDE5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E5AFD9E-BD13-41F4-81E3-8AFD058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E7AD9C6-867B-4954-B635-367A641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F9810E8-6288-4312-A165-2179A4B8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B0AE726-42C9-40D4-B74D-52DFE80E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F2A39DA-97D6-4791-AE8D-884D507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A87BC83-47DA-4F1B-9635-4F9055F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db59a1dc94e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2069E39-3371-404A-BC5A-83E43ED3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4EFA70-E68D-4386-A54C-E95973C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B904BF0-B61D-477D-9DD2-2433823C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EC2496B-B5C8-44C5-B6B3-6AEA721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20D707F-0BB9-4CDD-8545-4D401109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879F2DC-A891-47FF-97B0-70AEE563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FADB29C-F4CB-4365-A455-7B57A06C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7D3BD85-E6E3-4FB2-A2B9-F2DA48AD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65DA98F-2CAE-49FE-A6AD-3D0F9148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C41C0B7-EA8C-4014-958C-7635AFC8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99127BD-80BE-46A8-81AB-F08092DB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3271A83-EA8C-4B09-9684-DE987D49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F1B1D0B-86CD-4282-982E-8CFE6C7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7FADC5-44DC-4B80-938D-0659C2A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A596129-A1C6-4D58-9B25-26F87577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1EC4EEF-22BC-4DDE-BCD4-5717E08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41AF153-31C2-4194-A2C7-36F49F5F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4AA1403-C638-4FE6-A53A-63B02115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275d0d7a6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4afc8ebc4d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D492AB3-2575-44EA-83ED-4B09B06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168BFD-0EF9-41B3-B643-76A448B9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BC217A-DB3C-4E04-95E1-65CF046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A83CF0-0E7A-44FD-B8AA-6FFE5409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F857B5-C6D2-4C76-80AC-E5A51749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712052-2C80-46C4-B1C9-5838A26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2BAE58-8939-4856-8CC6-DF085C6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E986DF-1347-4E85-B8FD-0C11482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D0F747-14E5-4013-AE9E-EDB0AC4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478FBBD-FE8D-462C-AECA-41532D18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7D8499-8AEF-468D-83E4-B0872990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FF5BD3D-2724-48C7-B122-7DFFDC56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34659BB-3B67-48DB-87A0-3BAD19F9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DFD9760-301F-45C2-8AD3-A4155E4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6BAE949-9100-4C6F-AE2A-D10B66CD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437406A-34F6-41BB-9FA8-C4398038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85b10f07b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91ABF5-E69D-43EA-B8FB-8B8F18D5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4658BB-9E9E-4DF1-9438-3CD9158D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5E3BE6-16A9-42A9-A618-D3A2CD9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EB0D68-7217-4ABD-803E-C5C3A161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4FE399-7C8B-47D4-9296-D7F710BF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9480F5-AC7F-4149-8EC3-CC0ECB6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C73061-EAAD-40D3-90B4-C643083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4EF937-3EC7-45A6-B6BB-B42D827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CE4EB0-E7BC-46C9-869E-3F422F5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C5E8D6-CB76-4617-9990-C0C7BF2B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0EEF21-715E-4E3E-BBD2-77958ECD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37CAE4-FC97-4948-A0BC-254FE66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B18051-DFE1-4E0B-B5C5-04FCF76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96519A-FB31-48C0-A763-7D8D286F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CB96A8-A22D-4BF7-9863-EEB04E84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5BF5BA-A5DE-4E2D-8B38-2F7D4BF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EE4A6E6-028C-4117-BF09-AC541A9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8417C8-579E-4A9D-B3F4-87DE63AD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3C4D6B9-2C15-4E26-BB50-A188B10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A4B780D-A8EA-4B6A-93EA-8C3FB2B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5B15A8E-4F96-47F2-B80C-28793B8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9349B0-2E43-4257-84B2-A458D78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09EEC41-E288-4E54-91DC-D866E6C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EF772F1-FAF3-4032-B555-F615EB6C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4206586-898D-4796-83FB-472A697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27AB2B0-D539-4394-AD54-972F6688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81C0AC0-DF06-436E-98B2-2768FC93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09D587F-C70F-4EE4-B631-542151C9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7A51391-0E87-425F-A6D1-DA9FFCF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8ED5B3-2A17-49BB-A9AF-06B0C7B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C19D31F-0612-4BD7-8FE7-E7416186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7C01CB9-D5FB-4BE8-91A9-F1B907A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33BB21F-CB14-4669-B645-12717D4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ABFED2E-ECB1-4A6C-ABC6-2F2E9AA1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32D1A8-6B47-4EFD-B2F4-02E420E6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703419229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BCD5CC-03C7-40FE-A694-EB31DF47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729775-D374-42EF-9FBF-004DC9B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C516B03-E494-4DD5-8964-B41B4C2B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D74637-1461-497F-8D86-4E996499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54F98B-6F58-4582-9A3E-90E5A81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87F0090-BB1A-4358-A80A-4DC7D8E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0323ADA-C8DF-4BBC-8610-6935DAAA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BCCE625-7659-4CCE-B202-8DA9C6E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74D263-5A16-4903-9A9E-CB81D1D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BA0A61-D7B5-4FA3-8A65-8EA7E56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968AB9-C740-4A0B-BE61-2CFD093F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6F980E-F81D-4CDA-A060-16C12FA2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851789A-2A2C-44D8-8587-F96C8D37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35DB722-63BE-45A7-A898-5D1909A4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F4B59-1345-4B6D-BB1B-A1FCEEFE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AA834CD-0990-4C0D-83DE-97327660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68F92F6-5D22-4120-8BB5-1F84BD6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280C2E-42AE-49EF-A43D-90E2EBB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EB8794D-999A-4E44-BB55-C70DE03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13394CA-2A50-4472-9F52-47E89DA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6C02AD-FA03-4877-AD07-12D56A20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48BD20E-A9CE-431E-B6D9-E3C9FC3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8CDD40C-B877-44D2-8320-CFC01D3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4BF3D8-CFED-44C1-AB09-15FCEB1E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5622F7F-A252-4D71-BEB8-4AE68386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B705F46-2EAF-437D-972F-2ED9390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0DEE192-3809-4C79-9DCB-00325098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9400221-51A6-40A5-97B8-DDB2918B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E7BC7BE-23C2-428E-9DFA-28ADA7E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77B421A-9968-4429-9E02-247D2BE6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C9BF496-A875-41ED-9FC5-C5748C0D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1FF966-F88B-4E22-A673-8ACBDE80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351104-20DD-481C-882B-7B659B86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71521A8-A0B6-4724-AA48-8BEDFAEB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5FE644-DAB5-460E-9CC2-E2D7464C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B3C6F3B-11BE-4EB9-836A-B9763396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4964891-160D-4FFF-95CA-D43EC074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40D29B2-5048-463E-9262-60A93155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2F506CA-6699-451F-9AEB-05BEA2F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89AEF9-0268-4C97-8065-71AC103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A160D2B-ACAA-4CD9-8203-0FD46D16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EFE754C-1AF3-4F55-8498-1603AF24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7E9EBFD-1EDE-4151-B1BC-AD3A20E1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C00FFA6-C91A-42C3-9D00-A07CFF03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04AB64A-C35B-4067-B28A-7D544C1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f08421a6d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A85CEB1-23C2-46D8-8CCF-9F3F6E6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80A621-737B-4EF0-8F87-8D08FA9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4834B1-ED07-46D2-9826-42C8378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A08780-A088-4F5A-A256-BB0CFB9B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BD2BC11-A489-463A-9BB0-7164EE58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4C4F65-2AFC-4FEB-A771-9795A12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A20CA7-27F4-4D8A-8966-711DD30B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65041D-67A2-47FD-B194-9D3959B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C33BC05-0E71-49E4-8007-AAD1DE7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A176424-A71D-4E18-9593-B92BF1B8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1EA32B-684B-41A1-A277-5E00F86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F98A6E-8006-452E-9887-63879211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87D69D-5949-4AC9-A552-89AA7318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B6240E-FC83-45E4-A590-BEB73DF0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947C051-CEF0-4DDA-A0D0-24E77B80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EFF4780-961E-4653-9B6B-5D970723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FBC478C-912D-41D4-9264-6F4BC7B6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E411D9B-400D-4FF2-8E7B-F795613C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CFAAD95-442D-404B-BA7C-8EFA5359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F41D2A4-F196-463E-81F7-C49C995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8587EAC-F8D6-44AC-A509-E7139CE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B8990FC-DF7E-4660-AA49-C43BA466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4E47F1C-FCB5-4AC4-B369-EB42F81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B790F1D-3ED6-4661-981C-A033B01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-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24FAB2-A6E5-407C-80CF-68234C1D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48642DB-4B38-4C27-B8BD-3837239C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7B87CE0-15B1-4547-BF47-CA290FB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FF0C94E-B3DE-416F-83E4-EB0B647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9719698-8362-421B-822B-B3E46601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246596A-8132-4886-A045-BB3D5B1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7812FED-4DA2-4136-BE31-0C0DD5EA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B960F4-C8C7-4B2D-A339-0205ED0A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7ECA49E-8157-4449-B3F7-4D83C43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25C4EF0-CDA3-4318-9B25-7558F7B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E7EAB50-CF73-4FAC-BC2F-12855C2D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0777F12-A358-4272-B9E3-115DB6C6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DF9C957-F140-49AF-B017-892DECE1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14318DC-2364-469E-B556-2A3CA5C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3B77F4E-FB4A-44BB-90FA-144CA4E1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2570A50-0E74-4B32-A9E0-04F5676C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8A4A2E0-5A2A-46D6-9DF9-CC0DAB1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86d08d6fc4e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83F7F1-AA1C-49EB-AD65-F1EDE458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F262456-A98B-4465-ADCE-A10A080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F6192B-DE5E-425E-BEC5-77B3B3D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3C54AA7-4F9B-40AB-9C7F-CA1D461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9C0EBE0-AD55-4AEE-803E-BA7F214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5C63F8-18FB-4D1A-91B7-E49F24A9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0E0F1E-B6EC-4ECA-B591-B97D25F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6A77E1-2CDE-4D16-A25D-EE8825D8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E6471D-6F6F-4759-9F6A-D7A32229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96462A9-9EA2-4C14-BC03-9318EFAC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5A5CF2-0A87-43A8-A564-06B1A8BD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FBDDFC-4314-4F2D-91DA-E7BE122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E23CE1A-CAD6-4282-9301-2C81AD75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401E4C-8168-490A-8D66-7B4D68FE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76703E-C712-4ED5-A1E3-6DF859B1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9AC17C-4535-4E35-A8BE-7B8FB4E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C6C590F-D53B-4DE1-931C-AA95810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058F95-EC50-467C-93A8-CF58928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26CB367-C0BF-43C4-9BFB-B4E8F6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9B5FB90-B3A0-4833-BC8D-99061F0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70843D-73B3-4B9C-8422-06C724F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37B45C1-C49A-4C31-8BA1-A8EC6540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819F41-453C-4B99-B0EE-2F77DB6A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4B233C8-83E6-4D5A-B965-1285DBF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4548CCD-FD2E-4403-B52D-2373823B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2573E84-93EE-4B81-A98D-922CF866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C5C9AAA-84F2-4975-9B7D-07502776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22D0B78-6098-48FF-8D9E-C6DAE313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CA4A25-7370-44AB-A9D3-490E4AEB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77B85B-0668-471A-AEF2-D371168F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f325f0041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E1CC98-E1AB-4B5D-8254-A4840F4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8638016-A5E6-4DEB-9A8F-2CD13ABE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EF614C-9F9B-4ADC-AF09-CA403094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144EF47-1542-4BCE-9140-C42AA82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6466CE0-963A-49D0-83BA-DB021A41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44D0E19-C5C4-4994-95A4-8BAFE72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EE3CEEC-EB7F-4A2E-8168-21B7D81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F6D4FB-79DB-4981-BCA7-A917E0B5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E8ADA8A-0873-4747-B2A3-CA3E66B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381C473-31F6-4AEF-8666-D4301896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A5CDD6-2390-48D6-A849-51C0269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8224B7-A84F-4E67-9649-598BC48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5EDAEE9-070E-445D-BF0C-C8387486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CD0EC4-A3C1-46A0-ABA8-6A77089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BFAFEC-B973-4DF2-90D9-BE5C8BD5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1842D00-ACC5-405C-9F06-F464DC6C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B6AC04E-03B1-4F20-B0E1-4BE5852B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BA8B4E-E84F-48C4-A766-9BDAC20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D0FAF1-199A-4754-9BCF-18AD6BBF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8C165BA-F0F0-4852-83D8-BDA7995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DC43F3-ADD6-404F-BFD4-5C3D696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D98595-745A-402A-AEBA-3F2601FE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5B0491-1A17-4C07-AFAF-4B228C3D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0D67708-DAE8-4BBC-92C2-55C164F7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5D52FC-59B3-4724-A919-76346AB3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1491607-CB71-4177-A7F8-DFEF4A0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7D46E3E-5A1F-4511-8CDD-B92FFEDC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E73FD43-28DE-4D66-B06F-95028FD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12A519C-5471-4484-86AE-CACCF9C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23C52ED-D091-48E2-8991-04ED73E3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DA98824-D453-4292-BC11-E753A55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4EA3BC6-6D29-4B83-8986-BABBEC4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AA45F86-E795-4DA8-8763-FF55D895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C52461E-7405-436A-BE7C-8E5B3E80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D738BF8-AC9F-43FC-87CC-5131246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E153CAB-8F7D-4E91-973B-B5736981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C9EDB25-B8A6-4E9D-992D-9C464174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683943D-00B7-44A0-9120-53082A96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f2a356c7f4e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08B38F-BE0E-40AD-9F68-620DA68B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75F812B-8310-4A87-93E5-03414B77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1E41E8A-A738-417E-800A-97C5180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2CA552-9EA8-46BC-AAAE-FA3BF751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F29EC0-5CD2-4359-A213-B9072EAB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276ACD-5C62-4117-B3CE-6E06F0E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655C26-2ACB-4D95-816B-DEDF86E7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1E682F-5C85-4988-9D8A-914B3B1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9AF14B-0261-4430-96D2-3614386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7DAF28-0848-4936-A260-1F7983EE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59FEEA8-3D49-4731-943D-04D2B5E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C93705-A366-4353-8302-661DB5EB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883B16-2B22-43CE-8D1B-DF8F3582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F2899E-46D1-4D60-B3A0-C3F23E0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C2BEFDB-FCB2-42E1-92A8-6EDB69B2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7B0877D-FA6B-4ECE-99EA-0BD884DC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B82A7BF-3C7F-4553-8FB5-7E532944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2634357-E400-474F-B5A9-B0502DA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7F4D29D-F706-4554-8F25-23ADE47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E5A7F0-13BA-461F-99F0-2CF77DAA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48FC65-2561-410D-AC41-332F5D4B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418FB1-AB3D-4F41-AB69-CE7BFCE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921A5F8-7101-4259-8816-119562C5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80845F0-6CA8-4160-AB04-6D196E2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C58E3A1-D89A-411D-995F-3BCDCE45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4A45DA-26FA-424E-B7F2-723B8069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BFEEE3A-1D4F-4692-9FF2-41051E7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1FE8C06-9088-4396-A2BB-E65193C2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45D714A-2A9C-4B2A-83D1-8412A9E2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776B0FB-9E65-4F53-82B9-151F0E0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C804CFB-E185-46A1-BBC6-FB68B199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BC82DB6-36A3-4DC7-B169-BF7B4B6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AA5CDAE-F7C4-4722-9C8D-2060798E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1FBF141-41C8-40D5-A6D4-FF4588D0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99AD11C-231B-431F-B155-CC83CC27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547047-3680-45EB-8F40-7FA8E68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9FFCCFF-13B1-4DDA-B1B3-85533A87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6B9DEE9-1AF0-456A-8564-3CD5DBE5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E955898-2A78-44F7-8162-9755EF30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9464d1e374c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ABB6968-FD1E-4B11-AD7D-90A731A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954121E-A514-4FF7-8D65-D74C1350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CB5C8F-5EDD-4184-812B-B87B2421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4B8E2B6-2EEF-4BC2-8937-46E56DA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6CC05F-EDC7-4784-878B-DF6BD31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52D07F-8910-4FED-AE92-3D441D9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EC0FC21-B3B8-4174-9BD0-76F5ED9B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55EB4E-2A63-4CB8-AE64-A9A902F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70DB32-9386-4C87-BD0A-C593543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083D9D-9B2E-448A-A7B5-B342FCE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A1D25B-C14F-4AA0-B749-0FF05DF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15F6EE-0CC4-44C4-BD80-3D446720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6DC8888-EF06-4AAE-A787-0CC1436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4B49C76-9E65-4EA2-864E-72804758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5B9AE01-7DB1-41EA-8AC7-3CAC84EF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066F08-1401-4B00-8630-793F7AC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9F9A1DC-4D10-4B35-BF10-6B7DB61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F8E299-057D-48CD-83ED-E01AC9F5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314cec26b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D6702D5-620C-489E-8536-70B55176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D10B90-069B-4559-A919-2697AE35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BFDEC1-12FD-4E67-8A4A-71BCA7D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56313B-9935-4AA5-B9D5-AFF8FF40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A2B0BB-C52A-46BD-A96F-1D976A0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DB8B2E-ADAB-4484-984B-4656DD6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9172A2-585E-4E3F-A068-73C25605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939016-5BEC-4387-A151-31F4E6C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B4D726-75F4-4F72-87EB-5B8504E3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E9E28E-48CB-49AA-8096-60A070B2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6B52AD7-FC91-4D9D-9CE7-0ED792C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9C21150-055C-4EAC-B28E-FD2FE2C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AE6E5AA-A5E9-4953-A182-1ACA50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4E289CA-D437-472C-A772-4A71CE6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34137C4-2A02-4E7F-BB33-C2EACC6E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6A71A7-DEE4-448F-AD8D-B6F4B9F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f1e84d35f4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1AF45D-4865-499C-A0FA-D830FAF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F9EAE12-ACE2-4818-A907-B616F153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005131-2078-4730-96FB-3CE239FD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AC9A1B-0C26-476B-81DD-BBB6A0A2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18B4EF-ECA8-4C28-9C4C-DB36B977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86F8CBE-51B7-47D0-94ED-821AB6EF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4ADC9A-5D64-401A-9DAF-C0E4BF9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44573A4-3F74-4810-8E4C-79F91E32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092566-5506-4AB3-B0C7-22B3EA47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890FAD-C74F-4D34-8552-2A528816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2E1E0F8-E091-4B06-96CD-44F62505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E64A9D-9D66-4EF1-A17B-994D33A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4F4F01-45E4-4D16-B3D7-0D4F1403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62538B9-D16C-4E09-866F-15EF105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FB3B9DF-CA33-4E29-8F08-8A390E3E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D324008-824E-4984-823F-407A2E3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595A0C-0D7F-40BA-9696-1CBF242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2D1457C-52E1-44AA-A920-16B66919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C12A321-EFA0-4117-959E-9ACD050F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BFC913A-2F09-4112-BC02-8AAE3D2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B27CC5F-8E2E-461F-A7E0-3275264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86D189-580F-40C9-9B4C-37790A5B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ef735b1a74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1908FD-8D68-494A-94B8-40133CF5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E28AB98-E691-4960-AD3A-A4FE1C9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0CC8088-A6C5-4749-85A8-4912F206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A01EF5E-4D92-444F-A0D0-4230CCB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7CC6F7-BD53-4DE3-AFB4-9AACF13F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FCDD968-928C-4525-801F-6E19D64D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127240-5E90-4840-A72A-BFB97F1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8DABD2-CE61-4C57-8545-9D49926A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322BE7-D91B-4540-AD16-426CE6D8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A43183-AA26-45B4-93B2-576761B6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1903CD-44E7-4F29-B850-3B917902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D401C0-5CE5-4D3C-A7AC-6AE6364F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FFCAAB2-33D2-4CE2-BCE1-383FC96D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1971DC-39F6-4101-AE67-FFB835BB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84348CD-A553-473C-812D-B3771287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17479CA-311A-470F-BF1F-02CED49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2F287D-F8A2-4FA8-9AC4-E9C4553F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504798C-492C-42E3-AC45-0BBA8EC9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1402EB-43D2-4771-92E7-965473C1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24B3A4C-8E7D-43B9-BF7A-301592B6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54DD05-A312-4145-B5BB-FB654FF4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BB9A9FC-0A29-4021-9A09-D2F5586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A1EB30E-8A78-4CD9-839C-FF8FC81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50317004d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7337F6F-0163-473B-8B35-FDCF4DF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96C77C-50F8-4AA9-B286-5115494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F75DB6-FCD6-4F30-AAF4-1552BEB7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BBBD4B-568A-435C-B803-F17433C7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F54F159-2417-48F0-B6E3-FEFA25A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9274C85-4A97-4085-A2FC-C38DE4B6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D985CC-EC23-4A87-803C-B2DB9167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12A80C-6E53-46EC-B504-FD23AB7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3452C54-5FAB-4241-B6CB-BA5E4D31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BBB74B7-1701-4BFE-9AE8-6D7B5C63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50C63D-42CB-41E5-9723-45487D2F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E6258A3-FF35-40F8-A724-6D5FF360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DFED688-0542-4CBC-8256-1CE05404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EEB5F2-62A2-4D97-AC3D-D7AF599A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231242B-1BAF-46DE-B6E4-CB2BF74D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7422943-438C-4D3D-907D-D26E51CF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E3462C4-0E59-400B-81C0-96FEAD0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34997B3-B9DA-46B0-8087-F233FC41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FC32B5-B094-4CFF-8676-E99C469A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A894B71-1620-4EA2-AD40-849370A1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A2C9A27-A3B4-40BE-A839-77CAF66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A8B508-464C-425D-B700-DE62B5B0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59DCFE3-E275-44A4-AA57-8BFDE210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9F82CA4-C99F-4B21-B2B4-F6C6F54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DC43BC5-7BEB-4E54-83B9-4507A137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CE83F0D-EEB9-465A-823B-BE91022C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B6DF534-C105-4EF1-A468-BF0BF90A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9DFD6D4-33E1-4A6F-A728-2A0B86F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F18F235-4DFE-4D16-86C5-AB06A3F9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7322D12-AB70-4C5F-8A2E-21FCCB3B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397C2C3-51A4-48A2-81B9-EF1675E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1FB373B-528A-44FD-BD75-606459D1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34CB9B6-A048-4330-B0E0-06FAFF57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D33F4D9-4ECD-4F23-B540-1395BEA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7CDEE51-EB18-42E3-A025-D303175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57724AC-513E-44CC-81D4-BA507E5E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D1ECFC8-BB2B-41B1-9238-04321A96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13398E2-159F-4016-BE2C-19790E92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BFC84D9-4283-40A9-84A7-336CED6E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414E01A-2738-47BD-8C3E-CC3D0D60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278C615-5552-4702-9597-4AAEB36F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F6FEF6-8CE1-4220-A15F-5BE5F65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41cfa440446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4060D2-B3F8-4FD7-96C9-AE7B468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65F487-46F0-464C-942C-4492FAF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D4D0131-E64D-4301-889B-D0F9B5DD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BF3A25F-5AE5-4179-B8A2-ED173A7F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1C0F4AD-4A31-452B-8B04-D07E5F13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704AED-1943-4AB4-8431-F080E860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3D31A9F-6F3B-478B-821A-67DFFFD4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4397C44-B06E-43F9-BDCD-AEC7728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50731FB-CB44-481C-A29A-5B5AB69C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A93B7A-6CD0-483E-AE39-3EFA562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CA4CCB-F12B-4981-B2FC-C9F47AFD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C747924-A674-4500-BA4E-44BECD5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B5BE9A-9869-4196-B7C3-2F66D916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DDD757-A9D9-4680-BBC2-33D11C3F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27113BE-0092-43D5-8E4B-F24C6BE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9EDC3F-32A2-49E0-9922-E47EA784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C49E17-23F2-4C14-9E2A-0485F26A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99498B2-FF63-4181-BB1C-FD0207E5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F3A5566-8E07-4A65-B728-B8D47794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63FE181-EB78-4CFB-AC6E-E05CE093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59D069-C94E-4599-89A9-BD4082D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1E9A8E4-9334-4BBB-921D-9F68346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BAB85D0-976C-47D7-A5E2-5CA66540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609258C-5F13-4548-95C6-88FCF149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D2CA2AF-05F2-45A8-95E3-584B1460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39A8C3E-D306-40DB-B6CF-48F80A6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00AB8A3-603E-4FDE-814E-E8216D9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98ff2c62d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50ADAF-EED9-4812-AA3F-06D483C2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A96892-ADB0-4F81-A02B-152A155E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9BE0BB-D369-4AC9-A20D-85741DCA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E43DA2-555B-4D3A-BE71-B738B287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07D44A-7E0C-47BB-8255-EE355DC3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A3B1C1-6A9F-42A4-8576-4A8466F0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04C4E53-9D18-4B6C-B068-B11A3983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173007-516D-425A-88C1-BF4D0A73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17E998-1856-412E-9403-1DFADB07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CB1680A-660C-41BD-9CEE-CFC7071F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AD6811-5ECE-4F50-ABFC-37F7B2FA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B4F5B8B-1CA3-47BE-A8E0-FA9FEFB7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FE1C367-2BD2-48B7-8053-13F01FF8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0743C7-A7C0-4E38-A221-2B5DBCC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CF8B31-9C8E-4A7D-AC1E-F18A388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EDFA079-D126-45FC-AD44-E86557D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CC59BC-1434-4FD1-9A99-4B96242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A67F616-A046-403F-B334-DAC01B0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053541-EA2A-4FC6-B41A-8A232FD1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F85A398-80C8-4A9D-B23F-D9201A0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9C969B-0A79-49FB-A32B-FAA4B15C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B0A420E-8BEB-4E6C-88C4-F493182F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536BDB-D31D-47E4-BA99-238F01A7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E8F31D5-543A-4732-961B-4FED367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7ace291ed41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8c75f45d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175E2C-B459-41D5-A17B-47094395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1EEAA5-045E-4F72-937F-0025B90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2ADEB44-C6DC-4685-B569-AF8BCCB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AD4B5D5-7E84-4F93-AF73-F5CBB84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6CF5AE-3A5F-4AEA-9AF3-23576C8B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EB7670-30EC-423F-9AF4-DE9BAEC9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4434C3-496F-4106-8949-6DC32FE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3687FE-0977-4E95-B025-C6EDEF66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83DE74-932F-46C3-BF94-6E4722CE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5780673-600B-4FFB-AF3A-72858B67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CE4D13-BFC0-41EF-A8F6-8FF52FB8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B737E5-7C39-4652-868C-53869EA7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929AB3-D721-4C36-A533-B1ADE3FF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416DE31-E6DC-4D92-8322-27850642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AB73B6-FA51-41E6-872B-985C5702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DBCFF1-A617-4214-8CF2-25C06382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205315-72FA-4A0B-A3D2-B7C9290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77976C9-D164-4652-8D91-CD78151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F5335A9-0259-4CB9-ABC7-9CADD4D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89EE98-8117-424C-986D-80F7624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F499370-6A4F-4BDE-B13B-A7257BF5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475989-462B-4FCF-938B-E39C638A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9D79604-F8D0-4B35-9CE4-02A7DFBA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4B6C467-82FB-4043-B99E-16DE5679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F8343F1-9C30-4816-97AE-A51ECF8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6EA6A0-B9EE-4D14-A315-2BCD1A63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A9E46F8-137F-4DE9-9B7D-D6D3CA8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605CA8E-F770-43DB-BBDC-25FD85E0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B3AEC44-055D-4528-A589-F3E897ED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2208195-1447-4251-B018-FBEEC21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07C4EDD-4CC4-4C1F-9748-4E460C84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2C140BF-9496-4B00-A6DF-05CE9A25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1309FAF-E182-4024-BEF1-863DE9E1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7656DEB-FF55-4C06-A6B0-410ACA00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C026DC3-33B1-4F3D-9C3B-270B0BA9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B28EF33-CAF9-41E2-AE88-278997A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5463D38-E810-4E51-A2E8-AF1E52F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39E0B3-4C94-4CDB-A7CB-EFF3534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7cf26b6bd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4B9D497-47CA-4848-8930-DD3CF502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0678BCF-EDE3-457F-8902-45BC95D1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C78FF9-E8A9-4AAA-91B0-1C93D3B5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3D4A9D-6751-4E09-9063-D0433D1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9654B4-E0EC-4B71-B3FB-27EF4018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45694E2-41E1-4C97-962B-69F543E5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B3BC52-9BCB-4407-8EAD-8E92A5D5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B597C78-B9C0-451F-B3CB-381BE630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226016-24FD-4BCF-9A41-FC52AC9B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7AB7F7-3AB3-463C-B762-F5E36829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08543C1-5BCE-4B3E-87AC-A0A16853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E12538-5372-49FC-A17D-CFC0EC3A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91E287-DE87-406B-BF4B-A7DDDE5A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305DF7-CF19-4BD0-ACCD-F091BB4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672455b8d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51A6D2-C16A-41D1-84B0-DDD4B36C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F4AD080-A85C-488D-AB3D-031C9CF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087676-6F43-4E45-996E-9EF0DFED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李荣康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CE8CDFE-12E8-4427-9DAE-0158787E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手册解析 / 功能点提取 / ChromaDB 索引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3C3DDF2-68F9-4046-8CC4-66342AE5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A36D74-34CF-4895-8AE2-EDEE1D66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3B92A9-3090-4F5F-908A-C6E7B3C7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8EC673F-C97C-43D9-BEDB-1E5D48D5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4F48D1C-30FE-4EA0-9F3F-84241F90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陈柏睿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DF11BC-ECA9-49E6-A9DB-1D4DB5B1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测试场景生成 / Prompt / 证据校验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9F7F4C-DE7E-4AC3-B9DB-1B48CD79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D61C93-621E-44B3-9CEE-A4153847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95771B-C8B3-4B6E-8164-9A19247C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04B6AC-DB65-49F5-BD2B-90EDCF3F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CB2D73-CC56-4571-AAED-0F87A539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许文硕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E14AE12-6E24-4DDE-BA05-C2F3C8E4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智能体层 / browser-use / LangGraph / 验证分类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E3F817-9987-45BF-BCE7-685394AD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0E7E3E-9977-40A8-AA77-85F63A46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7736CDE-CC71-4F09-BC8E-769497E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734FED5-3960-4E84-A59C-055B695B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6C4FCB-5224-4FA9-9570-BFB7B710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黄良宏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B1DCE57-5A1C-499F-AABF-1B1956DA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评估指标 / 前端可视化 / 报告页面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923294C-4AD3-4D1C-8979-F47456E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62D4AE7-2A29-436B-9740-A976A2A1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203512B-C5E1-49A3-833A-F9F303F0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97E774F-ED5A-49D4-9CAA-8DBCF799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542A73-D4C8-4E8A-B1C7-960DDAE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Team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179A499-33CC-499A-B16D-BDE2DB7B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需求讨论 / 代码审查 / 测试 / 答辩材料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7527F02-DD3A-4947-826B-779C723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796D8D9-F949-4D4E-A61F-B2E9F4E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16a9fd8c744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2026-05-26T13:25:11.9100000Z</dcterms:created>
  <dcterms:modified xsi:type="dcterms:W3CDTF">2026-05-26T13:25:11.9100000Z</dcterms:modified>
</coreProperties>
</file>