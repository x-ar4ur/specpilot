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1291dcc164716" /><Relationship Type="http://schemas.openxmlformats.org/officeDocument/2006/relationships/extended-properties" Target="/docProps/app.xml" Id="R3354c9b8c9844617" /><Relationship Type="http://schemas.openxmlformats.org/officeDocument/2006/relationships/officeDocument" Target="/ppt/presentation.xml" Id="R8d5f66f277c2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e776bced6a47d9"/>
  </p:sldMasterIdLst>
  <p:notesMasterIdLst>
    <p:notesMasterId xmlns:r="http://schemas.openxmlformats.org/officeDocument/2006/relationships" r:id="R1fc6b0e019fb4075"/>
  </p:notesMasterIdLst>
  <p:sldIdLst>
    <p:sldId xmlns:r="http://schemas.openxmlformats.org/officeDocument/2006/relationships" id="256" r:id="R470fd30354344c87"/>
    <p:sldId xmlns:r="http://schemas.openxmlformats.org/officeDocument/2006/relationships" id="257" r:id="R0a3a231c53084e53"/>
    <p:sldId xmlns:r="http://schemas.openxmlformats.org/officeDocument/2006/relationships" id="258" r:id="Re0944ddb0fa6425c"/>
    <p:sldId xmlns:r="http://schemas.openxmlformats.org/officeDocument/2006/relationships" id="259" r:id="R92c947755c6b4ca5"/>
    <p:sldId xmlns:r="http://schemas.openxmlformats.org/officeDocument/2006/relationships" id="260" r:id="Rd0ed8dcc225342d1"/>
    <p:sldId xmlns:r="http://schemas.openxmlformats.org/officeDocument/2006/relationships" id="261" r:id="R3516f99e14884d9a"/>
    <p:sldId xmlns:r="http://schemas.openxmlformats.org/officeDocument/2006/relationships" id="262" r:id="R4c1647ae223942f5"/>
    <p:sldId xmlns:r="http://schemas.openxmlformats.org/officeDocument/2006/relationships" id="263" r:id="R20d0219638df4ff9"/>
    <p:sldId xmlns:r="http://schemas.openxmlformats.org/officeDocument/2006/relationships" id="264" r:id="R4daf14998b9a4a4a"/>
    <p:sldId xmlns:r="http://schemas.openxmlformats.org/officeDocument/2006/relationships" id="265" r:id="R347befb88c064661"/>
    <p:sldId xmlns:r="http://schemas.openxmlformats.org/officeDocument/2006/relationships" id="266" r:id="Ra504d3da78e94185"/>
    <p:sldId xmlns:r="http://schemas.openxmlformats.org/officeDocument/2006/relationships" id="267" r:id="R00594f45e6bc4159"/>
    <p:sldId xmlns:r="http://schemas.openxmlformats.org/officeDocument/2006/relationships" id="268" r:id="R8da66366f52f4377"/>
    <p:sldId xmlns:r="http://schemas.openxmlformats.org/officeDocument/2006/relationships" id="269" r:id="Rc8b60528d1594cf9"/>
    <p:sldId xmlns:r="http://schemas.openxmlformats.org/officeDocument/2006/relationships" id="270" r:id="Rc624ce965f7d4367"/>
    <p:sldId xmlns:r="http://schemas.openxmlformats.org/officeDocument/2006/relationships" id="271" r:id="Rf28eea91dc464b7e"/>
    <p:sldId xmlns:r="http://schemas.openxmlformats.org/officeDocument/2006/relationships" id="272" r:id="Rf58424768233426a"/>
    <p:sldId xmlns:r="http://schemas.openxmlformats.org/officeDocument/2006/relationships" id="273" r:id="R059980eea3e24a08"/>
    <p:sldId xmlns:r="http://schemas.openxmlformats.org/officeDocument/2006/relationships" id="274" r:id="Rdc0596b392644b78"/>
    <p:sldId xmlns:r="http://schemas.openxmlformats.org/officeDocument/2006/relationships" id="275" r:id="R3657bd4c445a4266"/>
    <p:sldId xmlns:r="http://schemas.openxmlformats.org/officeDocument/2006/relationships" id="276" r:id="Rdc60168303414c9d"/>
    <p:sldId xmlns:r="http://schemas.openxmlformats.org/officeDocument/2006/relationships" id="277" r:id="Re62e13f04fcc4be7"/>
    <p:sldId xmlns:r="http://schemas.openxmlformats.org/officeDocument/2006/relationships" id="278" r:id="Ra445f5266d2042a6"/>
    <p:sldId xmlns:r="http://schemas.openxmlformats.org/officeDocument/2006/relationships" id="279" r:id="R977b15bcddba4015"/>
    <p:sldId xmlns:r="http://schemas.openxmlformats.org/officeDocument/2006/relationships" id="280" r:id="Red64ad1bcf31415f"/>
    <p:sldId xmlns:r="http://schemas.openxmlformats.org/officeDocument/2006/relationships" id="281" r:id="R9710e17db8d94771"/>
    <p:sldId xmlns:r="http://schemas.openxmlformats.org/officeDocument/2006/relationships" id="282" r:id="Rdf11a22321a84ec9"/>
    <p:sldId xmlns:r="http://schemas.openxmlformats.org/officeDocument/2006/relationships" id="283" r:id="Rdc15123eaeba443e"/>
    <p:sldId xmlns:r="http://schemas.openxmlformats.org/officeDocument/2006/relationships" id="284" r:id="R8f92ed16a24d4f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776bced6a47d9" /><Relationship Type="http://schemas.openxmlformats.org/officeDocument/2006/relationships/theme" Target="/ppt/theme/theme1.xml" Id="Rab6f17d4b9c74027" /><Relationship Type="http://schemas.openxmlformats.org/officeDocument/2006/relationships/notesMaster" Target="/ppt/notesMasters/notesMaster1.xml" Id="R1fc6b0e019fb4075" /><Relationship Type="http://schemas.openxmlformats.org/officeDocument/2006/relationships/presProps" Target="/ppt/presProps.xml" Id="R8949d0365e99403e" /><Relationship Type="http://schemas.openxmlformats.org/officeDocument/2006/relationships/viewProps" Target="/ppt/viewProps.xml" Id="Rade275df30e24059" /><Relationship Type="http://schemas.openxmlformats.org/officeDocument/2006/relationships/tableStyles" Target="/ppt/tableStyles.xml" Id="Ra9a29a4fc82b459f" /><Relationship Type="http://schemas.openxmlformats.org/officeDocument/2006/relationships/slide" Target="/ppt/slides/slide1.xml" Id="R470fd30354344c87" /><Relationship Type="http://schemas.openxmlformats.org/officeDocument/2006/relationships/slide" Target="/ppt/slides/slide2.xml" Id="R0a3a231c53084e53" /><Relationship Type="http://schemas.openxmlformats.org/officeDocument/2006/relationships/slide" Target="/ppt/slides/slide3.xml" Id="Re0944ddb0fa6425c" /><Relationship Type="http://schemas.openxmlformats.org/officeDocument/2006/relationships/slide" Target="/ppt/slides/slide4.xml" Id="R92c947755c6b4ca5" /><Relationship Type="http://schemas.openxmlformats.org/officeDocument/2006/relationships/slide" Target="/ppt/slides/slide5.xml" Id="Rd0ed8dcc225342d1" /><Relationship Type="http://schemas.openxmlformats.org/officeDocument/2006/relationships/slide" Target="/ppt/slides/slide6.xml" Id="R3516f99e14884d9a" /><Relationship Type="http://schemas.openxmlformats.org/officeDocument/2006/relationships/slide" Target="/ppt/slides/slide7.xml" Id="R4c1647ae223942f5" /><Relationship Type="http://schemas.openxmlformats.org/officeDocument/2006/relationships/slide" Target="/ppt/slides/slide8.xml" Id="R20d0219638df4ff9" /><Relationship Type="http://schemas.openxmlformats.org/officeDocument/2006/relationships/slide" Target="/ppt/slides/slide9.xml" Id="R4daf14998b9a4a4a" /><Relationship Type="http://schemas.openxmlformats.org/officeDocument/2006/relationships/slide" Target="/ppt/slides/slide10.xml" Id="R347befb88c064661" /><Relationship Type="http://schemas.openxmlformats.org/officeDocument/2006/relationships/slide" Target="/ppt/slides/slide11.xml" Id="Ra504d3da78e94185" /><Relationship Type="http://schemas.openxmlformats.org/officeDocument/2006/relationships/slide" Target="/ppt/slides/slide12.xml" Id="R00594f45e6bc4159" /><Relationship Type="http://schemas.openxmlformats.org/officeDocument/2006/relationships/slide" Target="/ppt/slides/slide13.xml" Id="R8da66366f52f4377" /><Relationship Type="http://schemas.openxmlformats.org/officeDocument/2006/relationships/slide" Target="/ppt/slides/slide14.xml" Id="Rc8b60528d1594cf9" /><Relationship Type="http://schemas.openxmlformats.org/officeDocument/2006/relationships/slide" Target="/ppt/slides/slide15.xml" Id="Rc624ce965f7d4367" /><Relationship Type="http://schemas.openxmlformats.org/officeDocument/2006/relationships/slide" Target="/ppt/slides/slide16.xml" Id="Rf28eea91dc464b7e" /><Relationship Type="http://schemas.openxmlformats.org/officeDocument/2006/relationships/slide" Target="/ppt/slides/slide17.xml" Id="Rf58424768233426a" /><Relationship Type="http://schemas.openxmlformats.org/officeDocument/2006/relationships/slide" Target="/ppt/slides/slide18.xml" Id="R059980eea3e24a08" /><Relationship Type="http://schemas.openxmlformats.org/officeDocument/2006/relationships/slide" Target="/ppt/slides/slide19.xml" Id="Rdc0596b392644b78" /><Relationship Type="http://schemas.openxmlformats.org/officeDocument/2006/relationships/slide" Target="/ppt/slides/slide20.xml" Id="R3657bd4c445a4266" /><Relationship Type="http://schemas.openxmlformats.org/officeDocument/2006/relationships/slide" Target="/ppt/slides/slide21.xml" Id="Rdc60168303414c9d" /><Relationship Type="http://schemas.openxmlformats.org/officeDocument/2006/relationships/slide" Target="/ppt/slides/slide22.xml" Id="Re62e13f04fcc4be7" /><Relationship Type="http://schemas.openxmlformats.org/officeDocument/2006/relationships/slide" Target="/ppt/slides/slide23.xml" Id="Ra445f5266d2042a6" /><Relationship Type="http://schemas.openxmlformats.org/officeDocument/2006/relationships/slide" Target="/ppt/slides/slide24.xml" Id="R977b15bcddba4015" /><Relationship Type="http://schemas.openxmlformats.org/officeDocument/2006/relationships/slide" Target="/ppt/slides/slide25.xml" Id="Red64ad1bcf31415f" /><Relationship Type="http://schemas.openxmlformats.org/officeDocument/2006/relationships/slide" Target="/ppt/slides/slide26.xml" Id="R9710e17db8d94771" /><Relationship Type="http://schemas.openxmlformats.org/officeDocument/2006/relationships/slide" Target="/ppt/slides/slide27.xml" Id="Rdf11a22321a84ec9" /><Relationship Type="http://schemas.openxmlformats.org/officeDocument/2006/relationships/slide" Target="/ppt/slides/slide28.xml" Id="Rdc15123eaeba443e" /><Relationship Type="http://schemas.openxmlformats.org/officeDocument/2006/relationships/slide" Target="/ppt/slides/slide29.xml" Id="R8f92ed16a24d4f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c487515b11442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02b169884497c" /><Relationship Type="http://schemas.openxmlformats.org/officeDocument/2006/relationships/notesMaster" Target="/ppt/notesMasters/notesMaster1.xml" Id="R96ab89f7b782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d0f3bc19a142eb" /><Relationship Type="http://schemas.openxmlformats.org/officeDocument/2006/relationships/notesMaster" Target="/ppt/notesMasters/notesMaster1.xml" Id="R07cd38df7d4f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6205cc9a14ccb" /><Relationship Type="http://schemas.openxmlformats.org/officeDocument/2006/relationships/notesMaster" Target="/ppt/notesMasters/notesMaster1.xml" Id="Rb099d99dd85047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df6e550f014943" /><Relationship Type="http://schemas.openxmlformats.org/officeDocument/2006/relationships/notesMaster" Target="/ppt/notesMasters/notesMaster1.xml" Id="Ra8a611723359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12b63369b4c49" /><Relationship Type="http://schemas.openxmlformats.org/officeDocument/2006/relationships/notesMaster" Target="/ppt/notesMasters/notesMaster1.xml" Id="R7b802dfddd2545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cc845fb8554bd3" /><Relationship Type="http://schemas.openxmlformats.org/officeDocument/2006/relationships/notesMaster" Target="/ppt/notesMasters/notesMaster1.xml" Id="R4ab9440023fb41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257a914c1249e5" /><Relationship Type="http://schemas.openxmlformats.org/officeDocument/2006/relationships/notesMaster" Target="/ppt/notesMasters/notesMaster1.xml" Id="Rdfb615681b584b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df10982d041da" /><Relationship Type="http://schemas.openxmlformats.org/officeDocument/2006/relationships/notesMaster" Target="/ppt/notesMasters/notesMaster1.xml" Id="Ra8892513f29848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04a5ec1834ef5" /><Relationship Type="http://schemas.openxmlformats.org/officeDocument/2006/relationships/notesMaster" Target="/ppt/notesMasters/notesMaster1.xml" Id="R28d9efd06c4e40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631f0d65f54758" /><Relationship Type="http://schemas.openxmlformats.org/officeDocument/2006/relationships/notesMaster" Target="/ppt/notesMasters/notesMaster1.xml" Id="Ra5e52b55853f40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09914a4c7d43bf" /><Relationship Type="http://schemas.openxmlformats.org/officeDocument/2006/relationships/notesMaster" Target="/ppt/notesMasters/notesMaster1.xml" Id="R8689c95586224f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50a0ed998c4452" /><Relationship Type="http://schemas.openxmlformats.org/officeDocument/2006/relationships/notesMaster" Target="/ppt/notesMasters/notesMaster1.xml" Id="R8af841a7256c44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77ff167ffe40f7" /><Relationship Type="http://schemas.openxmlformats.org/officeDocument/2006/relationships/notesMaster" Target="/ppt/notesMasters/notesMaster1.xml" Id="Rb1291ffb28e242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065c70aba44126" /><Relationship Type="http://schemas.openxmlformats.org/officeDocument/2006/relationships/notesMaster" Target="/ppt/notesMasters/notesMaster1.xml" Id="R673e5141d62a41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de35cad4ba4a27" /><Relationship Type="http://schemas.openxmlformats.org/officeDocument/2006/relationships/notesMaster" Target="/ppt/notesMasters/notesMaster1.xml" Id="R8944e82a5fb04f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49bd2bdab94ff0" /><Relationship Type="http://schemas.openxmlformats.org/officeDocument/2006/relationships/notesMaster" Target="/ppt/notesMasters/notesMaster1.xml" Id="R7016fd6b568841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95cdad52f84b84" /><Relationship Type="http://schemas.openxmlformats.org/officeDocument/2006/relationships/notesMaster" Target="/ppt/notesMasters/notesMaster1.xml" Id="Re3cced57556a41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3169ccff3947df" /><Relationship Type="http://schemas.openxmlformats.org/officeDocument/2006/relationships/notesMaster" Target="/ppt/notesMasters/notesMaster1.xml" Id="R34d5619b1fd448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bccf4358334b0f" /><Relationship Type="http://schemas.openxmlformats.org/officeDocument/2006/relationships/notesMaster" Target="/ppt/notesMasters/notesMaster1.xml" Id="R28f6eda26e094c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5a460585ca4840" /><Relationship Type="http://schemas.openxmlformats.org/officeDocument/2006/relationships/notesMaster" Target="/ppt/notesMasters/notesMaster1.xml" Id="Raa5fbe14207343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7786a6ff2344f0" /><Relationship Type="http://schemas.openxmlformats.org/officeDocument/2006/relationships/notesMaster" Target="/ppt/notesMasters/notesMaster1.xml" Id="R4464759dc12d48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3c388ef10a4fab" /><Relationship Type="http://schemas.openxmlformats.org/officeDocument/2006/relationships/notesMaster" Target="/ppt/notesMasters/notesMaster1.xml" Id="R82377b701c874f9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12a3ab82d946ef" /><Relationship Type="http://schemas.openxmlformats.org/officeDocument/2006/relationships/notesMaster" Target="/ppt/notesMasters/notesMaster1.xml" Id="R86452e719b8144d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9daaa577fe6437c" /><Relationship Type="http://schemas.openxmlformats.org/officeDocument/2006/relationships/notesMaster" Target="/ppt/notesMasters/notesMaster1.xml" Id="Rf3f9eecce3aa420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b93ce216398435e" /><Relationship Type="http://schemas.openxmlformats.org/officeDocument/2006/relationships/notesMaster" Target="/ppt/notesMasters/notesMaster1.xml" Id="R2c0aeb38b65a4a6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47207b588c44df" /><Relationship Type="http://schemas.openxmlformats.org/officeDocument/2006/relationships/notesMaster" Target="/ppt/notesMasters/notesMaster1.xml" Id="R8e4e0bfdc50043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ea683132324ab2" /><Relationship Type="http://schemas.openxmlformats.org/officeDocument/2006/relationships/notesMaster" Target="/ppt/notesMasters/notesMaster1.xml" Id="R504028df417346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0d11d6de1147f9" /><Relationship Type="http://schemas.openxmlformats.org/officeDocument/2006/relationships/notesMaster" Target="/ppt/notesMasters/notesMaster1.xml" Id="R728a1086426542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71be0666014e21" /><Relationship Type="http://schemas.openxmlformats.org/officeDocument/2006/relationships/notesMaster" Target="/ppt/notesMasters/notesMaster1.xml" Id="R2229b9c1df8c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f74279ba345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a10457bb44f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0a24d059a4a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026a847334c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b6d420ba148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7e21852734bb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f8a0d20fd44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c34380ecc47a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5d6e4db6644d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e9a6bcb15453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0ac7c62bd4327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e1fad180754570" /><Relationship Type="http://schemas.openxmlformats.org/officeDocument/2006/relationships/slideLayout" Target="/ppt/slideLayouts/slideLayout2.xml" Id="Red40f7d1946b4e84" /><Relationship Type="http://schemas.openxmlformats.org/officeDocument/2006/relationships/slideLayout" Target="/ppt/slideLayouts/slideLayout3.xml" Id="Rf35eef2b1e264f87" /><Relationship Type="http://schemas.openxmlformats.org/officeDocument/2006/relationships/slideLayout" Target="/ppt/slideLayouts/slideLayout4.xml" Id="Ra985d764aaf6487f" /><Relationship Type="http://schemas.openxmlformats.org/officeDocument/2006/relationships/slideLayout" Target="/ppt/slideLayouts/slideLayout5.xml" Id="R227c872b5a054b32" /><Relationship Type="http://schemas.openxmlformats.org/officeDocument/2006/relationships/slideLayout" Target="/ppt/slideLayouts/slideLayout6.xml" Id="Rd813520e42a24e1e" /><Relationship Type="http://schemas.openxmlformats.org/officeDocument/2006/relationships/slideLayout" Target="/ppt/slideLayouts/slideLayout7.xml" Id="R37f863f19ce34a63" /><Relationship Type="http://schemas.openxmlformats.org/officeDocument/2006/relationships/slideLayout" Target="/ppt/slideLayouts/slideLayout8.xml" Id="R51113784c0c64225" /><Relationship Type="http://schemas.openxmlformats.org/officeDocument/2006/relationships/slideLayout" Target="/ppt/slideLayouts/slideLayout9.xml" Id="R2248b5ed008446f8" /><Relationship Type="http://schemas.openxmlformats.org/officeDocument/2006/relationships/slideLayout" Target="/ppt/slideLayouts/slideLayout10.xml" Id="R02ddb52ac4ea4b19" /><Relationship Type="http://schemas.openxmlformats.org/officeDocument/2006/relationships/slideLayout" Target="/ppt/slideLayouts/slideLayout11.xml" Id="R99bf5b3a21a0433c" /><Relationship Type="http://schemas.openxmlformats.org/officeDocument/2006/relationships/slideLayout" Target="/ppt/slideLayouts/slideLayout12.xml" Id="R738407d531494c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40f7d1946b4e84"/>
    <p:sldLayoutId xmlns:r="http://schemas.openxmlformats.org/officeDocument/2006/relationships" id="2147483650" r:id="Rf35eef2b1e264f87"/>
    <p:sldLayoutId xmlns:r="http://schemas.openxmlformats.org/officeDocument/2006/relationships" id="2147483651" r:id="Ra985d764aaf6487f"/>
    <p:sldLayoutId xmlns:r="http://schemas.openxmlformats.org/officeDocument/2006/relationships" id="2147483652" r:id="R227c872b5a054b32"/>
    <p:sldLayoutId xmlns:r="http://schemas.openxmlformats.org/officeDocument/2006/relationships" id="2147483653" r:id="Rd813520e42a24e1e"/>
    <p:sldLayoutId xmlns:r="http://schemas.openxmlformats.org/officeDocument/2006/relationships" id="2147483654" r:id="R37f863f19ce34a63"/>
    <p:sldLayoutId xmlns:r="http://schemas.openxmlformats.org/officeDocument/2006/relationships" id="2147483655" r:id="R51113784c0c64225"/>
    <p:sldLayoutId xmlns:r="http://schemas.openxmlformats.org/officeDocument/2006/relationships" id="2147483656" r:id="R2248b5ed008446f8"/>
    <p:sldLayoutId xmlns:r="http://schemas.openxmlformats.org/officeDocument/2006/relationships" id="2147483657" r:id="R02ddb52ac4ea4b19"/>
    <p:sldLayoutId xmlns:r="http://schemas.openxmlformats.org/officeDocument/2006/relationships" id="2147483658" r:id="R99bf5b3a21a0433c"/>
    <p:sldLayoutId xmlns:r="http://schemas.openxmlformats.org/officeDocument/2006/relationships" id="2147483659" r:id="R738407d531494c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613979c7e540e2" /><Relationship Type="http://schemas.openxmlformats.org/officeDocument/2006/relationships/image" Target="/ppt/media/image.png" Id="Rc5e480edb5d44b5c" /><Relationship Type="http://schemas.openxmlformats.org/officeDocument/2006/relationships/image" Target="/ppt/media/image2.png" Id="R60ed825d8a3f4cf3" /><Relationship Type="http://schemas.openxmlformats.org/officeDocument/2006/relationships/notesSlide" Target="/ppt/notesSlides/notesSlide1.xml" Id="Ra19e82003e77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48f4752fc40ca" /><Relationship Type="http://schemas.openxmlformats.org/officeDocument/2006/relationships/image" Target="/ppt/media/image2.png" Id="Rd5aa684d5e414cad" /><Relationship Type="http://schemas.openxmlformats.org/officeDocument/2006/relationships/notesSlide" Target="/ppt/notesSlides/notesSlide2.xml" Id="Rc90dba7fbf00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c3832b5fa6d446a" /><Relationship Type="http://schemas.openxmlformats.org/officeDocument/2006/relationships/image" Target="/ppt/media/image2.png" Id="R4d3e4a3d26ba4bec" /><Relationship Type="http://schemas.openxmlformats.org/officeDocument/2006/relationships/notesSlide" Target="/ppt/notesSlides/notesSlide3.xml" Id="R70f8cdb69c8346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cc309cbd66421f" /><Relationship Type="http://schemas.openxmlformats.org/officeDocument/2006/relationships/image" Target="/ppt/media/image3.png" Id="Ref21cc55fc044f75" /><Relationship Type="http://schemas.openxmlformats.org/officeDocument/2006/relationships/notesSlide" Target="/ppt/notesSlides/notesSlide4.xml" Id="R12f21abe82ef42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66113b15654a57" /><Relationship Type="http://schemas.openxmlformats.org/officeDocument/2006/relationships/image" Target="/ppt/media/image3.png" Id="R46647124b6094f83" /><Relationship Type="http://schemas.openxmlformats.org/officeDocument/2006/relationships/notesSlide" Target="/ppt/notesSlides/notesSlide5.xml" Id="Ra830bf769a0448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d901b8b6024709" /><Relationship Type="http://schemas.openxmlformats.org/officeDocument/2006/relationships/image" Target="/ppt/media/image2.png" Id="R8fa2294385b64e36" /><Relationship Type="http://schemas.openxmlformats.org/officeDocument/2006/relationships/notesSlide" Target="/ppt/notesSlides/notesSlide6.xml" Id="Rdbbd6b7d328542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f1fae0acd74da2" /><Relationship Type="http://schemas.openxmlformats.org/officeDocument/2006/relationships/image" Target="/ppt/media/image3.png" Id="Rc4dda95cac4e4ff1" /><Relationship Type="http://schemas.openxmlformats.org/officeDocument/2006/relationships/notesSlide" Target="/ppt/notesSlides/notesSlide7.xml" Id="Racfde26e9a1346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95e6cecdc34e45" /><Relationship Type="http://schemas.openxmlformats.org/officeDocument/2006/relationships/image" Target="/ppt/media/image3.png" Id="R5c36d87a489b4c47" /><Relationship Type="http://schemas.openxmlformats.org/officeDocument/2006/relationships/notesSlide" Target="/ppt/notesSlides/notesSlide8.xml" Id="Rab49fea0a2b241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6a4bb2ad2f4eba" /><Relationship Type="http://schemas.openxmlformats.org/officeDocument/2006/relationships/image" Target="/ppt/media/image3.png" Id="R05432557dca14f4d" /><Relationship Type="http://schemas.openxmlformats.org/officeDocument/2006/relationships/notesSlide" Target="/ppt/notesSlides/notesSlide9.xml" Id="R8349f0bdca8c47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1414e52930422d" /><Relationship Type="http://schemas.openxmlformats.org/officeDocument/2006/relationships/image" Target="/ppt/media/image2.png" Id="Raef4a347d7b74818" /><Relationship Type="http://schemas.openxmlformats.org/officeDocument/2006/relationships/notesSlide" Target="/ppt/notesSlides/notesSlide10.xml" Id="R772ea691f33849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cfedae1e8b24910" /><Relationship Type="http://schemas.openxmlformats.org/officeDocument/2006/relationships/image" Target="/ppt/media/image3.png" Id="R03e4e678dd4a47c1" /><Relationship Type="http://schemas.openxmlformats.org/officeDocument/2006/relationships/notesSlide" Target="/ppt/notesSlides/notesSlide11.xml" Id="R28c77242bec945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7f056794014d41" /><Relationship Type="http://schemas.openxmlformats.org/officeDocument/2006/relationships/image" Target="/ppt/media/image3.png" Id="Radc9ac9f7e314bba" /><Relationship Type="http://schemas.openxmlformats.org/officeDocument/2006/relationships/notesSlide" Target="/ppt/notesSlides/notesSlide12.xml" Id="Rcfbd13eeca9d4a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c3fe0201854b16" /><Relationship Type="http://schemas.openxmlformats.org/officeDocument/2006/relationships/image" Target="/ppt/media/image3.png" Id="R326061e699cd4cb7" /><Relationship Type="http://schemas.openxmlformats.org/officeDocument/2006/relationships/notesSlide" Target="/ppt/notesSlides/notesSlide13.xml" Id="Rabf3138bdde94f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1fcb7f5a73d4faf" /><Relationship Type="http://schemas.openxmlformats.org/officeDocument/2006/relationships/image" Target="/ppt/media/image3.png" Id="Ra1653f2d75644a6d" /><Relationship Type="http://schemas.openxmlformats.org/officeDocument/2006/relationships/notesSlide" Target="/ppt/notesSlides/notesSlide14.xml" Id="Rfdc58d37280e44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576cfe091c4f12" /><Relationship Type="http://schemas.openxmlformats.org/officeDocument/2006/relationships/image" Target="/ppt/media/image3.png" Id="Rfe0ee772e7164de6" /><Relationship Type="http://schemas.openxmlformats.org/officeDocument/2006/relationships/notesSlide" Target="/ppt/notesSlides/notesSlide15.xml" Id="Ra523b9cf6fd749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33a9f8dcbb437e" /><Relationship Type="http://schemas.openxmlformats.org/officeDocument/2006/relationships/image" Target="/ppt/media/image3.png" Id="Rc215818481734cad" /><Relationship Type="http://schemas.openxmlformats.org/officeDocument/2006/relationships/notesSlide" Target="/ppt/notesSlides/notesSlide16.xml" Id="R02785a8f71dd4b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53e6772d564431" /><Relationship Type="http://schemas.openxmlformats.org/officeDocument/2006/relationships/image" Target="/ppt/media/image3.png" Id="Re8f0d2509c0c47bc" /><Relationship Type="http://schemas.openxmlformats.org/officeDocument/2006/relationships/notesSlide" Target="/ppt/notesSlides/notesSlide17.xml" Id="Rfae3f4ecdea644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31c36155558472e" /><Relationship Type="http://schemas.openxmlformats.org/officeDocument/2006/relationships/image" Target="/ppt/media/image3.png" Id="R1249bc4445be48cc" /><Relationship Type="http://schemas.openxmlformats.org/officeDocument/2006/relationships/notesSlide" Target="/ppt/notesSlides/notesSlide18.xml" Id="R06a3d68bf46940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30b62b36ca48ad" /><Relationship Type="http://schemas.openxmlformats.org/officeDocument/2006/relationships/image" Target="/ppt/media/image3.png" Id="Re2f21b83c8b14b69" /><Relationship Type="http://schemas.openxmlformats.org/officeDocument/2006/relationships/notesSlide" Target="/ppt/notesSlides/notesSlide19.xml" Id="R4b19aa6935af4a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e3565a1f9e4229" /><Relationship Type="http://schemas.openxmlformats.org/officeDocument/2006/relationships/image" Target="/ppt/media/image3.png" Id="R44070ac53bcf47f0" /><Relationship Type="http://schemas.openxmlformats.org/officeDocument/2006/relationships/notesSlide" Target="/ppt/notesSlides/notesSlide20.xml" Id="R581a7a81116e4e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e576a5f8ef4ae1" /><Relationship Type="http://schemas.openxmlformats.org/officeDocument/2006/relationships/image" Target="/ppt/media/image3.png" Id="R62342b0e56b64dce" /><Relationship Type="http://schemas.openxmlformats.org/officeDocument/2006/relationships/notesSlide" Target="/ppt/notesSlides/notesSlide21.xml" Id="R2d554274438d42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b486be61be41ff" /><Relationship Type="http://schemas.openxmlformats.org/officeDocument/2006/relationships/image" Target="/ppt/media/image3.png" Id="Rded86c8f6cba4f25" /><Relationship Type="http://schemas.openxmlformats.org/officeDocument/2006/relationships/notesSlide" Target="/ppt/notesSlides/notesSlide22.xml" Id="R4639c7808c1b42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6f7f30a0134352" /><Relationship Type="http://schemas.openxmlformats.org/officeDocument/2006/relationships/image" Target="/ppt/media/image3.png" Id="R9327924bbc1c406e" /><Relationship Type="http://schemas.openxmlformats.org/officeDocument/2006/relationships/notesSlide" Target="/ppt/notesSlides/notesSlide23.xml" Id="Ra832d754dd8648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f3651f4e384812" /><Relationship Type="http://schemas.openxmlformats.org/officeDocument/2006/relationships/image" Target="/ppt/media/image3.png" Id="R5b089c69cb514cfc" /><Relationship Type="http://schemas.openxmlformats.org/officeDocument/2006/relationships/notesSlide" Target="/ppt/notesSlides/notesSlide24.xml" Id="Rc2c3b93d13714e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321e3fd26a444e" /><Relationship Type="http://schemas.openxmlformats.org/officeDocument/2006/relationships/image" Target="/ppt/media/image2.png" Id="Rbb7923c52b764e98" /><Relationship Type="http://schemas.openxmlformats.org/officeDocument/2006/relationships/notesSlide" Target="/ppt/notesSlides/notesSlide25.xml" Id="Re57b99ec64aa4b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1bd769aca6144b1" /><Relationship Type="http://schemas.openxmlformats.org/officeDocument/2006/relationships/image" Target="/ppt/media/image3.png" Id="R3d6d60ecc8f241cb" /><Relationship Type="http://schemas.openxmlformats.org/officeDocument/2006/relationships/notesSlide" Target="/ppt/notesSlides/notesSlide26.xml" Id="Rd18671ce3e9649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86b19004ee44bf" /><Relationship Type="http://schemas.openxmlformats.org/officeDocument/2006/relationships/image" Target="/ppt/media/image3.png" Id="R371472e3ec7948cc" /><Relationship Type="http://schemas.openxmlformats.org/officeDocument/2006/relationships/notesSlide" Target="/ppt/notesSlides/notesSlide27.xml" Id="R283bb1e978f744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b1fde518804ad3" /><Relationship Type="http://schemas.openxmlformats.org/officeDocument/2006/relationships/image" Target="/ppt/media/image3.png" Id="R687d52d34dbb403a" /><Relationship Type="http://schemas.openxmlformats.org/officeDocument/2006/relationships/notesSlide" Target="/ppt/notesSlides/notesSlide28.xml" Id="Re5fab216a38440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475520f910469d" /><Relationship Type="http://schemas.openxmlformats.org/officeDocument/2006/relationships/image" Target="/ppt/media/image2.png" Id="Rdc7acb02181841a7" /><Relationship Type="http://schemas.openxmlformats.org/officeDocument/2006/relationships/notesSlide" Target="/ppt/notesSlides/notesSlide29.xml" Id="R23e7f589d0bc4d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480edb5d44b5c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d825d8a3f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a684d5e414c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e4a3d26ba4b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1cc55fc044f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2786B1-82A5-4C6F-BD56-5D87E6C4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DCBBBA-C4E4-47C4-A5B9-EA947098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990B8E-B2AB-4AA8-9B3A-695EB198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DFE07F-57DF-4B56-8E6C-F87E142B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8E8EA3-57D5-4462-AE8C-9B47141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FA8A35-B1CD-4BA9-B55B-BF0067D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767F7E-71BF-4274-B467-9407BF76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4105A7-22F0-4571-A7B7-4C639DBE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2B146C-5FBE-43E4-926B-F42ECE9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762006-5671-44AD-BEB6-99DF07C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377A9D-A1A2-4284-B45A-94181F8E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F89F52-FC9A-4E48-93F9-06BA855B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EED37D-E373-4229-9C7B-7E65BCE7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59849E-7F95-422F-B2C6-BA7FD64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D66B23-88B1-42B3-8A1F-74DC0F2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73A943-D33D-410C-84FD-406F2831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47124b6094f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B70C31-A264-4B22-9092-7658C274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D04C5A-48D8-4FE6-964E-A5B7A7D0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862463-592F-470D-B9E5-46C011CD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6E0737-785A-47D6-B0E9-A81EEF5F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A7C414-85E7-4AC7-A3F3-E62F6179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626CB2-2537-4EC5-A119-DC9FA7F3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224CD3-97EB-45E1-9C6A-6B429E54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FED55E-BD34-448E-B6D1-5CF8DEC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03F108-F295-4F31-B737-DC89329D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955076-35DD-4E45-AE50-2F3AB423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497D96-243C-4EBD-905A-60663F3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2390AF-A1FA-4C0D-BF9F-B28B88C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493004-5003-4572-916E-5417BAD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F45673-E86B-421A-B819-10CEEA1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D7EE4C-1A10-4494-8BE9-9396B75A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3C1683-72CB-406A-B3EB-E2FAB668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DD722F-03A8-4874-9874-BAB2D87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C48061-85AD-43FA-9A35-514EEF13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581998-21BB-4354-810C-4152F4CE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3BAC58-5AD8-4C5F-B2F8-6C46264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504EE5-8DAD-4FEF-978B-564CA09B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DA979A-2CCC-4A8F-9DFA-57E01FC6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C3E70A-4621-45D8-BBEA-BDF120B4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059BBA-15E4-4A26-BECD-71C8D5C0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C5FE18-E9C9-454A-98F5-CD70010D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701AA2-2EB5-4311-AFFE-0F4E437A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2294385b6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da95cac4e4f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A32FD7-7269-432C-8638-480A0E22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A6CE79-E5C1-44FC-97EC-A0532149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99DC4F-FFFF-42CD-BEE3-2DD07F2B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22681F-C24C-4BDC-A0AF-27F6C7A3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486B23-8E7A-496E-8D03-38EEABA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34DC4C-962E-4249-8C3D-E85CAC3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10B68A-7FE1-42BD-8A77-E545FEE1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09A575-14C7-4DD5-850E-302411E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C7D007-365F-45B6-BE72-D3EAAF6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B81786-AEF3-4C1A-A3CE-B87892C2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E9FAF5-A678-443C-9CD4-03C8A5EF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98FC55-DAFF-4987-B4F7-B47A64C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7ED40F-0F1C-4E8A-9CEF-57F5EFBC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CD701C-6F3E-4CED-B42A-28D78F3B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229142-40FD-45C0-99E0-CD6EA96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E00413-1752-4DEB-B799-91EA6ADE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C0DE5F-E213-42F9-85E8-3ECDC5D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90206B-2EFE-4703-852F-475E14D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10A7B6-E6C7-4B3E-8E2C-6AF7CA70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05DDE8-EB36-42F7-84C2-B652A775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B31366-FA0E-40B6-994B-783522E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D78F11-4918-4006-A853-204F42AB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6D4CF0-0A1D-413C-B3BA-4D8E27B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308786-3035-4400-B9F0-70076B92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5ED7C5-BC4E-4E8C-B5C6-C1BB6DAB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E5DA94-4AD1-4944-9258-F2FB2457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2856E2-5E47-4AB3-8F2B-C66A4241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31AAB9-ACFD-4382-B5EF-0BD2C66E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540D66-724D-44A1-84FD-737D7BB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974C00-8C33-44F3-98C0-8FCC5533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DEDA2C-29A2-47C3-A911-EA210752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0698B8-480D-4833-8919-0400842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D26F8C-C29C-496C-8E71-2406A29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BB4BAE-5350-41EE-BC7F-A3509A8E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5E09B38-94EE-4CB0-BBE1-E7850A51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DD0975-5FE6-4623-A3CC-2610CA2C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C15982-A441-4B02-A2DA-BBC839E5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E4636F-F092-4B91-A7A2-BC7B9EA1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64B626-F4AF-4209-8E11-370370FC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CACCD7-865F-44B4-ACB7-AA52CD04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70A144-088F-44DA-BE06-358E5DF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470800-3859-4397-B82C-498763EE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91B5BE-E82E-48DD-ABDD-2FFCF69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B46466-2FEB-4110-AC9A-D206447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2CAAC3-5DBA-42BD-8057-F9D60B71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6F26C5-EF27-441E-915B-26EA469D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4AD76EF-7E3C-42D3-9E77-62A2214D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6d87a489b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07AD20F-89D8-4420-8DD7-46488DB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76C2703-239A-466B-B5FE-54455DE9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C72781E-75EF-4560-83FD-43F4876B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BDF6984-38C0-4A9D-ABFE-04935A6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792DCE1-05A8-467A-AAB2-3CAF3ADD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02BF82A-7258-481E-98C3-D232314D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51EE234-B7DD-40F8-9135-15999866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B72BD97-4A11-42F8-ADCA-9EA2AF8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7A23B0C-68E8-40BD-BCDF-1F54DB9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9C45CB5-A9D7-4761-A5C0-34A16DD0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711BB12-1636-42BF-A195-7D620C8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5B6EDFD-DA53-4E89-9A27-41B08821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3FC9BC6-6718-48BA-9DFA-BF997A1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7077001-CC95-4B95-B759-CD371C9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B0AF851-181C-4BA8-97DA-48DD0AEC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AC6E7D0-1990-4F2E-827E-5A8AD3A0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11266F2-3710-43CB-8079-EA93AC36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8496F21-AA64-44BC-AE14-CEB9AD5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4F93AA3-1CC7-41E6-B09D-C56754F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3142A81-9DAC-42B1-892C-17EBAD1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DAFFB0A-A405-41C2-9600-EC6B9F59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2FE8D2F-1BEA-4C78-B742-BD7E441B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BC45EFE-0777-4636-8464-BF6125A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D268FCF-ED57-4F97-A996-4BEE02A2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2557dca14f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89E5F3A-5E77-4C21-BA22-47F7CFB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59FF5C8-A5E8-4726-B398-1BC68BFA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4C4833-09B2-453B-AEE2-7026A302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0F75CD7-1A83-4B55-8833-AAB31071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73E7CCE-3B49-4FCD-80F9-37CCD636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45D9D15-C547-4CBB-A843-5073C6B3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4A6127-8F2A-40B5-A438-B7599B4C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1E55B3D-2D09-46AA-953A-ECC0848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CBA7B7-E17B-49D1-8C18-1BCE4511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9BB8009-23AE-4908-9774-A4967407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A872B71-C844-4884-8A89-31A091BC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A95C193-FFF9-41E2-981A-055D93FD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313A13-F8EE-4C71-8239-55D8A66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FEA070D-761B-4EAD-A4E2-060E3E1B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F86ED6-C58B-49BC-BE01-EE160E4F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200E9E9-9142-46F8-A41C-497E011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598FC11-DDEC-4FFD-8648-D71BC50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0BDAF21-2811-478C-B53B-B563A04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4a347d7b74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4e678dd4a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5E8328-8483-4FB0-9E69-EDA32260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8AFD921-4F63-465F-8B42-3320A12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E6E37E5-F0E4-4227-A297-4162DE80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A66BBEA-7348-4E5A-89A1-6FEACB0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20CE79-0AF1-49D8-8B62-138D474B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77707F-DD72-4E5C-A959-0C5F0297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6A8CE17-EF54-4888-AE6E-6CA455C6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BC6D58B-4934-4D41-B47F-A5BF4722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5CCC36-8201-4F54-9174-B524898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47D006-0776-4AEC-8743-ACAFE540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5BF1436-9565-41A1-8203-BF42F28B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098355-D94B-44B5-A6EF-A7269402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549D086-1893-4E76-8950-A6B7F291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D5DEC91-A7D8-4094-8062-67DFF51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2EEE7CC-CD84-4E75-B9AB-057A031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1322E70-171F-466C-B281-6C32F52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9ac9f7e314b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1FC63A-D9D6-40E2-A5B0-6DA0482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F88862-635B-4F7C-92B7-1E2A92AB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7B507FA-12A1-4FC3-B1F4-A065B94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C41AF9-B7A5-4F71-AF24-9938DA1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3636EF5-A946-45C8-A82B-E5109DA0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5F94D3-9728-4AC0-AEB8-69D25AA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6DA0A4-9BE3-4416-9809-C1E38DF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21FD6E4-5E1B-4FB8-949D-9F561FC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026E220-D28B-4735-93F4-3D11A820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3CE67BB-1EAD-4C75-8C44-9C2EF3AC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1AE704-E578-428B-8007-BD43349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A7F891-1144-43E7-8757-95383DB9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889013D-8E80-4DFC-B941-3DBB22C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5539C37-BB97-4617-9365-EE5799EF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E355D1-A6A1-4E97-9918-874DEE73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A678D1-E46D-4D8A-808C-55AEFE9B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F2F3E64-F224-43E7-B81D-884DE72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3E1DCE2-AE21-4697-A877-2A25FC66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5430EC4-8A6A-45FA-B0E7-D3F59B7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5EC1614-BBC5-48B0-8CBC-AE15C17A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4553B5E-F911-47D8-BD1B-25F8C302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AFDCE6-E3FB-475D-8A7C-7601A7F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D171D7D-6F18-4052-AB60-16694EA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3DB8E31-D88F-4478-A1EB-26D72783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27EB51A-802D-4721-9D1D-9CDB2EB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FBD067-C0EA-44B2-A610-8F8E6EF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1CE5B7E-CDE5-432C-8369-786BEF9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A0FCB9C-58F3-4441-9F51-84525C2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783311-1DF2-4FC0-A146-C11258A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16D44BA-75FF-4194-AD16-CA936A6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C22F333-76ED-4FF3-BA05-3B3635AB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605F213-B273-440F-B9AF-77DCF0EB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B6B1BA2-FF07-417E-B145-17ED752D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3EAABC3-6D45-4F27-8102-ED0CE784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13757EA-4CB7-4E97-98A8-92FF7C1E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061e699cd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DA94EE3-E064-4D66-8ED9-D4FA3556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D9B4F8-1E78-498D-B4BE-8069A60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04E7B3-B234-4147-A8F1-7FC7958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73170D-DDE6-4FFA-B2B9-BFEF2BA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527DB5-07E2-4BC9-828C-ABA051A6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7B7117-600B-4A50-AD73-7DCBB9E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3415CE-BA5E-46D4-B2E8-726B489C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80132D-9839-40FB-87D6-20A68D58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F116EE6-CEDD-480F-AF7E-E2417C4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0234C6-9D4C-4547-8F73-2D19219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89F6F5B-0728-4C8F-AEA1-19B7FD2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9D6627-8C05-41FB-8644-3E54D222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3525C55-EDFA-49E6-87AC-3DFC4AEA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77857F2-7BC4-489F-A689-08F50BC9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298417-71D2-4D4D-9A1B-5D07F4D8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FC9603-09C8-4D98-BD67-725B4D8B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AF07230-EA8A-4B93-B5F8-9596CD2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54EE45F-4495-42A7-B39F-9BE86A8B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B61B18F-D1BC-43DD-AE2F-B9867AB8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5037F63-93DA-4591-B452-BDBA0EA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FCBCB27-6FA7-47F7-8F3D-B1B310AB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B39DA0-0069-4EE2-A368-BA2A258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0AE70E2-3822-4917-ABE4-5F0584E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3DAD51F-A83C-4127-BDF3-0292FE5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48E386B-104A-4EDC-A562-298F571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FBD4BC1-8745-4CDE-8654-A6651F9A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DEA6C25-37BE-4466-97CE-CCEF5A49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3BD09E-8C7D-419E-858D-B30E44FB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741CA3-2635-445F-8EAC-EA125A2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7E8CC41-2396-45A3-9FDB-7ADF67C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96F060-59C6-4565-B5B4-A7EEF93C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C448A4B-36B9-4581-84B3-D904B2C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651D07D-47FE-4CA3-8410-865D915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2804D8-0DA2-4558-8A93-4F69A8F2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9CA0A3B-7A8A-4E89-BE46-D7228819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9D580EC-3680-4BBB-A6F0-124AE79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812A50-F24A-442D-89C9-742018D4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43EFEB6-1DF7-487F-BB3C-8F1C8A8B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4E1BCAD-D144-4229-9EE6-8BDCDDF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8EDC777-B8AD-412D-914B-3890577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BA033E8-3A22-425B-A443-D07898C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7D2A82-724B-47E0-A5E5-E20AE44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6EBB039-FF9E-48E4-B7AB-51E039E3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FD4A0A8-8DED-4286-82AE-A7BC2DAC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AE6786A-01F5-4B3F-A3C6-F89569C3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53f2d7564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3BF47C2-2394-4089-B418-D903307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2458C2-55A1-43C0-99FF-6D757A81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DFC424-9A2F-4A83-9D1F-3B2762F1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8E42142-B0B4-4FE1-9ACD-FDCEA1E1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9B24D1E-2764-4655-BC46-9ABA10B0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B18B26-33D0-4681-B4B3-2A0DA9A1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47F0C1A-56EA-41AA-AD0F-1B186D88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1D6DD79-4326-4DB9-B1BD-5A519CF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37E4E9-4B35-48B4-B1B2-C0ADD905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622282-3D3D-4998-A197-AE233F66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B9F8841-387D-4813-B0EC-3C6338C1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E7B6ABA-53B5-4E50-BBE4-086B34CF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932767-8EFC-4EAE-ABD5-8C6225CA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0FE8E3D-974C-43D1-9956-6856BA62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741DD7A-1CDE-49B5-8E6C-EE8A56EF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F17461-48A7-4159-BB5C-B42A3B4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493671F-6E0A-425A-9AFE-A5BB35FF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25FDED9-0DCA-42F1-BB6C-5B060DCF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CA64B4A-BFB2-44BC-8B8C-92813EE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B421489-C3B9-4B6F-AF7B-E10491C7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DF89EEE-2CC1-4D4B-9D1B-8F666617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82688B-2F4A-44AE-A143-4926408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77F9A87-E884-49AC-9D5E-BB450426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9ACCD50-9BB3-4322-B67A-12390405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5B90ACF-B4EF-4143-A3BC-8C0D796F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0B1BBA-D008-4D40-91E5-293229E4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4332CD-D746-4CBC-97E2-580AE75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99BA17D-7DE0-4C7E-A937-6CC6EC6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43F36B-7A43-4B89-B770-DBB18C81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0FECF9A-C186-42E1-AFA6-40084006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E4993CD-D450-4AB9-AA68-C012DF1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767611F-ECF3-4B5B-9C4B-B85B87D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353831B-038C-4115-ABDE-97144066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8B745A5-8F3A-4DFC-9E9C-01C7C4F9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8C9C648-1732-4D0C-A5F9-0048627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DEA8995-535B-48DC-8603-9C43035C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5454DFA-9571-4567-921B-7C94D4C7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F7D4F61-7223-4668-B4DA-B77F363C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28B962C-FC66-4FCB-A862-DC96D8D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A36BB2-E52E-497F-9F7E-365BA60A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08A979E-DCE1-4207-A842-8BEDBEA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ee772e716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E8F4DAB-3336-417A-9670-C9CB633F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990701-F798-4A4A-AB64-DCA7428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5AF1593-3CC5-40A2-A491-71B8F92D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019A5F-58BA-4EED-AE21-D5F4D62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A904208-E85D-4FED-A280-946745E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F73AE2-F249-4A6E-AF25-65B2308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10C5E7-7CB9-4539-8882-DC0E134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FB4664-CF2A-42B6-A413-FFD4F61D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326448-C49E-4D07-9E53-D8136AF6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F6C0A0-9B91-486C-9469-FF4C45E8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CCF0BE-4D75-4DAC-9F66-EA1AEDC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6DE563-E4D2-4701-9AAE-08F47089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A376D1A-8585-48B8-98FB-E64F7320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4CA074-E3BB-4F81-B9A7-237F80B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F798E5F-9FAB-4319-8330-172284B6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099CF8-3D00-4BDA-BD17-87B3699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CADC405-DC52-40CF-92BE-436DCEC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EC2AF3C-185B-4206-873C-45CEFFF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E038532-F3D0-4A3D-885B-0B5DEFC4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AD1A93-3EDA-4A65-8DA0-25B7B315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4A8E98C-8E07-4828-9530-46DBB2E4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04A9A8-C51E-4078-95FA-40ABC2C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6B54944-6754-4EB8-BB4B-BFB103B3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7667FAB-C193-4073-B3FF-C6858308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B01B90-43B4-4644-A5D2-6F53277B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E8AA93-DDBF-440A-A65F-A9F21A87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D95140E-D151-4B47-96AC-0F193F11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152A40-DD1E-42DD-BD18-187AAA9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909D0D5-60E2-4CEE-BAF2-743D69C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09D07B4-9362-4946-B574-89F2BF2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5818481734c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E68DBF2-0092-411A-8B51-55CE1D85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1994FA2-0568-4DD2-B9B5-48E52F63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12D709-FF5D-4122-859B-7B524B6C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129EBF-DFF3-434E-9979-49992EB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5971DE-981F-461B-9185-0C25376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1C0B76-48F8-47B7-BAD2-2AABF05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056292-12C1-4077-8BC8-77625B1F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15AB1E-D3A8-4F7C-A0D4-E66E454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7E162F-721C-4958-8D31-056334E5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8854BB4-F887-47B0-ACC8-F969C839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27931A-52CE-4482-8AFD-1DC663F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9648B1-FB65-4601-AAD5-BAF41652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98E8C6B-2BEE-44D0-B1E8-17E6F5C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22F982-06EB-4731-8E4F-1BFF09E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84C47CE-4558-4989-AFAE-486804BB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48263BE-0F6D-4CB0-BA81-C31D321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F70039F-E6E0-4676-B5B6-E9EE52E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26EDA-47C6-4819-B320-B9B7A5C3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FAD8FBB-736F-4679-893B-90360817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6810B54-8449-4B23-9A3E-E88A1841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5101936-E902-49AA-9C0A-052A5C3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5A6BF8D-19DE-4BBD-8465-40DE274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FB74C0-E479-4551-A29E-0D934538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E005F74-376C-46F8-ADCA-E9D6C088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2D0FC1C-28FD-49FE-9786-532D5F3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B6A2210-2624-4D1A-A24E-72586F52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DFA8CD-EDF3-46ED-B10D-709C7BC2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7B11191-E2EC-4DC2-996B-0B5A104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63E3F80-9C51-4086-BBE8-0DF358C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EEB4BD-C3FE-42DB-9D5B-4D18F77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AF2111-E2AF-4EB4-828D-DEC15C0D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D4F41E9-76FE-4CA4-AB24-EBF78369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4BF2951-8E2E-4A9D-AEEB-49E76CFB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8C115C5-D292-4724-9206-3177635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F16076C-99BB-4649-B5E4-4A294E8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619AFAF-8651-40B7-882C-0943BE3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775355B-6B39-4F52-9450-4F93C29E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9F8170-2A7A-4A31-8312-F2F95002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0d2509c0c47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97F35B-2A6F-4EDB-B73B-ED036207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F6BA06C-BC46-47BE-A547-4F60A75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8CD18EC-AC35-49E4-A7D9-EEAAC2A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C058BC-DE95-47CB-A44E-F49C8136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5E63FEF-96E7-462E-AE2A-ECEA664A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F2FC39-2CE7-4C33-86D5-49D49BC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B2A6243-60D6-45A5-9D00-AEEF900B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1C4D721-86F5-4B44-8F7A-2DE48EDE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5268F51-8979-4EB9-BA64-DA0EB64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C50ED9F-87C8-4C8E-A827-D6B75208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7565F1E-98D9-434D-B43F-537C7D1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12FA6ED-800D-4C8D-9720-2F80A43B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CA16997-A200-4FC2-96D4-9D84BFE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5F1003-CAB2-42A4-A4D1-473783B7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BDD8F9-5696-42AE-A1D1-F36F66FA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7D0015-B3E9-456A-8AC8-75645EE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FB200B-ECCB-4A91-8441-0E9E3725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0E3C21-E380-4CAC-9752-C97A0D0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FC593EE-4DBF-4ACC-854B-EE84B1C2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0D4D692-12C5-4248-9D1C-DA60DE97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D15AA1-AC02-401E-9F93-201A9A9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1251CA-01B8-4CD2-8406-3D64B2D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496639F-313E-4A4F-B477-F166452A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AF9236-4CF4-49FC-8D8C-CE730351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53C6E6-1340-45EF-8F2A-C377E50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DED4DE5-8BC2-46CE-8449-01470E65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4F3CC93-9454-457A-BED7-82850B8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A1396D-0FAB-4389-8427-EEFCE62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1970028-3624-4887-AAB9-76ECD765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787B7D1-BF11-458B-8D86-659928F6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2BB71FA-8C51-4E28-ADE1-2F20782A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402B1FD-BE13-4549-AECE-C4549A48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E5D658D-4021-4E9A-80B0-4EC5AC6C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E1AFC64-279A-4B22-A49F-9AD3A844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C04198-ABF3-4B40-BAA4-CD447D0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13B8F1F-CD0E-493B-9E5C-655F658E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B6D9EA1-F344-40A3-B96D-5CF2A53D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FFE913-E946-4E90-9374-BA657320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997FDF3-1B81-4ACB-8810-CF6E6A4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9bc4445be48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BE5584-6E9B-46DE-9480-0839BA29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D83DAD9-15CA-4899-847C-F6A7D62F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83BEB3-CB73-4960-B179-D56D9E4F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E17CC99-3A0B-43CF-AC32-64B7228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FFA593A-6716-4236-AF8B-FC59A8E4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24524F-C3DA-49B9-8668-486626E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E7A98EB-BEB4-45E7-9C0E-459FCF1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227AB21-3EFC-4CE8-A8B0-D4CFDD1B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4200360-DEFE-4F1F-94BB-CDE04286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8C6FC33-496C-4654-97FD-56C7696F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62139A5-7032-4D24-9640-CF5251AA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84B3D6-E02A-4815-B4F5-FE82DEC9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53F5D1-2AF2-439B-BFC8-E780555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C15C5F-47D7-4E9E-9715-78DEAFE0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0C30F5-8F44-48B4-816D-CB0E2CC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DE96DE9-9836-4760-A43B-2487EB92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E86AD1F-A23D-4324-9ADF-18CD419D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235BBA-17FD-4D95-872D-F1C0D92C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21b83c8b1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A99827-2F2A-4CD7-918D-F5CBBC5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0B38B8-3C6A-4E4D-8ED7-BECB509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2D41A0-7E0E-4509-9521-1A840970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F0EB305-09AB-43F1-ADD0-B6A53D61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2A74F6-97EA-4965-A7A9-E98C7616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DFD4CD-C902-48DD-9F2D-B50E2A6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83385C-C987-442A-922A-55BFBA0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7D6464-A840-49C6-951D-F906B4FB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F2B7A92-4C39-4F68-8F96-1CA04855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817067-0F62-47F2-8C7D-7540814F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6BC77F1-93E2-4814-8DEF-E148DCA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0B6530-7BB7-42CC-9A99-4546B338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75AA8B-541C-459D-88DA-996C35A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0B701F-372D-43E4-BDA7-4E618A81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330611-FF04-45B0-BBE1-500343F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554CA4-3AC7-44DE-B319-42ACE49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70ac53bcf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CF359E-C450-4F2E-87A1-C37CE6F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9BC4990-0AB3-4F41-BA94-9732430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37051F-3937-4694-84A4-AA2CE7BD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B55F6E-CA6D-48A8-ADFE-F3C7BEDB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47B6AD-9AC1-4A3A-B3DF-35D4C5D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E6AF45A-5E1B-4BE9-B906-5281E9F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58E469-D76B-43BF-85AF-913018D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C5E3BFB-4260-409B-A306-462875B9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3886DF-7FA6-46C3-865B-001307F7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8344181-89E8-4E36-871F-A220C84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59B237-152E-4F5C-9D75-2CC5B84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96017A9-F203-4334-B9C0-8F7A9DAC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0583988-B2E1-464C-800A-73D7FDE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32A38E-048A-40EA-8B58-B7D8F682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FD6D501-244A-426E-9314-65496B3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A0FCEB-9CE4-48D2-9420-BF9ECAFF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C69D87F-E5A2-43A5-99FA-B1DEE58E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7FD9E3-8AC4-4D90-8D43-60C4CE4B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7F8C6D-D4FC-4C67-ACE7-39132A8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EC643F-1219-4FF9-84FE-DC7A673E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A9AFCD8-EA71-4F90-94A2-32EDD211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1BBCF7-F973-4238-8742-E4B0BB09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42b0e56b64d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B2A618-1583-4EFA-9B2E-D4DAE33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C15FFC7-E043-4DA8-8718-9ED5F8BA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D2AC52-922C-4D06-9EC6-42E8F22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DE9F0E-F2CC-4FD1-9ACE-5FE62D0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28FA5C-235E-4F22-8117-BA6E014F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0C40B2-3AEB-4438-8F16-F7F8AC5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FF39CA-8F2C-4995-98B9-0A37203B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5A846D0-DB47-48AF-94BB-2A1F8438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7DA843E-2266-4816-ADCB-0BC40CA8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A805442-4547-46FA-8621-7B23BFE5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2E3F9E-1B83-4B2C-B6DE-67BF14BA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07B4F8-C5CE-4435-A7A3-AA26C20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B667E7-8A31-45B0-8C7A-041ECF6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DBDC7BA-9CC1-400B-A848-B1AF748A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888E95-9BFA-48D4-B862-6EBC8A3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9DA2FA6-14DF-4CFC-AD73-6348435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FB117A-DB4E-42CF-937A-5C27B538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25B63B2-C0DF-4B41-A753-5DEE2FC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F9E1FF3-A686-49EA-9F54-A53C5FA1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C3DEAB6-F023-4DA9-8D07-C4E3C50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99F0A4-694E-4A5F-8822-E49A008F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35B7AE8-E505-4318-B544-4198442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6F3A544-C9D2-4971-8F79-CB49218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86c8f6cba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E41804-D267-4A90-B8E4-35324956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C67899-CAC9-4CBA-8CB2-1BF78AC2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59852A7-4F35-402A-9BDD-EC7C1B3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7F384CA-E22F-48C0-BBFA-E4AC9585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184C9F-B87F-48D9-8335-38A3988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DA2A1C6-6124-4F35-9159-9F713702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CA32E4D-74CA-4113-968E-97EB7912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B486C0E-65A3-4C5E-AB3C-095C6CA5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67B7B3-B66C-4B2A-9284-DD44260E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0B7A44E-2677-43C3-8A73-C20B66B0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DAAE35-50C2-4634-9BA5-6882F5D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00FD24-B2C2-4703-9AEC-953C87BF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D219661-8511-4118-93E0-85E1ADB0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64B1AE3-4EC5-4B5D-AD0D-505790D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9F4B8F-B779-4601-A44D-7B4CB5EC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3D1CBC2-65CF-4068-A586-D7B25934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AED3CCB-C06E-4725-97BF-EE31448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C16EAA-249C-4C4F-AC5A-0F2540F4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F76D46C-C139-47C5-A017-41AD3136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3A56729-1A54-4C8B-B581-DF11765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140F712-69CE-40BA-863D-124E9929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215C1FE-1658-4E14-8081-EF588B8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3B07516-3A30-4C12-B40B-070B902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C6662E0-2246-40B0-92FD-B272176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39E8DD9-96F9-4085-A596-15E58438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AABC2F-197F-4597-B6D9-80831E4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DAE8877-4565-4212-887A-05828C5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3E38AB6-E73A-447C-89E5-D4D9488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4BA21B2-61EB-44AF-BC06-CC33404D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6753BE-6C5B-45CB-970A-E7BE5F93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A0C2BB8-0F61-4CD7-A44C-729ED7B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73747D4-7797-4DFF-87A1-1C91A780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51AE3B8-04C5-4438-B704-7193D98E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221C142-71AD-4C8B-B4BF-44FFF716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6CEB205-3603-47CF-A312-1D967951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B14777-4E6A-4FA2-BC03-C9E07BDC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38A997-DC76-4475-B3EB-CDBCD46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33B4560-6DD3-4DD7-9DB1-357DA9C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20E748-99D2-4B19-BCCF-27C2C81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BE2593C-B76E-4F7A-A65F-CCBADA7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C3AFEA8-527F-4026-A3DA-AAF9D2C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F432434-2D80-4DB5-AD93-3DCA925E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7924bbc1c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DB95E3A-5257-4747-A6CE-E7DE898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AC47EF-F242-40E4-9340-CAD6221D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D63C6B-4876-4CE1-A530-702E901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253A660-6F86-44D7-A5BA-2A35012A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0909F1D-FC2F-4669-B092-97677E67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A3CAD2-DC87-49EF-BF56-6FFF6D9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133BD5-455D-47F2-A9E9-BD0ACEC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18CF56-F295-41A9-9E66-B805703B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EAF68C5-96C4-4205-B1AE-49A72472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A41986B-1EA1-4E2B-8C80-FF967EB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F54E1B8-F020-4679-B8D3-19CD88C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9DAD86C-9F04-4B2D-A89E-8D850522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D795ED6-F5F9-47D0-8DB1-2E4CB0D8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4E2541A-308C-4F34-A32A-DD1B04B2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E47F78-84CF-410E-8306-3F388F9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5964A44-1FEA-4942-B4AD-8A451B80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2D49B3E-53B9-4427-96A8-49A3EA7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9D3C16B-EE78-4972-AD2A-372E921A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F5B3BDF-96B8-4830-8D9B-5041AD9A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28CE2E0-AAF5-4375-AB1E-983BCC5A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DD4670E-F9CB-427D-81DE-7EE0EEBC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1E5CD72-26BE-4B11-ACC9-551C412B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3C78ECF-5986-418F-AEC7-12B6291A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842B367-682E-42B1-8621-ADEE98F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51A78C7-9E4B-41B7-9EBC-3ED9137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BA4D847-BB21-465F-8744-84F1F3AE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1085F71-56CC-471F-B8BE-02F9FAF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89c69cb514c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FFD42C-055F-4AFD-9B63-7B01E29E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AC12602-FBB0-45E9-8696-5542358F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2D043F5-8101-420C-8C0C-08E22E16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635674-5815-49EC-9299-A7FE048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42A402C-40FB-423F-AB46-4B9DB0A1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ECCC11-8AE9-4DE5-8B22-D9DEB622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9445B5-FC74-4DEC-B730-3AC8A29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1D6064-188E-4B31-AD7B-F744C4F3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FF311F-B570-41C5-81FE-4F9BC79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9EC3589-B1D7-45A6-8B83-07D99F6E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28E876D-8864-47F2-B9C1-C44F9F6E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889A97-228A-448A-A6A2-F477FB40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BDA568B-705B-4AD8-8A5B-25B9C26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F08C2B-6149-494D-9523-3340C7DD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6DA26B-8542-40BA-A16D-2182F926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BB2DED-01BA-4F9A-90DF-1650322D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078125D-DFF2-46C0-A70A-1AE1C3A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1A90510-BA74-4D19-BDC8-ACCB7B46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EC582C3-8C4D-47C1-9A89-3466B40F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5CB05EC-1DC2-418F-860F-DD505E59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1811C87-B16A-4DBC-A1E1-20D55EA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6BAA412-E63E-4EB2-A8A8-461FBE10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514C92-B67F-4DBE-AD6C-783DEC5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08C5106-D6C4-4C3E-9255-96B6FFF0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923c52b764e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d60ecc8f241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3266D6-8915-41E7-97FE-089CF9F1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0848AE-1624-4909-A377-6F63EEF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2F520C8-5079-4D9F-8971-060CA6A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A7A933-8753-435D-8852-E30CEB34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B496E5-02B6-43E1-8B50-12BCBA91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865973-767D-4A0E-B0D2-86A2CCA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C247A4-435A-459E-94EF-4434F7A2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429305-145B-4A0E-8D53-013383CC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46FA5D4-CA13-4E71-94FC-0399E88C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9168752-1A81-4AAB-9329-3DE5AF5B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A470FA1-AD4C-48C5-A53D-BB7A5549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BDB90D-DC88-4060-B112-4D9C5B38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1D8AD8F-7E0B-4012-878F-12F030CD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2CD06B-E21B-47ED-A88B-91621864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9607380-DDD7-4E33-B0E4-5075247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804081-A1DE-45E1-97A8-BB21F9B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F923E92-FC6E-41AF-8DCB-041FEC0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8DAFABA-3CE0-4B99-8BD5-F47A01EC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6B541D-9025-4E77-8A0B-9A4D9DD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B6B9EF7-D2E9-4365-A85F-C520A6A1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232A8D0-CB59-4CED-9983-9B9868B3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0EE8720-2100-4AA7-8C26-59A28FB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13AB20-4853-40BB-B717-55862C08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77415-AFB0-4A64-B94F-763345C5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347C187-C3E6-427C-B161-61D79C76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8B91748-1799-4689-85A3-10C9CCD0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724CA73-208A-433A-B7EC-E0845F1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3373BFD-5BF7-4FC2-9201-6138EFFE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A970D8-A7AF-4260-8DC1-89CB9CE6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F025D1D-C594-474E-A549-3CF7B3C2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DF3E50-2510-4FA8-A47D-82A7CA0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782C12F-B52B-4AF1-AFC9-6F900970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C628D42-A5D0-40C2-AB9A-68A2800E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3C1A70D-4E34-470C-9C85-4AECBE4F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A515373-EC88-4751-8F73-649098B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5097338-B37C-440D-9641-6A326729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A0283E4-DEB3-4E65-BAF5-625A1D4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5E47B16-8C5C-4B46-AF0C-68070B6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472e3ec7948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1AB9FE-0D2B-42BD-A855-20403598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88F138-DADC-42D4-A97B-73D8549B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3F72C1-B163-4ABB-A27C-C138250C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4081067-E41E-4A83-99D2-98E2BBF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5B48B3-DC8D-440F-B495-EAA09DB2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9CC0D66-B6E8-47E0-93A3-D6CE3B4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B0DB41F-0C44-4DA1-A130-AAE1C952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8D8B00C-1AC7-4A49-92ED-B91A75B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5FD7B9-5CF6-4497-BCD4-C9AAFA53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C8A4FE-2291-4401-BC99-932418AA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E838F9-72FC-43C4-B327-E56EBA6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234E1C-E269-4333-BEB1-952602CD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DFA13A0-CC3D-4DF6-8F2A-4F1D42E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D3B952-90CA-4188-8BA0-5257B65D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d52d34dbb40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48074E-9AF8-46FE-A851-97F47A43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F6D549-71C7-4439-8068-557C8C4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77B2FB-2679-4460-AF5D-22D71C37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李荣康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0754BD-A8FF-4A8E-A36F-66FDE0D9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手册解析 / 功能点提取 / ChromaDB 索引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F4199CC-1EF5-4285-8B6F-BA265BE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4ECD3A1-ACC7-44A1-BDE2-51BFD8B0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9ACEEF-0321-4B21-9943-47BB60F5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FC18DA-B6F4-4379-BC68-F863F9B3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1A0AB5C-2050-4F5C-BE84-4286AB1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陈柏睿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41D113-2F94-4AD6-91BB-778D1776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测试场景生成 / Prompt / 证据校验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C9A583-7D6B-414A-93EB-3A268F9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B4F6B3-A172-4D16-B79C-C8AAA866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5FD63E-7FC5-4ED3-8F5B-DD656C8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ACF098-0601-40F3-AA38-5F2EBF9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93C464-F20F-4335-9CE5-282ADE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许文硕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12F703-CA13-4896-B3C8-B5F8636F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智能体层 / browser-use / LangGraph / 验证分类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FC51C7B-C3A2-4F37-888E-592E75D1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11E6F21-CE3A-44C9-960A-7AE8C06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52FBE63-E3BB-4B26-AA54-375E38E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FCED91-DB5A-4656-9C95-D7C867C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380637-A829-40E2-88ED-05C7A77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黄良宏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77F839-1B9B-47A4-87AE-D2923E2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评估指标 / 前端可视化 / 报告页面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405BE2-3620-4D10-95C0-6CC885D2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2490A0D-33E0-40A4-AA14-4581D73B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6BE329D-723B-4DAC-BC4E-4691136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F29795E-E24F-43CD-98A0-36557341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657681-306F-4446-87A3-A20872F9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Team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A46F211-3E31-4970-9C37-052AE9DE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需求讨论 / 代码审查 / 测试 / 答辩材料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1005945-4FD3-4181-B9EE-8750111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9A87402-CE56-4B44-A95E-C521B8BA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acb021818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2026-05-26T13:33:07.6280000Z</dcterms:created>
  <dcterms:modified xsi:type="dcterms:W3CDTF">2026-05-26T13:33:07.6280000Z</dcterms:modified>
</coreProperties>
</file>