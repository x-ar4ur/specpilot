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c4c099d4b421b" /><Relationship Type="http://schemas.openxmlformats.org/officeDocument/2006/relationships/extended-properties" Target="/docProps/app.xml" Id="Ra76a0bb5a1694865" /><Relationship Type="http://schemas.openxmlformats.org/officeDocument/2006/relationships/officeDocument" Target="/ppt/presentation.xml" Id="R6e717fb11ee4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62dd3cf494545"/>
  </p:sldMasterIdLst>
  <p:notesMasterIdLst>
    <p:notesMasterId xmlns:r="http://schemas.openxmlformats.org/officeDocument/2006/relationships" r:id="R49d5fd9ac4ba4967"/>
  </p:notesMasterIdLst>
  <p:sldIdLst>
    <p:sldId xmlns:r="http://schemas.openxmlformats.org/officeDocument/2006/relationships" id="256" r:id="R7bf85fef0e384f1c"/>
    <p:sldId xmlns:r="http://schemas.openxmlformats.org/officeDocument/2006/relationships" id="257" r:id="R7de3b06a6621427b"/>
    <p:sldId xmlns:r="http://schemas.openxmlformats.org/officeDocument/2006/relationships" id="258" r:id="Rc017a74c8ff44ed7"/>
    <p:sldId xmlns:r="http://schemas.openxmlformats.org/officeDocument/2006/relationships" id="259" r:id="Rf576dd2dacc24b12"/>
    <p:sldId xmlns:r="http://schemas.openxmlformats.org/officeDocument/2006/relationships" id="260" r:id="R0ac3340fe39546fe"/>
    <p:sldId xmlns:r="http://schemas.openxmlformats.org/officeDocument/2006/relationships" id="261" r:id="R6e1b58cce3eb406a"/>
    <p:sldId xmlns:r="http://schemas.openxmlformats.org/officeDocument/2006/relationships" id="262" r:id="R87d484b530754889"/>
    <p:sldId xmlns:r="http://schemas.openxmlformats.org/officeDocument/2006/relationships" id="263" r:id="R399c8480ba4c4aae"/>
    <p:sldId xmlns:r="http://schemas.openxmlformats.org/officeDocument/2006/relationships" id="264" r:id="Rb7be33c8123544a2"/>
    <p:sldId xmlns:r="http://schemas.openxmlformats.org/officeDocument/2006/relationships" id="265" r:id="R950a6647df7f4302"/>
    <p:sldId xmlns:r="http://schemas.openxmlformats.org/officeDocument/2006/relationships" id="266" r:id="R421dbf3e048e4b7c"/>
    <p:sldId xmlns:r="http://schemas.openxmlformats.org/officeDocument/2006/relationships" id="267" r:id="R13f5f20197114257"/>
    <p:sldId xmlns:r="http://schemas.openxmlformats.org/officeDocument/2006/relationships" id="268" r:id="R60652b2fc060466e"/>
    <p:sldId xmlns:r="http://schemas.openxmlformats.org/officeDocument/2006/relationships" id="269" r:id="Rc0d8256ed4bb4464"/>
    <p:sldId xmlns:r="http://schemas.openxmlformats.org/officeDocument/2006/relationships" id="270" r:id="R84643dd1167f4459"/>
    <p:sldId xmlns:r="http://schemas.openxmlformats.org/officeDocument/2006/relationships" id="271" r:id="Rb22ef60513f54aed"/>
    <p:sldId xmlns:r="http://schemas.openxmlformats.org/officeDocument/2006/relationships" id="272" r:id="R30ab8a5c5b1144ab"/>
    <p:sldId xmlns:r="http://schemas.openxmlformats.org/officeDocument/2006/relationships" id="273" r:id="Rbf0c28392d6c41b0"/>
    <p:sldId xmlns:r="http://schemas.openxmlformats.org/officeDocument/2006/relationships" id="274" r:id="R7a05017a90ba42b1"/>
    <p:sldId xmlns:r="http://schemas.openxmlformats.org/officeDocument/2006/relationships" id="275" r:id="R204fd27379524407"/>
    <p:sldId xmlns:r="http://schemas.openxmlformats.org/officeDocument/2006/relationships" id="276" r:id="R2a526b23ca234a63"/>
    <p:sldId xmlns:r="http://schemas.openxmlformats.org/officeDocument/2006/relationships" id="277" r:id="R7093f457e37c4a9a"/>
    <p:sldId xmlns:r="http://schemas.openxmlformats.org/officeDocument/2006/relationships" id="278" r:id="Re3f6e0d842ed45f4"/>
    <p:sldId xmlns:r="http://schemas.openxmlformats.org/officeDocument/2006/relationships" id="279" r:id="Rbb6b00b4722c40fb"/>
    <p:sldId xmlns:r="http://schemas.openxmlformats.org/officeDocument/2006/relationships" id="280" r:id="R91916916c15e43b4"/>
    <p:sldId xmlns:r="http://schemas.openxmlformats.org/officeDocument/2006/relationships" id="281" r:id="Rdca8c438a4e34575"/>
    <p:sldId xmlns:r="http://schemas.openxmlformats.org/officeDocument/2006/relationships" id="282" r:id="R28fb1ac52dcd4ad6"/>
    <p:sldId xmlns:r="http://schemas.openxmlformats.org/officeDocument/2006/relationships" id="283" r:id="R4b84148d09d34e72"/>
    <p:sldId xmlns:r="http://schemas.openxmlformats.org/officeDocument/2006/relationships" id="284" r:id="Rc54f8badd35040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62dd3cf494545" /><Relationship Type="http://schemas.openxmlformats.org/officeDocument/2006/relationships/theme" Target="/ppt/theme/theme1.xml" Id="Rc9c90c96262c435f" /><Relationship Type="http://schemas.openxmlformats.org/officeDocument/2006/relationships/notesMaster" Target="/ppt/notesMasters/notesMaster1.xml" Id="R49d5fd9ac4ba4967" /><Relationship Type="http://schemas.openxmlformats.org/officeDocument/2006/relationships/presProps" Target="/ppt/presProps.xml" Id="R6cde365c3c7f4103" /><Relationship Type="http://schemas.openxmlformats.org/officeDocument/2006/relationships/viewProps" Target="/ppt/viewProps.xml" Id="R2913c3f9dfa44e51" /><Relationship Type="http://schemas.openxmlformats.org/officeDocument/2006/relationships/tableStyles" Target="/ppt/tableStyles.xml" Id="R07b354e7d5744ecd" /><Relationship Type="http://schemas.openxmlformats.org/officeDocument/2006/relationships/slide" Target="/ppt/slides/slide1.xml" Id="R7bf85fef0e384f1c" /><Relationship Type="http://schemas.openxmlformats.org/officeDocument/2006/relationships/slide" Target="/ppt/slides/slide2.xml" Id="R7de3b06a6621427b" /><Relationship Type="http://schemas.openxmlformats.org/officeDocument/2006/relationships/slide" Target="/ppt/slides/slide3.xml" Id="Rc017a74c8ff44ed7" /><Relationship Type="http://schemas.openxmlformats.org/officeDocument/2006/relationships/slide" Target="/ppt/slides/slide4.xml" Id="Rf576dd2dacc24b12" /><Relationship Type="http://schemas.openxmlformats.org/officeDocument/2006/relationships/slide" Target="/ppt/slides/slide5.xml" Id="R0ac3340fe39546fe" /><Relationship Type="http://schemas.openxmlformats.org/officeDocument/2006/relationships/slide" Target="/ppt/slides/slide6.xml" Id="R6e1b58cce3eb406a" /><Relationship Type="http://schemas.openxmlformats.org/officeDocument/2006/relationships/slide" Target="/ppt/slides/slide7.xml" Id="R87d484b530754889" /><Relationship Type="http://schemas.openxmlformats.org/officeDocument/2006/relationships/slide" Target="/ppt/slides/slide8.xml" Id="R399c8480ba4c4aae" /><Relationship Type="http://schemas.openxmlformats.org/officeDocument/2006/relationships/slide" Target="/ppt/slides/slide9.xml" Id="Rb7be33c8123544a2" /><Relationship Type="http://schemas.openxmlformats.org/officeDocument/2006/relationships/slide" Target="/ppt/slides/slide10.xml" Id="R950a6647df7f4302" /><Relationship Type="http://schemas.openxmlformats.org/officeDocument/2006/relationships/slide" Target="/ppt/slides/slide11.xml" Id="R421dbf3e048e4b7c" /><Relationship Type="http://schemas.openxmlformats.org/officeDocument/2006/relationships/slide" Target="/ppt/slides/slide12.xml" Id="R13f5f20197114257" /><Relationship Type="http://schemas.openxmlformats.org/officeDocument/2006/relationships/slide" Target="/ppt/slides/slide13.xml" Id="R60652b2fc060466e" /><Relationship Type="http://schemas.openxmlformats.org/officeDocument/2006/relationships/slide" Target="/ppt/slides/slide14.xml" Id="Rc0d8256ed4bb4464" /><Relationship Type="http://schemas.openxmlformats.org/officeDocument/2006/relationships/slide" Target="/ppt/slides/slide15.xml" Id="R84643dd1167f4459" /><Relationship Type="http://schemas.openxmlformats.org/officeDocument/2006/relationships/slide" Target="/ppt/slides/slide16.xml" Id="Rb22ef60513f54aed" /><Relationship Type="http://schemas.openxmlformats.org/officeDocument/2006/relationships/slide" Target="/ppt/slides/slide17.xml" Id="R30ab8a5c5b1144ab" /><Relationship Type="http://schemas.openxmlformats.org/officeDocument/2006/relationships/slide" Target="/ppt/slides/slide18.xml" Id="Rbf0c28392d6c41b0" /><Relationship Type="http://schemas.openxmlformats.org/officeDocument/2006/relationships/slide" Target="/ppt/slides/slide19.xml" Id="R7a05017a90ba42b1" /><Relationship Type="http://schemas.openxmlformats.org/officeDocument/2006/relationships/slide" Target="/ppt/slides/slide20.xml" Id="R204fd27379524407" /><Relationship Type="http://schemas.openxmlformats.org/officeDocument/2006/relationships/slide" Target="/ppt/slides/slide21.xml" Id="R2a526b23ca234a63" /><Relationship Type="http://schemas.openxmlformats.org/officeDocument/2006/relationships/slide" Target="/ppt/slides/slide22.xml" Id="R7093f457e37c4a9a" /><Relationship Type="http://schemas.openxmlformats.org/officeDocument/2006/relationships/slide" Target="/ppt/slides/slide23.xml" Id="Re3f6e0d842ed45f4" /><Relationship Type="http://schemas.openxmlformats.org/officeDocument/2006/relationships/slide" Target="/ppt/slides/slide24.xml" Id="Rbb6b00b4722c40fb" /><Relationship Type="http://schemas.openxmlformats.org/officeDocument/2006/relationships/slide" Target="/ppt/slides/slide25.xml" Id="R91916916c15e43b4" /><Relationship Type="http://schemas.openxmlformats.org/officeDocument/2006/relationships/slide" Target="/ppt/slides/slide26.xml" Id="Rdca8c438a4e34575" /><Relationship Type="http://schemas.openxmlformats.org/officeDocument/2006/relationships/slide" Target="/ppt/slides/slide27.xml" Id="R28fb1ac52dcd4ad6" /><Relationship Type="http://schemas.openxmlformats.org/officeDocument/2006/relationships/slide" Target="/ppt/slides/slide28.xml" Id="R4b84148d09d34e72" /><Relationship Type="http://schemas.openxmlformats.org/officeDocument/2006/relationships/slide" Target="/ppt/slides/slide29.xml" Id="Rc54f8badd350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eaa972d8f9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e2c3f0f5142d5" /><Relationship Type="http://schemas.openxmlformats.org/officeDocument/2006/relationships/notesMaster" Target="/ppt/notesMasters/notesMaster1.xml" Id="Rdee811af41a6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0bba41595449eb" /><Relationship Type="http://schemas.openxmlformats.org/officeDocument/2006/relationships/notesMaster" Target="/ppt/notesMasters/notesMaster1.xml" Id="R24582d88d4b448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bf0a9f6b443b1" /><Relationship Type="http://schemas.openxmlformats.org/officeDocument/2006/relationships/notesMaster" Target="/ppt/notesMasters/notesMaster1.xml" Id="R80800350d2ce4b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2ba4fed3054c6f" /><Relationship Type="http://schemas.openxmlformats.org/officeDocument/2006/relationships/notesMaster" Target="/ppt/notesMasters/notesMaster1.xml" Id="R3b3e6faf91a446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280885d6244a2" /><Relationship Type="http://schemas.openxmlformats.org/officeDocument/2006/relationships/notesMaster" Target="/ppt/notesMasters/notesMaster1.xml" Id="R23b9ddbd45a54a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b481793a545f0" /><Relationship Type="http://schemas.openxmlformats.org/officeDocument/2006/relationships/notesMaster" Target="/ppt/notesMasters/notesMaster1.xml" Id="R2ef6fb97680440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31d2b5a1b1439c" /><Relationship Type="http://schemas.openxmlformats.org/officeDocument/2006/relationships/notesMaster" Target="/ppt/notesMasters/notesMaster1.xml" Id="R6cfc284b4bd641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c39fc9f65c4955" /><Relationship Type="http://schemas.openxmlformats.org/officeDocument/2006/relationships/notesMaster" Target="/ppt/notesMasters/notesMaster1.xml" Id="Rcb842e3706b54d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75700f7c564fc7" /><Relationship Type="http://schemas.openxmlformats.org/officeDocument/2006/relationships/notesMaster" Target="/ppt/notesMasters/notesMaster1.xml" Id="R4fc90990f5df45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385fd432c436b" /><Relationship Type="http://schemas.openxmlformats.org/officeDocument/2006/relationships/notesMaster" Target="/ppt/notesMasters/notesMaster1.xml" Id="Rf9951238912d4b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1e355a5454fc4" /><Relationship Type="http://schemas.openxmlformats.org/officeDocument/2006/relationships/notesMaster" Target="/ppt/notesMasters/notesMaster1.xml" Id="Re894259cf96b44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743f7d715f4116" /><Relationship Type="http://schemas.openxmlformats.org/officeDocument/2006/relationships/notesMaster" Target="/ppt/notesMasters/notesMaster1.xml" Id="Redb65c9d7b3c4c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f07498e0594ff1" /><Relationship Type="http://schemas.openxmlformats.org/officeDocument/2006/relationships/notesMaster" Target="/ppt/notesMasters/notesMaster1.xml" Id="R31d2116addeb43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b1a6617f9b4a98" /><Relationship Type="http://schemas.openxmlformats.org/officeDocument/2006/relationships/notesMaster" Target="/ppt/notesMasters/notesMaster1.xml" Id="R37adffb8ddaf47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5d479d937b4f27" /><Relationship Type="http://schemas.openxmlformats.org/officeDocument/2006/relationships/notesMaster" Target="/ppt/notesMasters/notesMaster1.xml" Id="R8589d00daf1640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4e3d52b75d46a3" /><Relationship Type="http://schemas.openxmlformats.org/officeDocument/2006/relationships/notesMaster" Target="/ppt/notesMasters/notesMaster1.xml" Id="Rb9c9d3f69dfd4f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486f2721704820" /><Relationship Type="http://schemas.openxmlformats.org/officeDocument/2006/relationships/notesMaster" Target="/ppt/notesMasters/notesMaster1.xml" Id="R08b6c0ad77064e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42784492934c0e" /><Relationship Type="http://schemas.openxmlformats.org/officeDocument/2006/relationships/notesMaster" Target="/ppt/notesMasters/notesMaster1.xml" Id="Rdd52d520a13444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feb533840f4f94" /><Relationship Type="http://schemas.openxmlformats.org/officeDocument/2006/relationships/notesMaster" Target="/ppt/notesMasters/notesMaster1.xml" Id="R983a394a661746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e68663dd0543a9" /><Relationship Type="http://schemas.openxmlformats.org/officeDocument/2006/relationships/notesMaster" Target="/ppt/notesMasters/notesMaster1.xml" Id="Ra6429b81f3c443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9bd89630c24a8c" /><Relationship Type="http://schemas.openxmlformats.org/officeDocument/2006/relationships/notesMaster" Target="/ppt/notesMasters/notesMaster1.xml" Id="R46190c6c0b894b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2b7db0fc1d46c5" /><Relationship Type="http://schemas.openxmlformats.org/officeDocument/2006/relationships/notesMaster" Target="/ppt/notesMasters/notesMaster1.xml" Id="Ra6b72f0d439348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bce0fde814125" /><Relationship Type="http://schemas.openxmlformats.org/officeDocument/2006/relationships/notesMaster" Target="/ppt/notesMasters/notesMaster1.xml" Id="R9b9437fe339549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94e383c84a411d" /><Relationship Type="http://schemas.openxmlformats.org/officeDocument/2006/relationships/notesMaster" Target="/ppt/notesMasters/notesMaster1.xml" Id="Ra7eadadee217429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f7f69a44bed4c74" /><Relationship Type="http://schemas.openxmlformats.org/officeDocument/2006/relationships/notesMaster" Target="/ppt/notesMasters/notesMaster1.xml" Id="R17f96b30a9904f9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50863147824994" /><Relationship Type="http://schemas.openxmlformats.org/officeDocument/2006/relationships/notesMaster" Target="/ppt/notesMasters/notesMaster1.xml" Id="R3dd1f6bbf20449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ac8b42d62d4f50" /><Relationship Type="http://schemas.openxmlformats.org/officeDocument/2006/relationships/notesMaster" Target="/ppt/notesMasters/notesMaster1.xml" Id="R9484e2a5243546b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7934224f4dc45b5" /><Relationship Type="http://schemas.openxmlformats.org/officeDocument/2006/relationships/notesMaster" Target="/ppt/notesMasters/notesMaster1.xml" Id="R5f75a8d2ce084e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1d80160007417a" /><Relationship Type="http://schemas.openxmlformats.org/officeDocument/2006/relationships/notesMaster" Target="/ppt/notesMasters/notesMaster1.xml" Id="Re9cca5b0100747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27198a96247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5be395f344f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ae9c2dc344a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ec007c1354c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42f300a264a8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29606888c40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3b17ae19546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782925ef3467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87997f6c34d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af40c8fa6426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3662552964f4f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0d24c871e243a2" /><Relationship Type="http://schemas.openxmlformats.org/officeDocument/2006/relationships/slideLayout" Target="/ppt/slideLayouts/slideLayout2.xml" Id="Rd9ad125ff13e482d" /><Relationship Type="http://schemas.openxmlformats.org/officeDocument/2006/relationships/slideLayout" Target="/ppt/slideLayouts/slideLayout3.xml" Id="R5e69e22504474274" /><Relationship Type="http://schemas.openxmlformats.org/officeDocument/2006/relationships/slideLayout" Target="/ppt/slideLayouts/slideLayout4.xml" Id="R5db6dedfd5804fdd" /><Relationship Type="http://schemas.openxmlformats.org/officeDocument/2006/relationships/slideLayout" Target="/ppt/slideLayouts/slideLayout5.xml" Id="R2570a4aeaa6f46c6" /><Relationship Type="http://schemas.openxmlformats.org/officeDocument/2006/relationships/slideLayout" Target="/ppt/slideLayouts/slideLayout6.xml" Id="R2bd77d3f659248a7" /><Relationship Type="http://schemas.openxmlformats.org/officeDocument/2006/relationships/slideLayout" Target="/ppt/slideLayouts/slideLayout7.xml" Id="R7897fddf42f44ce5" /><Relationship Type="http://schemas.openxmlformats.org/officeDocument/2006/relationships/slideLayout" Target="/ppt/slideLayouts/slideLayout8.xml" Id="R69d8fddff4ab4162" /><Relationship Type="http://schemas.openxmlformats.org/officeDocument/2006/relationships/slideLayout" Target="/ppt/slideLayouts/slideLayout9.xml" Id="R9367ded77b7245e5" /><Relationship Type="http://schemas.openxmlformats.org/officeDocument/2006/relationships/slideLayout" Target="/ppt/slideLayouts/slideLayout10.xml" Id="Ree2fb563ea84430a" /><Relationship Type="http://schemas.openxmlformats.org/officeDocument/2006/relationships/slideLayout" Target="/ppt/slideLayouts/slideLayout11.xml" Id="R8aefd905594b4428" /><Relationship Type="http://schemas.openxmlformats.org/officeDocument/2006/relationships/slideLayout" Target="/ppt/slideLayouts/slideLayout12.xml" Id="R8a2e22f3a10b4d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d125ff13e482d"/>
    <p:sldLayoutId xmlns:r="http://schemas.openxmlformats.org/officeDocument/2006/relationships" id="2147483650" r:id="R5e69e22504474274"/>
    <p:sldLayoutId xmlns:r="http://schemas.openxmlformats.org/officeDocument/2006/relationships" id="2147483651" r:id="R5db6dedfd5804fdd"/>
    <p:sldLayoutId xmlns:r="http://schemas.openxmlformats.org/officeDocument/2006/relationships" id="2147483652" r:id="R2570a4aeaa6f46c6"/>
    <p:sldLayoutId xmlns:r="http://schemas.openxmlformats.org/officeDocument/2006/relationships" id="2147483653" r:id="R2bd77d3f659248a7"/>
    <p:sldLayoutId xmlns:r="http://schemas.openxmlformats.org/officeDocument/2006/relationships" id="2147483654" r:id="R7897fddf42f44ce5"/>
    <p:sldLayoutId xmlns:r="http://schemas.openxmlformats.org/officeDocument/2006/relationships" id="2147483655" r:id="R69d8fddff4ab4162"/>
    <p:sldLayoutId xmlns:r="http://schemas.openxmlformats.org/officeDocument/2006/relationships" id="2147483656" r:id="R9367ded77b7245e5"/>
    <p:sldLayoutId xmlns:r="http://schemas.openxmlformats.org/officeDocument/2006/relationships" id="2147483657" r:id="Ree2fb563ea84430a"/>
    <p:sldLayoutId xmlns:r="http://schemas.openxmlformats.org/officeDocument/2006/relationships" id="2147483658" r:id="R8aefd905594b4428"/>
    <p:sldLayoutId xmlns:r="http://schemas.openxmlformats.org/officeDocument/2006/relationships" id="2147483659" r:id="R8a2e22f3a10b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3875e8689d416f" /><Relationship Type="http://schemas.openxmlformats.org/officeDocument/2006/relationships/image" Target="/ppt/media/image.png" Id="Rdc8d9b649f8f493b" /><Relationship Type="http://schemas.openxmlformats.org/officeDocument/2006/relationships/image" Target="/ppt/media/image2.png" Id="R2a10e372cf0c4f2c" /><Relationship Type="http://schemas.openxmlformats.org/officeDocument/2006/relationships/notesSlide" Target="/ppt/notesSlides/notesSlide1.xml" Id="R8c07f21c37ed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ec7625c364e57" /><Relationship Type="http://schemas.openxmlformats.org/officeDocument/2006/relationships/image" Target="/ppt/media/image2.png" Id="Rf208de00c80746e5" /><Relationship Type="http://schemas.openxmlformats.org/officeDocument/2006/relationships/notesSlide" Target="/ppt/notesSlides/notesSlide2.xml" Id="R9ae11cdfce2c4b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e208bca6b94118" /><Relationship Type="http://schemas.openxmlformats.org/officeDocument/2006/relationships/image" Target="/ppt/media/image2.png" Id="R48e1926942ed4fbd" /><Relationship Type="http://schemas.openxmlformats.org/officeDocument/2006/relationships/notesSlide" Target="/ppt/notesSlides/notesSlide3.xml" Id="R6ddc4d0e51d04f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801df78423432e" /><Relationship Type="http://schemas.openxmlformats.org/officeDocument/2006/relationships/image" Target="/ppt/media/image3.png" Id="R67bd09e3a43341eb" /><Relationship Type="http://schemas.openxmlformats.org/officeDocument/2006/relationships/notesSlide" Target="/ppt/notesSlides/notesSlide4.xml" Id="R48f694a0728f4a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fb315d97944320" /><Relationship Type="http://schemas.openxmlformats.org/officeDocument/2006/relationships/image" Target="/ppt/media/image3.png" Id="R81da80c81bb14de4" /><Relationship Type="http://schemas.openxmlformats.org/officeDocument/2006/relationships/notesSlide" Target="/ppt/notesSlides/notesSlide5.xml" Id="R98f9b4c7de02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359d8bb03114242" /><Relationship Type="http://schemas.openxmlformats.org/officeDocument/2006/relationships/image" Target="/ppt/media/image2.png" Id="Ra439acbee01d469e" /><Relationship Type="http://schemas.openxmlformats.org/officeDocument/2006/relationships/notesSlide" Target="/ppt/notesSlides/notesSlide6.xml" Id="R536c370cbcff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98a292b5634633" /><Relationship Type="http://schemas.openxmlformats.org/officeDocument/2006/relationships/image" Target="/ppt/media/image3.png" Id="Re7e411a521514866" /><Relationship Type="http://schemas.openxmlformats.org/officeDocument/2006/relationships/notesSlide" Target="/ppt/notesSlides/notesSlide7.xml" Id="R1b1ee4654e8544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f562fc0cf44e34" /><Relationship Type="http://schemas.openxmlformats.org/officeDocument/2006/relationships/image" Target="/ppt/media/image3.png" Id="R60d7ba73891d4f28" /><Relationship Type="http://schemas.openxmlformats.org/officeDocument/2006/relationships/notesSlide" Target="/ppt/notesSlides/notesSlide8.xml" Id="R1338086b520949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7a221f920c454b" /><Relationship Type="http://schemas.openxmlformats.org/officeDocument/2006/relationships/image" Target="/ppt/media/image3.png" Id="Ra860f604ca45400e" /><Relationship Type="http://schemas.openxmlformats.org/officeDocument/2006/relationships/notesSlide" Target="/ppt/notesSlides/notesSlide9.xml" Id="R67e2302a941d47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bd95777212e49e3" /><Relationship Type="http://schemas.openxmlformats.org/officeDocument/2006/relationships/image" Target="/ppt/media/image2.png" Id="R420efd77b3e044bc" /><Relationship Type="http://schemas.openxmlformats.org/officeDocument/2006/relationships/notesSlide" Target="/ppt/notesSlides/notesSlide10.xml" Id="R4970b7b27da6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ae01a570e64732" /><Relationship Type="http://schemas.openxmlformats.org/officeDocument/2006/relationships/image" Target="/ppt/media/image3.png" Id="Rd696eb1d4d5e4868" /><Relationship Type="http://schemas.openxmlformats.org/officeDocument/2006/relationships/notesSlide" Target="/ppt/notesSlides/notesSlide11.xml" Id="R300f507729fc41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890da190164216" /><Relationship Type="http://schemas.openxmlformats.org/officeDocument/2006/relationships/image" Target="/ppt/media/image3.png" Id="R9343a87ab510412c" /><Relationship Type="http://schemas.openxmlformats.org/officeDocument/2006/relationships/notesSlide" Target="/ppt/notesSlides/notesSlide12.xml" Id="Rf64723279f4a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630995670b4d70" /><Relationship Type="http://schemas.openxmlformats.org/officeDocument/2006/relationships/image" Target="/ppt/media/image3.png" Id="R71947a118c824d8a" /><Relationship Type="http://schemas.openxmlformats.org/officeDocument/2006/relationships/notesSlide" Target="/ppt/notesSlides/notesSlide13.xml" Id="R589ba93f44b640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689448811148ac" /><Relationship Type="http://schemas.openxmlformats.org/officeDocument/2006/relationships/image" Target="/ppt/media/image3.png" Id="Rcc608faa4e2e4b58" /><Relationship Type="http://schemas.openxmlformats.org/officeDocument/2006/relationships/notesSlide" Target="/ppt/notesSlides/notesSlide14.xml" Id="Ra98f8d1cf7ed40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0f65760c4a4630" /><Relationship Type="http://schemas.openxmlformats.org/officeDocument/2006/relationships/image" Target="/ppt/media/image3.png" Id="R5884a27be50a432b" /><Relationship Type="http://schemas.openxmlformats.org/officeDocument/2006/relationships/notesSlide" Target="/ppt/notesSlides/notesSlide15.xml" Id="Rdbb10f710f074e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5e5b9562a643fb" /><Relationship Type="http://schemas.openxmlformats.org/officeDocument/2006/relationships/image" Target="/ppt/media/image3.png" Id="R01fae9dd4cf045e1" /><Relationship Type="http://schemas.openxmlformats.org/officeDocument/2006/relationships/notesSlide" Target="/ppt/notesSlides/notesSlide16.xml" Id="R9e421227619b48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5d3e980b88413f" /><Relationship Type="http://schemas.openxmlformats.org/officeDocument/2006/relationships/image" Target="/ppt/media/image3.png" Id="R4adb15d9e4514ce6" /><Relationship Type="http://schemas.openxmlformats.org/officeDocument/2006/relationships/notesSlide" Target="/ppt/notesSlides/notesSlide17.xml" Id="R4ae40baeab3e43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8294198aee4485" /><Relationship Type="http://schemas.openxmlformats.org/officeDocument/2006/relationships/image" Target="/ppt/media/image3.png" Id="Rbdd7da1f9e334155" /><Relationship Type="http://schemas.openxmlformats.org/officeDocument/2006/relationships/notesSlide" Target="/ppt/notesSlides/notesSlide18.xml" Id="R1a25bdb639494e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f7608b26154aa7" /><Relationship Type="http://schemas.openxmlformats.org/officeDocument/2006/relationships/image" Target="/ppt/media/image3.png" Id="Rbc5f3ba2099046b6" /><Relationship Type="http://schemas.openxmlformats.org/officeDocument/2006/relationships/notesSlide" Target="/ppt/notesSlides/notesSlide19.xml" Id="R65935050755e4d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7322691b94442e9" /><Relationship Type="http://schemas.openxmlformats.org/officeDocument/2006/relationships/image" Target="/ppt/media/image3.png" Id="R7ed6fa1e69954b40" /><Relationship Type="http://schemas.openxmlformats.org/officeDocument/2006/relationships/notesSlide" Target="/ppt/notesSlides/notesSlide20.xml" Id="R28c7d2d1a3a74d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822b98247d94d3b" /><Relationship Type="http://schemas.openxmlformats.org/officeDocument/2006/relationships/image" Target="/ppt/media/image3.png" Id="R6a435bef153a4ada" /><Relationship Type="http://schemas.openxmlformats.org/officeDocument/2006/relationships/notesSlide" Target="/ppt/notesSlides/notesSlide21.xml" Id="R51363935085e4b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b1d4e25fe94786" /><Relationship Type="http://schemas.openxmlformats.org/officeDocument/2006/relationships/image" Target="/ppt/media/image3.png" Id="R935b7f1ef8f1492a" /><Relationship Type="http://schemas.openxmlformats.org/officeDocument/2006/relationships/notesSlide" Target="/ppt/notesSlides/notesSlide22.xml" Id="R5f5762fab80b4c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d840750d29421b" /><Relationship Type="http://schemas.openxmlformats.org/officeDocument/2006/relationships/image" Target="/ppt/media/image3.png" Id="Raa869f3860b44c66" /><Relationship Type="http://schemas.openxmlformats.org/officeDocument/2006/relationships/notesSlide" Target="/ppt/notesSlides/notesSlide23.xml" Id="Rb52334732ff446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208e04ff6394f17" /><Relationship Type="http://schemas.openxmlformats.org/officeDocument/2006/relationships/image" Target="/ppt/media/image3.png" Id="Rd5b54bcd2ec0401e" /><Relationship Type="http://schemas.openxmlformats.org/officeDocument/2006/relationships/notesSlide" Target="/ppt/notesSlides/notesSlide24.xml" Id="R5fe01741ca124a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45dcf4d5dc4d81" /><Relationship Type="http://schemas.openxmlformats.org/officeDocument/2006/relationships/image" Target="/ppt/media/image2.png" Id="Ra289bd89965e42c0" /><Relationship Type="http://schemas.openxmlformats.org/officeDocument/2006/relationships/notesSlide" Target="/ppt/notesSlides/notesSlide25.xml" Id="R9fd880e3df2a47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72f70e1545446de" /><Relationship Type="http://schemas.openxmlformats.org/officeDocument/2006/relationships/image" Target="/ppt/media/image3.png" Id="Re2188fbabe034dac" /><Relationship Type="http://schemas.openxmlformats.org/officeDocument/2006/relationships/notesSlide" Target="/ppt/notesSlides/notesSlide26.xml" Id="Rb4134b07ccb449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3fef5106294371" /><Relationship Type="http://schemas.openxmlformats.org/officeDocument/2006/relationships/image" Target="/ppt/media/image3.png" Id="R19fe7c6e661c447a" /><Relationship Type="http://schemas.openxmlformats.org/officeDocument/2006/relationships/notesSlide" Target="/ppt/notesSlides/notesSlide27.xml" Id="Rcdf0dd2ae2b443f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1e690c9e104029" /><Relationship Type="http://schemas.openxmlformats.org/officeDocument/2006/relationships/image" Target="/ppt/media/image3.png" Id="R773fe1dd2d744825" /><Relationship Type="http://schemas.openxmlformats.org/officeDocument/2006/relationships/notesSlide" Target="/ppt/notesSlides/notesSlide28.xml" Id="R08fca7ab83a546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67fcaddcaf48e3" /><Relationship Type="http://schemas.openxmlformats.org/officeDocument/2006/relationships/image" Target="/ppt/media/image2.png" Id="R3ca313adf8584fe3" /><Relationship Type="http://schemas.openxmlformats.org/officeDocument/2006/relationships/notesSlide" Target="/ppt/notesSlides/notesSlide29.xml" Id="Rbbf0c26e276d43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d9b649f8f493b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0e372cf0c4f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8de00c80746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1926942ed4f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d09e3a43341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7BD108-C965-49DB-9B65-5AC2D3F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B54DB6-701C-4267-A681-1E7D9AB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5EF36F-6EFA-4179-921D-3B7CE3CC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0EB066-8E39-4E44-9373-6F6D4DD7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3F7B5C-7F87-47E0-AE55-81EB4F1F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6966D5-C1D8-4E6F-BA19-A174EE1C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6EB491-1389-4612-B168-71AAF1C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F10D43-67BE-4E1B-B418-86F5D19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D85C62-89DD-43FA-BEC5-E4838B3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43880C-3D79-4D2B-A17D-2EBD1918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3B3486-DEF4-46BD-B0EE-7859977E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CD171D-6B6A-49F4-8592-A9A83B44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6FDA1D-65DE-4EAB-8A87-D363165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B7FA43-3471-421C-9AC3-65B64EB8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BB77AC-7212-4FE5-B70C-09C989DE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1DE2FD-99A8-4913-9729-3A3E876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a80c81bb14d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DC9AD7-A60A-4336-A77E-CC5D47FA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6F8C8B-81BA-4257-9DB5-480598D9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8439F0-C433-4041-BEDA-DE53113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BC958E-C6BE-4DC8-B48E-75549B7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954E9A-CCDD-4057-A5B2-47BB33CD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EB85F3-48C7-4163-9AC5-95A112E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579981-7D56-4C60-8BCF-AC7F438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FD5EB8-084E-4D39-BE94-1D7CF810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DE7722-4665-42AA-8740-94EF023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B27D46-3EC1-4FEA-98BD-D878F66E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610970-AAA2-4BE2-A70B-1D7B3E2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E33005-B624-4792-B9DA-D48141A0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DDD828-2330-4364-878F-0C06DEF1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FD8DCB-9527-4CE2-921D-AD8A4928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BC1322-C7D5-4325-88C8-65201F6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7CD718-441A-453D-82A6-F31D3F09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B457E6-BB41-46ED-9D5D-42FDCD60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579554-2707-411C-B3DF-A65F30C2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433E10-ACDE-40DF-BCB9-CE3DEE61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599969-7A48-4E9B-BBB8-18FB22AB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FCDCF9-CB92-4F73-80A0-3E59C85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EB2740-64E1-4F82-9E6D-05043ADB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B76E347-C30D-481F-8D4A-A78F8C96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46E43C-793A-428E-92DC-E4EEA26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C7F941-999A-4A99-AA64-83A62B17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2F535A-F951-4E9D-8E30-2CCC7C6A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9acbee01d46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411a521514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90075C-BF83-4E89-A398-81A758A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A5B156-2D5E-429B-895F-E2A53B9B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E3A74C-07A9-4DB4-8648-FDC9C95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64A05D-3F1F-4D03-AF00-BB52E20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9116AF-210F-4BC6-B4D7-C143337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DC9918-FE6F-4B0E-B2E2-658702BB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FBDE4F-5892-4673-AE05-664AB0D5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ACB535-F7FF-4C7D-9339-A3EF3C4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4F684C-5310-4F7E-A2DC-6632139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295E61-D1D1-47C6-B4E8-20FE512C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BD195E-22DF-4646-9008-F0238AA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D30114-2B0E-4B75-A25F-8D43238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3B54A7-EAA6-46F4-9D4E-E0717FA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B4B5B8-CC1C-4A74-8384-4F33B222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C02836-2116-4D80-8FB3-204FD1E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25B5733-4E6C-40E3-A788-7CCB3FB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02448A-DBD2-4F6E-936D-5976738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C7723B-E929-4969-8A7B-39FA5601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85B085-15B7-4B16-8F8C-3671593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2A946C-115C-41B1-9EEA-7861574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84ED4C-D6E9-4D2B-99F7-E1913A7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BEFCEB-04EE-4FBE-9A7F-9E43120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467337-3F2B-4BD6-80D4-7AC8419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31D041-3C87-486F-B291-3EAC6E52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C5173D-0D09-48F4-888A-717E57FE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84E948-96CD-4C28-96FB-17E01C6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3664D9-CABA-4E48-B2A3-0B678C6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85AD06-55A0-42A7-A0DD-CE20370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7A7878-9518-483E-97B6-2407955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CB1A99-EA70-4DE2-A96C-CF12CBB8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B59869-2425-4923-B51D-CD65D11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843DA7-8919-482B-AACF-A9B480E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E00540-B226-4076-A338-6BB4944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37548C-BD2D-4055-8DBD-0B09F34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A23DA0-E1E6-4A10-93D4-A022B679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F3DBF2-D1D9-4504-8C35-280B2CFC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04790CA-1CC1-4CA3-A35A-210CE8D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456DC5-B6B1-4C4D-8381-C10C1776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76A81B-41DF-426B-BD20-A6727676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BFE597-68C3-4771-9134-5F8F07D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1FBE0B-B035-403C-9C72-6649E6A5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F099A72-5D10-47AD-8AB2-BBA9A68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094621-595A-4500-9C48-C9076AA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A854A7A-83F1-4163-A121-665B6D37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7059EA1-D24A-49ED-8B1C-B410082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A9B9C3-C831-48F2-AA1A-EB71099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374388-39BA-4591-9454-B0B5B1F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7ba73891d4f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9022F08-7A17-4818-96ED-35B150D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004255F-0373-467C-836B-DFC020B4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17C80F7-21CC-42A3-BF06-DF21CDE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C298917-3AE1-4AF8-A189-09E7D87F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FDFCFEF-8E26-444A-982C-238F3A3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3579BF5-86B9-49AF-90D6-9793EED5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7BA3E2A-2EBF-4690-9B4E-F7F06A0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30E5810-65F7-48B4-B444-5D897FE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59BA099-A502-4E7C-AB3D-45EE6EED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93C33E-FE89-4439-ABFB-2BAE251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2E628EB-D80E-407A-B705-FFD7829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FFC579D-4E3E-4CE4-B31A-25D70351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8FB28F6-6A28-4089-B594-E79FE65D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947F9E2-ADCE-4E5A-A250-7B67B96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72786FA-03E5-4A13-B0D7-C35790E5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182B00D-7A55-4548-A674-8F1A195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71A8479-B1BD-4EF1-90B8-DD18681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57AA293-B92A-4C2C-97D0-C7E2FD71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7ED6459-C5BC-4FB7-AE67-22BBB2A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8F0A76E-E147-4CE0-AD3F-3E1769D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2508F34-1D31-479D-B369-84C61CD9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368EE0A-F65D-475C-8AD0-515BAB5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DC8B2C3-D869-4AAD-9141-F716DDD5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DFA7BF7-1457-491D-9318-0720EF9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0f604ca4540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59E88F-BCA4-485A-82F3-D1A68643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D942BB-6C73-4C50-A3FD-DF0AF7E0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A5716E-9A07-46D0-8BC6-FE649FE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2C0E1ED-18C0-4468-B17D-5999665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D67733-441C-4151-8637-BB73A6EB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21046B-17B4-4067-A0CF-0F50167C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75A6404-5298-4829-B565-8A1C6E4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604254-9CCF-4201-B90C-533A1562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2F6C257-C0FD-40C9-8EFD-CFFC1277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7FB71CE-9E60-4A8B-BED0-A3B7032E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5DB900-3019-476A-949B-59E781B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B4D66FB-AA25-40D7-8532-C043B73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D87D07D-7BF9-4185-801F-57D1253C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A5137C3-1B4B-457B-BBC2-96AFCD4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B792FD-D18B-4C53-BADA-2C8B001C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4E16C3-032B-40FB-8668-AB51483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EA82922-F8D9-4D01-8641-574C335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A4D14A5-44E1-437E-AE26-498349C2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efd77b3e0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eb1d4d5e48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2AB89EB-439C-4CD1-A259-27F147FB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E02B4C-2297-4C9B-92BA-D913AF3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515022D-DAF0-4E00-9271-6A98AF0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D9F143-27EE-4C87-A6DE-900E7B8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668807-64ED-46F5-8AAC-BB340A8A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0BEF53-F991-421E-A117-424CC7E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6D3B63-EF1D-44B9-A149-EBB505B8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E30A63-9667-44CE-9631-5C7EC642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CA6ED0-520C-45B9-BC2E-3901C71F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37EA3A-2659-4C14-BBB6-2908B7F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3F68EE-1C1A-4B6A-B7F0-151E1078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334F8C9-81AD-4E4F-BE92-E7551717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C7AFDC-5F3B-4DBA-BEFD-CF92D809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BE228ED-DA5C-4A97-93AC-BFA3386B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418AB74-04E3-4EA9-93F0-EC4017FD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DD61005-21BF-4F30-A0FB-C86BE4BB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a87ab510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3DB769-F797-4DD6-9639-8AC011A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314122D-FFCD-49D2-B620-6DE818C9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F771C5-90E2-4D89-9FC4-DE695025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1C9A50-6569-4CB5-B9BF-C41016A0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CD24EB8-2CC1-4960-91CD-38130F1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11A5314-A248-41D0-B72F-BB855222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931171-F49D-473C-9803-84E07D2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5E7A0A7-F8E7-40FC-BCEF-A97923FC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648777-7158-4C67-B656-C0C9A2E9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F80633E-B81F-4617-AD8B-4B1BCDE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E3BCD40-9A6A-4165-B95F-051E008B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EE499A-A582-4807-92C1-83F30CEF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BED4448-068D-4D74-ABC6-E3CBA03D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6011A66-CEBE-49C7-A0AD-7CA4045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FDB4BBF-C0AB-4A29-B6AD-65BB6683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AFE71F-98A2-4AD2-A294-D0BDEF7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1723A6-0AF4-4C85-BCD6-AC54FD1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BADEDD5-2FF6-403B-8F8E-0FCEAE3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127E2EE-7D2E-4519-8CA5-829582B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CAB0EB6-4881-443D-B898-52EC15A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E1F27B7-2F91-4FC2-B237-88A98160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8F2ABB-8E2C-45EA-93AC-78779FA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92CAC44-A904-4A6E-B18E-D2E08995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C9BEBB9-8308-401C-8327-EB3BDED6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734A94A-0E7C-495F-A0E2-E6D9C268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F9C44C-42A2-475E-9C4B-3F7EC19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F28271B-0F15-4A36-A6AE-A615F60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2208A61-C8BA-4ACA-842C-510CF5B6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AB474D-26F8-49C2-951B-DA05246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E6BAC1-4E55-480D-8624-AFA30441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C5EF120-E51F-4F88-B14E-71F49C9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F9C5B0-9F92-4595-850F-294D0FC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59ADB0A-6CBD-4D59-B02D-9AE6795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9AFEB96-0A7E-42F4-8B49-6DFDA22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FC587C4-FF4F-4F83-BE8F-6426B67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7a118c82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B0416A-1931-45C8-ADDE-90F335D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D54CDA-67FD-4725-9BE5-EF7AEE2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F75BB12-B0D2-4AFC-9662-40BAC1A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BC90CD-A993-4DB9-AB32-36B8FD0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47D525-5A61-4974-B1E0-C7FD7160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88CD2D-FDEC-4AD8-9890-39DE18FB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C97C58-705C-4FE9-A99A-DBC9C671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8BC7F3-30F8-4AF3-9D8E-444C748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0FE692F-D8EA-4B97-8F5C-7500337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C8CA4AB-15A7-4AB3-9D98-FBF7072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971C72-951F-4F0B-9DAD-AF9FC5D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03DE84F-F80C-4CCD-9F21-4019DA0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51EF258-F082-4E91-958A-6918D2D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A179A9-00E5-4D08-9172-050A6993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4B4B54-40AC-4389-938F-7EA755E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55D33F1-81A8-4F62-AA15-695868B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33616B-6E2C-4D09-85EF-930E3951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1A825F9-7854-4F73-AD0C-DDCDB09B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A8360A-CE2D-4F1C-B825-9FA67FD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E1D0CA-4486-4618-8C2B-D818C95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3F407C-CA98-4922-A0F7-8C4F460F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49E4D0-BAD9-4A26-B40E-8BCBB6C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CB9CC44-6270-4637-95D7-E1EAAA0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4EAC4B3-3FD9-4AEB-A3A3-5C97006F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A458CB-9743-47AF-9AE9-46468147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5CFBE45-277D-42D2-8415-F1A08A7C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0CC50C-F8E3-464E-A499-3336506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04A6798-4B9F-4B9D-8BDB-C095424D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D9538E2-380E-48C3-8E6A-C210773F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149957-CEF0-454F-A3A8-D66151B6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9254982-11C7-4861-9DA7-2A8078D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3A0139-6B8B-46B2-8F2D-385CC23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5D310A-53CF-4F1B-8764-FE8D6493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29FF87-F94A-46B2-9BF9-CF35D9DB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AE378E1-AC61-4846-9ABC-92026E5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9AB121-637A-4CB6-8C89-471C10C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71F8477-9067-4D71-BE55-B3EF35F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A395E17-9AF0-41DF-9A9D-AD555D1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A3AA2A-3638-40D3-8DE0-0743111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82F5E85-0068-4512-83D1-2635EA7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23CC86E-394A-49C5-A87E-5790E0D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A7B878-E0C8-4523-9FD2-AD75BD87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DAF94D4-DD15-4DF9-979F-4D4BFBC5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C128B5E-836C-4F6C-A7D8-DF0E6E6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B35B3B0-A0A6-4026-86D3-F91AF9DA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08faa4e2e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7AF571-05F1-4128-8518-CA8CFFB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1EFF5A-C029-4A62-93F6-AFFCAB29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EADFE2-6E5A-4D51-86C0-710A2BF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F9779FF-11B3-4187-BCF9-AA228DFF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BC8381A-6AB7-4019-A80B-5482C73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C3A39B-74BA-440A-8553-6B87A35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D7608D7-CFBD-4F35-930D-279C23F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5158E6-6E85-4985-BB65-819FAAA3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AE2604-DB0C-46FF-AADB-D4FD0C81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466F02-AFF8-418B-968E-5ADEA61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B1F4EE-ACB9-4F6E-BDA3-EC72B1FE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CBB8B0-2F8F-4FDC-BFEA-97F701E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6DEF1F4-53D8-4136-8C8D-C7FCFDF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97221F-E795-4E65-A086-1FA6775D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5D386B-49A0-429B-A503-8F541E3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D5696D-8574-4E1F-B370-BE795EDF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152B89-E6C6-413D-8B1A-BFEDB6C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9762CD9-C378-4F42-8968-BFDAE028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FD4A247-4A7E-4C23-A95E-528667C8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FC6A9A-FA28-48CE-B10A-86C50499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28C64AC-576E-4868-B5D7-F8C7C08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8F145E-067B-4AD6-B4BB-01C8AF4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D5E225C-C298-4135-A4E3-78FFB44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856E8A8-C3B4-4A1F-94B0-4C174042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FCDF731-42DE-45B5-A041-DB19A15D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422980-E175-4CF2-BE2C-59851BE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C6919E3-2AEF-4098-8416-0953601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F54CF72-D185-4401-BE20-832FB06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60939BB-B17B-4EAB-BE25-8A08370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8F8850-3FC5-4F43-A7E7-A97FD45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BBC8EE7-C97B-4468-90FE-B61C806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A08E73D-8F45-4F0E-A338-9E0D8944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5D89323-A386-4A33-9C40-AFFBB4E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EAF3798-37F0-43B0-9A09-A4FDACCE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5F08AA5-0977-4984-9C64-46BF65B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C834991-6759-4D7F-A230-5E915768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E7258C5-599A-4E93-8A45-E78805CE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084EFEB-E7AC-4671-9AC1-4D663B9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FC2FC2-66AB-4C80-B5C5-58BCDCB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4B39C3D-F04F-4ED9-9520-C6806D13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BB7A28D-BABC-495D-99EB-1C32478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4a27be50a43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D9582F-4420-4A8A-827E-2B5632B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C1DC9B3-F7A5-4B61-9203-7996F33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FCA519-FFC8-4C98-B298-C07BADEB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541EE09-54C6-4BBB-9A0B-F248EB1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09099D-B8DA-4EEE-9F40-04E762D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36F8F5-7E04-4803-B617-87863D0C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57E9DB-B226-4F42-B36D-FB04798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C5DE60-6E24-4E20-9EC8-570B3789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694A64-E8D5-44EB-A8D5-01C570C9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D0AB8E1-EC73-4FDA-A841-C791140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956F65-30DF-4ECA-B93F-3EBAEE50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CDEE4C-2D5E-44D1-8A3E-49F5655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1A596A7-EE96-4C08-A71A-1137931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4351D7-1A4F-4D55-B579-D043C3EF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D7DD8B-1CA9-4631-9C38-79ED6263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F8579E4-36F9-4363-AB2E-22B4396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DF6E3F-B7F4-4307-90D8-FDC833D0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3953AEE-2FBE-4C2A-9F48-BDA4D6B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9EDDAB-0623-493D-A97E-2347F246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7B17BDE-B61A-4EF5-8403-C9DB05F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1F4B40-E3C0-4778-B7EE-2D27277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4BE2FEE-1B2E-4017-866E-02A67D3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6052DAE-CF54-47B7-B863-3A1D9FC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9929D2-D310-481C-843E-2FEF9F46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7930B2-B2FE-458C-AD92-51BEC73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6D5E723-D952-4935-AE9F-35CC0C8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21E1D3D-52E4-4872-9675-4616CCD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FD81FD-78EF-4460-88FB-8811129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1F19A8-2861-4E70-A4F1-81882E7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19152E-17B5-44A0-A544-AF2E746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ae9dd4cf045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2FC762-C4E7-4310-B311-CE5E392F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1763EB-5341-4D36-8155-0796FB2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2038AD1-F79A-489D-952D-6BA6ADB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BE3ECF7-8560-4292-AB65-EB4A9C8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82F21B-7BB6-46C2-A54B-AC9641A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20F28C-F18C-4281-8585-A95189B4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66396D4-156B-4BE4-A4FF-7A278F0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2A16B4-B983-4E0B-9030-D5FE19E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E1FF5C-3E44-435B-A9B6-9247412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AD079C-84FC-44E7-8EDE-48614F2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AC7E13-6910-4FFE-A889-D53EA52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43276F2-3070-461D-B5AB-C635F73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C03522B-96B6-47F4-8274-6255F5B1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F46DEF-AD95-44F1-9305-4BDA65CE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3B19DB-6628-4B1B-829B-12B3BF8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87EA06F-888E-4893-B67D-F30BC37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F50E1C9-48E0-4790-A510-CD3ED2D4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1E649BD-55B1-46D5-96DB-9B3404F9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18E7299-9E02-47A1-95C5-E1CE62C4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A569CD4-C84F-4585-A34C-BDE4B93C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1E59CD-3A8A-4A31-9A32-81DB40C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BDC8F62-681F-437E-963E-43DC6AE3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432523-F579-4B88-8F6D-1E0FECF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9DE2230-D42F-4E29-A9C9-D1EBA65D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4EEE5AC-3832-49DE-8312-AA3F561D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4CE1070-195A-4AB2-B096-A822823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292B0A5-8F31-4B6E-A084-97921DA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1829654-4E40-4C8B-9D3F-0F15D12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DB01A2D-50C1-408C-91F7-D17093BD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A8114E6-6714-4AFE-9A2D-5FE677FA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A808235-A193-49B1-9D65-F139062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4FD6F2A-72AE-4C15-AFE5-A310C478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FC57129-4365-4A8C-9BC0-E2145DC7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86304CA-C12F-42F2-93C7-F0B1676B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B29485F-AC1A-4798-BB60-4A508443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97652EC-8491-4D45-B448-3E4FB585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669C583-18C4-4E42-A06A-BF6D423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9DBB2FF-DD90-4E58-B44A-99448023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15d9e451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76D1AD-BA62-43E0-B39F-FAAE0190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2C3A84-9F86-49D5-82BC-5B20E9B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C5D47DC-C042-4420-8B67-06BA0A93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7175B8-1A44-417D-96D9-FA85AC4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FB8A41-1A25-4466-93E7-2786D1E5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5659B0-4536-4A7A-8456-34C87194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92F78F-8BF3-4AB9-97FA-B758A26F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DFB80A-1A6F-4D54-B9A7-F672921E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63662BE-BEDB-4340-8E64-1F4C38B1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61636DF-248F-4E26-AB25-7E190E44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565B3E6-CE52-473D-8810-7705BCC2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6AE000C-6B06-4F58-96A3-C1C60024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0DD0C8E-A8D4-416D-86E4-F59A49F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DE217EA-E012-4535-8338-E6F04FB5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166ADDD-C5C4-45C5-B262-CCC710D1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E1AF4B5-4124-411C-ADEB-51E809F1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33ACE1-6127-4276-BE01-9142D964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545845A-14F4-4E2F-A005-75626AC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7169D2-F945-4DE9-8721-9A1624F9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0BE9B3-0087-4282-998C-734226EA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91E9DEF-3F5C-4F48-9F36-0772A67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FD0D824-405B-4606-B02F-69A43D3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FF52E47-78F9-4EE4-B069-EA173CFB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AA31D64-C6AD-4F28-BBB9-293F24B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E15D6AE-D76E-4BA4-B0FA-3096AB92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B3EEE5A-5D3D-4DCB-901A-98ACCC82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AF5EFA4-092B-4FCC-BE27-0A08206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14FC983-4074-48B4-9B17-391A59A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0A8D25C-B81E-47F7-9E77-03ABA0F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5EDDF17-B0A3-4ACC-ACA8-AC24B146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D03812-E5A7-4040-AB53-E64343F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090DDCD-5685-4E42-A565-FAA09E3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23978B8-1415-4F62-95EF-3F50D256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E4074D2-07B3-4092-ADC8-75BD8715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E2D40A-516F-49C3-BA38-8BD10DB0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FF15E56-800F-412D-8EFB-21C077DC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08A6AAE-2FBE-4C73-8EF2-8D958ACA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C173629-DF2F-43DA-BC8D-9F1D48B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5D1A4D-BF11-4428-AF3B-EFB992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7da1f9e33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01F9D9-25E8-4813-BBFC-A7F3BDB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6A7314C-1D57-4036-8A64-1618DC1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858AE8A-C6B4-46DF-AE88-36F889D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A309DD-9BC9-4B6C-8617-E5B01C45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60451E7-56EF-499C-9563-723B322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882AC6-7829-4578-A82B-348C6FA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A6C34B-BDA7-4174-B9BA-9996419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7B626D0-893F-4C69-B096-D4909C46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0A42650-8C5A-421C-9133-5D5C923C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1D2428-98E0-40BA-8BE0-519E1A33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6D863E7-FE3D-4821-993A-B9E0C5B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5549D6-508D-47DA-A9BD-5828C8B9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CF03D4-3832-400D-94E7-A71DA7AB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A1DC34-DD55-45F7-BC62-73864A77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7283484-A8C2-4930-8985-6D5CEE9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7C1DFA8-FC35-4003-94C8-E3294741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5224A6-F8B2-4E96-9F39-2A009D57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C380A41-0ACB-40E8-A97D-4B5DD2FA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3ba20990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913BCB-CEB6-4DB4-BE1A-51EDE271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9253C3A-4195-467B-B161-69A6897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8CFBDC2-5D5F-4618-8AAF-1521C2D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DE7BD9-E00C-4466-A2DA-48FFBFE0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193F7E-E4E7-42ED-8A6E-1163AA17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C86F20-D0B2-41C6-B970-073E6541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594346-6D4C-4FB7-A77D-9BD9DC2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5C1D27-F140-43BD-86BD-A7EF931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256D7C-5673-45C9-8144-713B908A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7D678D-D3E8-42B3-93E8-823C456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268B6EA-6AD0-4A7E-A84D-52E3DDF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06E514-F772-4392-AC5B-6E7C1403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7E78B2-C1C3-4FAE-93E8-8682CD8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FB24404-913D-4134-B1E2-B9B28CB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86255B-3F0A-4181-BF91-A0C7322B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AD47012-0106-42A1-BC57-9FBE2CE2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6fa1e69954b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B1C86E-4963-4796-8821-6FA5EDB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9B3D912-5F2D-4BBF-AF3D-CDF8B84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A9AB0E-2E80-45B3-8169-DBFF141E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63A5E6C-A853-4218-A4F0-29355485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442CF5-5B5F-4F37-B0AE-3AF05E8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2EDC4F-7270-47D8-B042-C0C8EAB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C16EBF-C722-4D0B-9D68-BE93CE12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6CFC0C-6482-4496-A1CF-FAC24D3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4BB9F04-EDEE-4CE2-A760-7C9E8C9A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C12E45-1815-43F0-AD5F-1177B13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73FC08-249C-46F1-A60A-A4BA5B0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3E9ED7-CB8C-4197-8D38-F156688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1BD2F90-E9E0-4BF9-A078-26AB2AA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B7D0B1-C281-4749-98EF-B4F1F695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13CE39C-49B5-4FD7-8C4C-F550A01F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7678955-2889-4665-B932-AA91B71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15A5F3-EF6D-4B82-BBB5-B7D38B4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E845B0-DC9E-4D36-B9EC-8142E7F6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25857B-6F85-488F-8CE4-CDF8FD3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D21B30F-EDA6-49A8-BD76-B383B9B1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C984BD3-74EF-4E78-A077-B5AC513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325831C-6F81-46AB-ACEE-D8A8371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35bef153a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063A413-491A-4200-982D-DF2ADC5A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5CC167-56D1-451D-A5CD-CDD64092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0B136D-0127-413B-8A3D-9A4FD32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E8C63A4-D33B-448E-9E15-74C1F3B1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B01415A-6284-4D0F-88FB-5DBF7AA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9343A7-A7B0-4DBC-9E8E-F7BE30C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09F710B-E390-454A-BDBC-B9F63E0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78F6785-D109-4002-A687-2B0A3BB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238A7E-7846-4770-AD32-489D0E8D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B10416-BD86-4DCE-9118-311B34E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62FDFC-09F5-446D-A44B-9528AA4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51EA97-3AA0-4185-A402-6479EABC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7AE482-CC34-4B29-A22A-9834901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9B729A-4C32-4976-8FFE-DB16957F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763B4A4-8982-429D-9102-B96AB062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BF86246-61F0-4558-A539-6049CDD6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E8B9A12-E4AF-44F8-8227-3FB406DF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901F31D-F3E0-4028-8DC2-3FE1D6C3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83C583-2287-45DC-BEB5-F2529657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C3E2CD8-D93A-4228-BC63-43E8F19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F810F83-C758-4071-9C6D-F263B5C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7CABC63-C36D-49EC-9BDF-4CE30454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147D368-A238-4B8B-824E-99E7C83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b7f1ef8f1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973444-770B-4718-8D0F-0374AEE9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C718B1-9273-45D9-B8CB-96600AB2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0585E3-BEAC-4051-A7A0-A75A7E47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FAEA62-580C-41EF-A920-C0498B7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B0EDBAD-3EDB-4950-ABF4-998C6409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A701D7C-4D8C-4181-8FEA-6D9E890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063482-9B93-4EC0-8832-DEF4FF95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B11B8B7-5AFC-470B-B6C1-6042B41C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04F4632-B8A5-434B-996E-08487709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E0A2C7-F2E9-49DA-AE0C-9617338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CEA627-4AF0-419D-AEF6-0D61FF7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C10D54-6AC6-41B6-A567-F18E109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5E878EE-D231-4860-83BC-8D2704D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99332C6-8586-40D2-9EAB-6718454B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7353F8-FDF5-4F30-8B42-10DBB79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BBE6630-1BB9-44D4-BEFF-21F1737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45C8A3-ED0B-485D-816D-3885C9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640394-9BB1-40A7-9C9D-FE33823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430E0D2-BA6C-4C84-9CC5-48DEB3A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51333C7-DDE2-4511-BB49-B3FEBD2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FCDB60-1490-4AFF-85DD-6574FCF8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1006A9F-4C95-4CB6-95AF-7902568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19B234E-88BA-4BF5-B098-780A5BAB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1C53D55-C25D-4E1F-B21D-7D566D3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989D1B-3D42-4069-8F84-748947FD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781AA09-79C1-447E-BB0E-1B8A3CEC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09867A9-4E64-4EE2-A19F-5F687501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648D1CB-F5B2-4E31-B51A-0A6BF46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0568A59-EDA5-430C-837E-208AF958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DCBDA7A-5CC5-4E00-B569-91B8A09A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9493311-FF61-4D24-86F2-08084D37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38AC3D7-73CA-45A2-A717-65574DF3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A1DF140-8EE5-4DE9-82A9-7FFB240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7781EE-6023-4A70-A232-CEBD547C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DD4A79-EB94-4A01-80F4-FA9C6E5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A20EC44-2976-4052-B074-1B60694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45E6B42-F166-466E-9346-4C5BC1B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8BD317D-1FB3-4357-9756-B42FE6AE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ED53BF-916F-405D-904F-4AB5553C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0FB3720-CCB7-4122-84E6-11799D94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ACDBFB1-DF83-4CB1-BA1C-EBD658B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E53E17F-A46B-44A9-8284-E82412D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69f3860b44c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A045B3-5150-4D71-840B-CBD102C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F3DFEF-046F-4E4F-B3BD-8CFB99CD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5E879F-1C94-4B12-A017-C2BE2BFC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4D6B6F-F309-4992-80A7-644DBD65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A7C71D-E123-4802-8C44-33A8126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AC986B2-3537-4E01-82F2-76D40BE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FBE1A09-51B1-4BB7-8AB5-B7A58B2A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C8130C-6CCA-4040-89C0-111E983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2C4819-720D-46F0-80F6-3BBDD46D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5F79192-2F12-4524-ACFD-F38E14E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775F945-8B84-4B23-925E-3BF1D462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24F0BD-6FCA-4286-8FA1-AA1695CE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D5C9224-9C70-49B6-AADA-934C0B2E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96EB6C-A93E-48C8-A81E-4AD048DD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859506A-0260-4C52-9508-A39FDF6F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648C23A-6EBA-4CB6-898C-AA41DC9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6CA111A-9FD6-4C72-8937-7E951B47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CAFD040-D560-4479-81F6-DC8BB4E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E712008-B451-4828-852C-2169148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43BFC27-3769-4CCC-9F6B-2A0D4FF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EBCAFC-A117-48D9-9DDE-1ECD3421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AB399F8-E792-4663-82BA-8996C3B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ED41FDD-D5C0-4262-8897-0171E38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08FC5C-70BF-4B0A-8ED4-63931E1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5F9927-FB4C-4D5A-B26C-161772C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49CA9CF-5386-47E2-8289-32FF083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9976E3-9587-4978-98EC-3F6BB5B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54bcd2ec0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9bd89965e42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8fbabe034d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e7c6e661c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fe1dd2d7448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313adf8584f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2026-05-26T13:30:34.0690000Z</dcterms:created>
  <dcterms:modified xsi:type="dcterms:W3CDTF">2026-05-26T13:30:34.0690000Z</dcterms:modified>
</coreProperties>
</file>