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7b0f5c4a7e4ddd" /><Relationship Type="http://schemas.openxmlformats.org/officeDocument/2006/relationships/extended-properties" Target="/docProps/app.xml" Id="Rbe219d36f3664144" /><Relationship Type="http://schemas.openxmlformats.org/officeDocument/2006/relationships/officeDocument" Target="/ppt/presentation.xml" Id="Rd3b4a4fdb313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27d1fdb47f4d86"/>
  </p:sldMasterIdLst>
  <p:notesMasterIdLst>
    <p:notesMasterId xmlns:r="http://schemas.openxmlformats.org/officeDocument/2006/relationships" r:id="R10f3608162c44b91"/>
  </p:notesMasterIdLst>
  <p:sldIdLst>
    <p:sldId xmlns:r="http://schemas.openxmlformats.org/officeDocument/2006/relationships" id="256" r:id="Rfd7a3b2ec3e84c4e"/>
    <p:sldId xmlns:r="http://schemas.openxmlformats.org/officeDocument/2006/relationships" id="257" r:id="R45888882e9d04933"/>
    <p:sldId xmlns:r="http://schemas.openxmlformats.org/officeDocument/2006/relationships" id="258" r:id="Ra14283b629f64a56"/>
    <p:sldId xmlns:r="http://schemas.openxmlformats.org/officeDocument/2006/relationships" id="259" r:id="R68b296ae3c2947ff"/>
    <p:sldId xmlns:r="http://schemas.openxmlformats.org/officeDocument/2006/relationships" id="260" r:id="R89e87001020246f7"/>
    <p:sldId xmlns:r="http://schemas.openxmlformats.org/officeDocument/2006/relationships" id="261" r:id="R5fd6e4b046c44745"/>
    <p:sldId xmlns:r="http://schemas.openxmlformats.org/officeDocument/2006/relationships" id="262" r:id="R1acdd82e9073482e"/>
    <p:sldId xmlns:r="http://schemas.openxmlformats.org/officeDocument/2006/relationships" id="263" r:id="R5cfd8ba9827c4707"/>
    <p:sldId xmlns:r="http://schemas.openxmlformats.org/officeDocument/2006/relationships" id="264" r:id="R246f33c5e81e4896"/>
    <p:sldId xmlns:r="http://schemas.openxmlformats.org/officeDocument/2006/relationships" id="265" r:id="Re1ae16f82b6845f4"/>
    <p:sldId xmlns:r="http://schemas.openxmlformats.org/officeDocument/2006/relationships" id="266" r:id="R23de5e010b8449ad"/>
    <p:sldId xmlns:r="http://schemas.openxmlformats.org/officeDocument/2006/relationships" id="267" r:id="R2d0706c638df4368"/>
    <p:sldId xmlns:r="http://schemas.openxmlformats.org/officeDocument/2006/relationships" id="268" r:id="Rc9f4447337eb4919"/>
    <p:sldId xmlns:r="http://schemas.openxmlformats.org/officeDocument/2006/relationships" id="269" r:id="Rdc59bc322251478a"/>
    <p:sldId xmlns:r="http://schemas.openxmlformats.org/officeDocument/2006/relationships" id="270" r:id="Rf6b610e517424605"/>
    <p:sldId xmlns:r="http://schemas.openxmlformats.org/officeDocument/2006/relationships" id="271" r:id="Rc8acd96b99ca47de"/>
    <p:sldId xmlns:r="http://schemas.openxmlformats.org/officeDocument/2006/relationships" id="272" r:id="R4cff6203c4c144cc"/>
    <p:sldId xmlns:r="http://schemas.openxmlformats.org/officeDocument/2006/relationships" id="273" r:id="Ra12f073771d94720"/>
    <p:sldId xmlns:r="http://schemas.openxmlformats.org/officeDocument/2006/relationships" id="274" r:id="Rdf615df0e0ed43d5"/>
    <p:sldId xmlns:r="http://schemas.openxmlformats.org/officeDocument/2006/relationships" id="275" r:id="R4cd4425362454dbc"/>
    <p:sldId xmlns:r="http://schemas.openxmlformats.org/officeDocument/2006/relationships" id="276" r:id="Rab706eb1342a47e2"/>
    <p:sldId xmlns:r="http://schemas.openxmlformats.org/officeDocument/2006/relationships" id="277" r:id="R1e2098c8a8e04ea8"/>
    <p:sldId xmlns:r="http://schemas.openxmlformats.org/officeDocument/2006/relationships" id="278" r:id="R1cebaf4a8b2845d9"/>
    <p:sldId xmlns:r="http://schemas.openxmlformats.org/officeDocument/2006/relationships" id="279" r:id="Ra5d30ca52c594511"/>
    <p:sldId xmlns:r="http://schemas.openxmlformats.org/officeDocument/2006/relationships" id="280" r:id="R16f9b42904d94132"/>
    <p:sldId xmlns:r="http://schemas.openxmlformats.org/officeDocument/2006/relationships" id="281" r:id="R199a70d2d2904900"/>
    <p:sldId xmlns:r="http://schemas.openxmlformats.org/officeDocument/2006/relationships" id="282" r:id="R078299ed3ebe4ddc"/>
    <p:sldId xmlns:r="http://schemas.openxmlformats.org/officeDocument/2006/relationships" id="283" r:id="Raaf0261578724093"/>
    <p:sldId xmlns:r="http://schemas.openxmlformats.org/officeDocument/2006/relationships" id="284" r:id="Rbea1325aa9d541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27d1fdb47f4d86" /><Relationship Type="http://schemas.openxmlformats.org/officeDocument/2006/relationships/theme" Target="/ppt/theme/theme1.xml" Id="R65b1f834e37a414a" /><Relationship Type="http://schemas.openxmlformats.org/officeDocument/2006/relationships/notesMaster" Target="/ppt/notesMasters/notesMaster1.xml" Id="R10f3608162c44b91" /><Relationship Type="http://schemas.openxmlformats.org/officeDocument/2006/relationships/presProps" Target="/ppt/presProps.xml" Id="R203e8f89f048474e" /><Relationship Type="http://schemas.openxmlformats.org/officeDocument/2006/relationships/viewProps" Target="/ppt/viewProps.xml" Id="R0cc5b91e4f494fbe" /><Relationship Type="http://schemas.openxmlformats.org/officeDocument/2006/relationships/tableStyles" Target="/ppt/tableStyles.xml" Id="R6a5977d0bffc4710" /><Relationship Type="http://schemas.openxmlformats.org/officeDocument/2006/relationships/slide" Target="/ppt/slides/slide1.xml" Id="Rfd7a3b2ec3e84c4e" /><Relationship Type="http://schemas.openxmlformats.org/officeDocument/2006/relationships/slide" Target="/ppt/slides/slide2.xml" Id="R45888882e9d04933" /><Relationship Type="http://schemas.openxmlformats.org/officeDocument/2006/relationships/slide" Target="/ppt/slides/slide3.xml" Id="Ra14283b629f64a56" /><Relationship Type="http://schemas.openxmlformats.org/officeDocument/2006/relationships/slide" Target="/ppt/slides/slide4.xml" Id="R68b296ae3c2947ff" /><Relationship Type="http://schemas.openxmlformats.org/officeDocument/2006/relationships/slide" Target="/ppt/slides/slide5.xml" Id="R89e87001020246f7" /><Relationship Type="http://schemas.openxmlformats.org/officeDocument/2006/relationships/slide" Target="/ppt/slides/slide6.xml" Id="R5fd6e4b046c44745" /><Relationship Type="http://schemas.openxmlformats.org/officeDocument/2006/relationships/slide" Target="/ppt/slides/slide7.xml" Id="R1acdd82e9073482e" /><Relationship Type="http://schemas.openxmlformats.org/officeDocument/2006/relationships/slide" Target="/ppt/slides/slide8.xml" Id="R5cfd8ba9827c4707" /><Relationship Type="http://schemas.openxmlformats.org/officeDocument/2006/relationships/slide" Target="/ppt/slides/slide9.xml" Id="R246f33c5e81e4896" /><Relationship Type="http://schemas.openxmlformats.org/officeDocument/2006/relationships/slide" Target="/ppt/slides/slide10.xml" Id="Re1ae16f82b6845f4" /><Relationship Type="http://schemas.openxmlformats.org/officeDocument/2006/relationships/slide" Target="/ppt/slides/slide11.xml" Id="R23de5e010b8449ad" /><Relationship Type="http://schemas.openxmlformats.org/officeDocument/2006/relationships/slide" Target="/ppt/slides/slide12.xml" Id="R2d0706c638df4368" /><Relationship Type="http://schemas.openxmlformats.org/officeDocument/2006/relationships/slide" Target="/ppt/slides/slide13.xml" Id="Rc9f4447337eb4919" /><Relationship Type="http://schemas.openxmlformats.org/officeDocument/2006/relationships/slide" Target="/ppt/slides/slide14.xml" Id="Rdc59bc322251478a" /><Relationship Type="http://schemas.openxmlformats.org/officeDocument/2006/relationships/slide" Target="/ppt/slides/slide15.xml" Id="Rf6b610e517424605" /><Relationship Type="http://schemas.openxmlformats.org/officeDocument/2006/relationships/slide" Target="/ppt/slides/slide16.xml" Id="Rc8acd96b99ca47de" /><Relationship Type="http://schemas.openxmlformats.org/officeDocument/2006/relationships/slide" Target="/ppt/slides/slide17.xml" Id="R4cff6203c4c144cc" /><Relationship Type="http://schemas.openxmlformats.org/officeDocument/2006/relationships/slide" Target="/ppt/slides/slide18.xml" Id="Ra12f073771d94720" /><Relationship Type="http://schemas.openxmlformats.org/officeDocument/2006/relationships/slide" Target="/ppt/slides/slide19.xml" Id="Rdf615df0e0ed43d5" /><Relationship Type="http://schemas.openxmlformats.org/officeDocument/2006/relationships/slide" Target="/ppt/slides/slide20.xml" Id="R4cd4425362454dbc" /><Relationship Type="http://schemas.openxmlformats.org/officeDocument/2006/relationships/slide" Target="/ppt/slides/slide21.xml" Id="Rab706eb1342a47e2" /><Relationship Type="http://schemas.openxmlformats.org/officeDocument/2006/relationships/slide" Target="/ppt/slides/slide22.xml" Id="R1e2098c8a8e04ea8" /><Relationship Type="http://schemas.openxmlformats.org/officeDocument/2006/relationships/slide" Target="/ppt/slides/slide23.xml" Id="R1cebaf4a8b2845d9" /><Relationship Type="http://schemas.openxmlformats.org/officeDocument/2006/relationships/slide" Target="/ppt/slides/slide24.xml" Id="Ra5d30ca52c594511" /><Relationship Type="http://schemas.openxmlformats.org/officeDocument/2006/relationships/slide" Target="/ppt/slides/slide25.xml" Id="R16f9b42904d94132" /><Relationship Type="http://schemas.openxmlformats.org/officeDocument/2006/relationships/slide" Target="/ppt/slides/slide26.xml" Id="R199a70d2d2904900" /><Relationship Type="http://schemas.openxmlformats.org/officeDocument/2006/relationships/slide" Target="/ppt/slides/slide27.xml" Id="R078299ed3ebe4ddc" /><Relationship Type="http://schemas.openxmlformats.org/officeDocument/2006/relationships/slide" Target="/ppt/slides/slide28.xml" Id="Raaf0261578724093" /><Relationship Type="http://schemas.openxmlformats.org/officeDocument/2006/relationships/slide" Target="/ppt/slides/slide29.xml" Id="Rbea1325aa9d541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080ed2809e042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eac25c3a2448e4" /><Relationship Type="http://schemas.openxmlformats.org/officeDocument/2006/relationships/notesMaster" Target="/ppt/notesMasters/notesMaster1.xml" Id="R06591abd1cbe49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0613b416ac4c0a" /><Relationship Type="http://schemas.openxmlformats.org/officeDocument/2006/relationships/notesMaster" Target="/ppt/notesMasters/notesMaster1.xml" Id="Rda58fc76bd904b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53e05f1bd34dac" /><Relationship Type="http://schemas.openxmlformats.org/officeDocument/2006/relationships/notesMaster" Target="/ppt/notesMasters/notesMaster1.xml" Id="R92f2155cde1c4a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e35570aa7e43df" /><Relationship Type="http://schemas.openxmlformats.org/officeDocument/2006/relationships/notesMaster" Target="/ppt/notesMasters/notesMaster1.xml" Id="R39dd643f0b8747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5811a269b3462f" /><Relationship Type="http://schemas.openxmlformats.org/officeDocument/2006/relationships/notesMaster" Target="/ppt/notesMasters/notesMaster1.xml" Id="R0cbba3b19f9d4c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42a8a1c5ee4443" /><Relationship Type="http://schemas.openxmlformats.org/officeDocument/2006/relationships/notesMaster" Target="/ppt/notesMasters/notesMaster1.xml" Id="Re698d3ec6a4843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efe859b35d14889" /><Relationship Type="http://schemas.openxmlformats.org/officeDocument/2006/relationships/notesMaster" Target="/ppt/notesMasters/notesMaster1.xml" Id="Rda92f613e7044b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d8c9f01b1340c8" /><Relationship Type="http://schemas.openxmlformats.org/officeDocument/2006/relationships/notesMaster" Target="/ppt/notesMasters/notesMaster1.xml" Id="R9a91f40ecafd48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caa07f3f174d8a" /><Relationship Type="http://schemas.openxmlformats.org/officeDocument/2006/relationships/notesMaster" Target="/ppt/notesMasters/notesMaster1.xml" Id="R1b2dc2357e6e40a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b58a567ea740eb" /><Relationship Type="http://schemas.openxmlformats.org/officeDocument/2006/relationships/notesMaster" Target="/ppt/notesMasters/notesMaster1.xml" Id="R833478460d984c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2501aee485448c" /><Relationship Type="http://schemas.openxmlformats.org/officeDocument/2006/relationships/notesMaster" Target="/ppt/notesMasters/notesMaster1.xml" Id="Ra707869c2c1b49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91fe6d0f854d59" /><Relationship Type="http://schemas.openxmlformats.org/officeDocument/2006/relationships/notesMaster" Target="/ppt/notesMasters/notesMaster1.xml" Id="Rae387ab5d1964a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432b3628a349e7" /><Relationship Type="http://schemas.openxmlformats.org/officeDocument/2006/relationships/notesMaster" Target="/ppt/notesMasters/notesMaster1.xml" Id="Rdfc5dc7dc5c04f8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ef842038ddb4681" /><Relationship Type="http://schemas.openxmlformats.org/officeDocument/2006/relationships/notesMaster" Target="/ppt/notesMasters/notesMaster1.xml" Id="Ra679f08f206c42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c8875cafd54949" /><Relationship Type="http://schemas.openxmlformats.org/officeDocument/2006/relationships/notesMaster" Target="/ppt/notesMasters/notesMaster1.xml" Id="R4b7d1d3bbbc940c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7ea8e124464099" /><Relationship Type="http://schemas.openxmlformats.org/officeDocument/2006/relationships/notesMaster" Target="/ppt/notesMasters/notesMaster1.xml" Id="Rb5defd14f4d54d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aaa9c1bba1c4ff1" /><Relationship Type="http://schemas.openxmlformats.org/officeDocument/2006/relationships/notesMaster" Target="/ppt/notesMasters/notesMaster1.xml" Id="R0281ed960a094b6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e360436a6a74ac0" /><Relationship Type="http://schemas.openxmlformats.org/officeDocument/2006/relationships/notesMaster" Target="/ppt/notesMasters/notesMaster1.xml" Id="Rea4febe07d3a4f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f8959579284dc3" /><Relationship Type="http://schemas.openxmlformats.org/officeDocument/2006/relationships/notesMaster" Target="/ppt/notesMasters/notesMaster1.xml" Id="R40f4d08ae43449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0bb7ef49e1a4126" /><Relationship Type="http://schemas.openxmlformats.org/officeDocument/2006/relationships/notesMaster" Target="/ppt/notesMasters/notesMaster1.xml" Id="Rf587ae8eaa3c418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2d8e54ce9946b5" /><Relationship Type="http://schemas.openxmlformats.org/officeDocument/2006/relationships/notesMaster" Target="/ppt/notesMasters/notesMaster1.xml" Id="R482627821c4e418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a210a0bf6c5443c" /><Relationship Type="http://schemas.openxmlformats.org/officeDocument/2006/relationships/notesMaster" Target="/ppt/notesMasters/notesMaster1.xml" Id="R1faa1d034255450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baa46e7f694626" /><Relationship Type="http://schemas.openxmlformats.org/officeDocument/2006/relationships/notesMaster" Target="/ppt/notesMasters/notesMaster1.xml" Id="R0bf33146398e422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e67cf31de244b8" /><Relationship Type="http://schemas.openxmlformats.org/officeDocument/2006/relationships/notesMaster" Target="/ppt/notesMasters/notesMaster1.xml" Id="Rb38731d4f10c4b4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348b57469db41dd" /><Relationship Type="http://schemas.openxmlformats.org/officeDocument/2006/relationships/notesMaster" Target="/ppt/notesMasters/notesMaster1.xml" Id="R9a5980e5cf2542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396ce4c93434830" /><Relationship Type="http://schemas.openxmlformats.org/officeDocument/2006/relationships/notesMaster" Target="/ppt/notesMasters/notesMaster1.xml" Id="R7345a592fe8a4f8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eaafd28fc4b4389" /><Relationship Type="http://schemas.openxmlformats.org/officeDocument/2006/relationships/notesMaster" Target="/ppt/notesMasters/notesMaster1.xml" Id="R00ae997232f6412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78c40a07d50430c" /><Relationship Type="http://schemas.openxmlformats.org/officeDocument/2006/relationships/notesMaster" Target="/ppt/notesMasters/notesMaster1.xml" Id="R20e95224cfd941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332a4f686fd4fa4" /><Relationship Type="http://schemas.openxmlformats.org/officeDocument/2006/relationships/notesMaster" Target="/ppt/notesMasters/notesMaster1.xml" Id="R2d20800a7a5940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0e645adf8449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f22f32d804b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ca629e9724b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bb651560f4ea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f74369f9641e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26e92ecdd14de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359155d30d4d4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efdebab5a04a8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9b8cb4f0b42e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4a6c40b074f9c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6809183fe4a6c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59ec8e93e064a29" /><Relationship Type="http://schemas.openxmlformats.org/officeDocument/2006/relationships/slideLayout" Target="/ppt/slideLayouts/slideLayout2.xml" Id="R99bee49725ca4826" /><Relationship Type="http://schemas.openxmlformats.org/officeDocument/2006/relationships/slideLayout" Target="/ppt/slideLayouts/slideLayout3.xml" Id="R00d3760bd6fd4f6f" /><Relationship Type="http://schemas.openxmlformats.org/officeDocument/2006/relationships/slideLayout" Target="/ppt/slideLayouts/slideLayout4.xml" Id="Redf8ea109eaf42e6" /><Relationship Type="http://schemas.openxmlformats.org/officeDocument/2006/relationships/slideLayout" Target="/ppt/slideLayouts/slideLayout5.xml" Id="Rd9d9de13de974dde" /><Relationship Type="http://schemas.openxmlformats.org/officeDocument/2006/relationships/slideLayout" Target="/ppt/slideLayouts/slideLayout6.xml" Id="Reb07c68df9dc4fb1" /><Relationship Type="http://schemas.openxmlformats.org/officeDocument/2006/relationships/slideLayout" Target="/ppt/slideLayouts/slideLayout7.xml" Id="R4bb630c1562445e4" /><Relationship Type="http://schemas.openxmlformats.org/officeDocument/2006/relationships/slideLayout" Target="/ppt/slideLayouts/slideLayout8.xml" Id="Re6ec261c891d42fb" /><Relationship Type="http://schemas.openxmlformats.org/officeDocument/2006/relationships/slideLayout" Target="/ppt/slideLayouts/slideLayout9.xml" Id="Recd8244d0d4c4b34" /><Relationship Type="http://schemas.openxmlformats.org/officeDocument/2006/relationships/slideLayout" Target="/ppt/slideLayouts/slideLayout10.xml" Id="R82bfb9a02d0e4bc0" /><Relationship Type="http://schemas.openxmlformats.org/officeDocument/2006/relationships/slideLayout" Target="/ppt/slideLayouts/slideLayout11.xml" Id="R8f48e53291be46e4" /><Relationship Type="http://schemas.openxmlformats.org/officeDocument/2006/relationships/slideLayout" Target="/ppt/slideLayouts/slideLayout12.xml" Id="Rf5677879ac44468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bee49725ca4826"/>
    <p:sldLayoutId xmlns:r="http://schemas.openxmlformats.org/officeDocument/2006/relationships" id="2147483650" r:id="R00d3760bd6fd4f6f"/>
    <p:sldLayoutId xmlns:r="http://schemas.openxmlformats.org/officeDocument/2006/relationships" id="2147483651" r:id="Redf8ea109eaf42e6"/>
    <p:sldLayoutId xmlns:r="http://schemas.openxmlformats.org/officeDocument/2006/relationships" id="2147483652" r:id="Rd9d9de13de974dde"/>
    <p:sldLayoutId xmlns:r="http://schemas.openxmlformats.org/officeDocument/2006/relationships" id="2147483653" r:id="Reb07c68df9dc4fb1"/>
    <p:sldLayoutId xmlns:r="http://schemas.openxmlformats.org/officeDocument/2006/relationships" id="2147483654" r:id="R4bb630c1562445e4"/>
    <p:sldLayoutId xmlns:r="http://schemas.openxmlformats.org/officeDocument/2006/relationships" id="2147483655" r:id="Re6ec261c891d42fb"/>
    <p:sldLayoutId xmlns:r="http://schemas.openxmlformats.org/officeDocument/2006/relationships" id="2147483656" r:id="Recd8244d0d4c4b34"/>
    <p:sldLayoutId xmlns:r="http://schemas.openxmlformats.org/officeDocument/2006/relationships" id="2147483657" r:id="R82bfb9a02d0e4bc0"/>
    <p:sldLayoutId xmlns:r="http://schemas.openxmlformats.org/officeDocument/2006/relationships" id="2147483658" r:id="R8f48e53291be46e4"/>
    <p:sldLayoutId xmlns:r="http://schemas.openxmlformats.org/officeDocument/2006/relationships" id="2147483659" r:id="Rf5677879ac44468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ec201f57f7e444e" /><Relationship Type="http://schemas.openxmlformats.org/officeDocument/2006/relationships/image" Target="/ppt/media/image.png" Id="R17a111ca1a494c9b" /><Relationship Type="http://schemas.openxmlformats.org/officeDocument/2006/relationships/image" Target="/ppt/media/image2.png" Id="R13ea97923bb04fb8" /><Relationship Type="http://schemas.openxmlformats.org/officeDocument/2006/relationships/notesSlide" Target="/ppt/notesSlides/notesSlide1.xml" Id="Rc0f52c96a5524d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86ed4984444344" /><Relationship Type="http://schemas.openxmlformats.org/officeDocument/2006/relationships/image" Target="/ppt/media/image2.png" Id="Rba450c6679b24c28" /><Relationship Type="http://schemas.openxmlformats.org/officeDocument/2006/relationships/notesSlide" Target="/ppt/notesSlides/notesSlide2.xml" Id="R1d28699929114d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b64cd5dcf4749a3" /><Relationship Type="http://schemas.openxmlformats.org/officeDocument/2006/relationships/image" Target="/ppt/media/image2.png" Id="R3e24586185ca4a1c" /><Relationship Type="http://schemas.openxmlformats.org/officeDocument/2006/relationships/notesSlide" Target="/ppt/notesSlides/notesSlide3.xml" Id="R0dbc1cff358144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a09139a5d8413d" /><Relationship Type="http://schemas.openxmlformats.org/officeDocument/2006/relationships/image" Target="/ppt/media/image3.png" Id="R12d46a29f6444177" /><Relationship Type="http://schemas.openxmlformats.org/officeDocument/2006/relationships/notesSlide" Target="/ppt/notesSlides/notesSlide4.xml" Id="Ra8baf8956e5741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ef886860274987" /><Relationship Type="http://schemas.openxmlformats.org/officeDocument/2006/relationships/image" Target="/ppt/media/image3.png" Id="R680f3295372045f1" /><Relationship Type="http://schemas.openxmlformats.org/officeDocument/2006/relationships/notesSlide" Target="/ppt/notesSlides/notesSlide5.xml" Id="Rc6cff87250964d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5f9f33794714e99" /><Relationship Type="http://schemas.openxmlformats.org/officeDocument/2006/relationships/image" Target="/ppt/media/image2.png" Id="Rb4491a7c73aa43b9" /><Relationship Type="http://schemas.openxmlformats.org/officeDocument/2006/relationships/notesSlide" Target="/ppt/notesSlides/notesSlide6.xml" Id="Rbc85fda7853646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caa3990c4604b7f" /><Relationship Type="http://schemas.openxmlformats.org/officeDocument/2006/relationships/image" Target="/ppt/media/image3.png" Id="Rec2e927131f0434d" /><Relationship Type="http://schemas.openxmlformats.org/officeDocument/2006/relationships/notesSlide" Target="/ppt/notesSlides/notesSlide7.xml" Id="R172f00b3c1c442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3fa0da10d274990" /><Relationship Type="http://schemas.openxmlformats.org/officeDocument/2006/relationships/image" Target="/ppt/media/image3.png" Id="R7ff1c09aa78f4d0e" /><Relationship Type="http://schemas.openxmlformats.org/officeDocument/2006/relationships/notesSlide" Target="/ppt/notesSlides/notesSlide8.xml" Id="R3c91e6f618ca4e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9d938153ef41bb" /><Relationship Type="http://schemas.openxmlformats.org/officeDocument/2006/relationships/image" Target="/ppt/media/image3.png" Id="Rd9addaca1ecb4284" /><Relationship Type="http://schemas.openxmlformats.org/officeDocument/2006/relationships/notesSlide" Target="/ppt/notesSlides/notesSlide9.xml" Id="R547c3071b92643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4347f3182994f5e" /><Relationship Type="http://schemas.openxmlformats.org/officeDocument/2006/relationships/image" Target="/ppt/media/image2.png" Id="R08e91d1f46904412" /><Relationship Type="http://schemas.openxmlformats.org/officeDocument/2006/relationships/notesSlide" Target="/ppt/notesSlides/notesSlide10.xml" Id="R8571a53bbb9045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806f7c0cc424458" /><Relationship Type="http://schemas.openxmlformats.org/officeDocument/2006/relationships/image" Target="/ppt/media/image3.png" Id="R4cae10a40444457f" /><Relationship Type="http://schemas.openxmlformats.org/officeDocument/2006/relationships/notesSlide" Target="/ppt/notesSlides/notesSlide11.xml" Id="R5393d112e5554d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c3dd4b72ed478b" /><Relationship Type="http://schemas.openxmlformats.org/officeDocument/2006/relationships/image" Target="/ppt/media/image3.png" Id="Re55c9cb47e6244d0" /><Relationship Type="http://schemas.openxmlformats.org/officeDocument/2006/relationships/notesSlide" Target="/ppt/notesSlides/notesSlide12.xml" Id="Rfc06a31d138044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56434f03994259" /><Relationship Type="http://schemas.openxmlformats.org/officeDocument/2006/relationships/image" Target="/ppt/media/image3.png" Id="R1c45d12f3a124f6a" /><Relationship Type="http://schemas.openxmlformats.org/officeDocument/2006/relationships/notesSlide" Target="/ppt/notesSlides/notesSlide13.xml" Id="R8a9235f058fc4b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a5865717f9048e0" /><Relationship Type="http://schemas.openxmlformats.org/officeDocument/2006/relationships/image" Target="/ppt/media/image3.png" Id="R1921d8d230764d79" /><Relationship Type="http://schemas.openxmlformats.org/officeDocument/2006/relationships/notesSlide" Target="/ppt/notesSlides/notesSlide14.xml" Id="R5dc1c4bc904c49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77a3a04e3f0450b" /><Relationship Type="http://schemas.openxmlformats.org/officeDocument/2006/relationships/image" Target="/ppt/media/image3.png" Id="Rcd4e5ec3e5cd4a53" /><Relationship Type="http://schemas.openxmlformats.org/officeDocument/2006/relationships/notesSlide" Target="/ppt/notesSlides/notesSlide15.xml" Id="R1e813f696f9d4e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476b75d265a4f72" /><Relationship Type="http://schemas.openxmlformats.org/officeDocument/2006/relationships/image" Target="/ppt/media/image3.png" Id="R7b5189491989472d" /><Relationship Type="http://schemas.openxmlformats.org/officeDocument/2006/relationships/notesSlide" Target="/ppt/notesSlides/notesSlide16.xml" Id="Reb38adfeca944a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a4cb13078244e41" /><Relationship Type="http://schemas.openxmlformats.org/officeDocument/2006/relationships/image" Target="/ppt/media/image3.png" Id="Rd7e2e7ce61f54198" /><Relationship Type="http://schemas.openxmlformats.org/officeDocument/2006/relationships/notesSlide" Target="/ppt/notesSlides/notesSlide17.xml" Id="Rba3e96f34fe34c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523ab5d20934aef" /><Relationship Type="http://schemas.openxmlformats.org/officeDocument/2006/relationships/image" Target="/ppt/media/image3.png" Id="R7f3e336b54da4b1d" /><Relationship Type="http://schemas.openxmlformats.org/officeDocument/2006/relationships/notesSlide" Target="/ppt/notesSlides/notesSlide18.xml" Id="R8d734704ca3548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fb52032e7a4b8a" /><Relationship Type="http://schemas.openxmlformats.org/officeDocument/2006/relationships/image" Target="/ppt/media/image3.png" Id="R7c72b1ed9f6842f4" /><Relationship Type="http://schemas.openxmlformats.org/officeDocument/2006/relationships/notesSlide" Target="/ppt/notesSlides/notesSlide19.xml" Id="R6ef52d3e35004c9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12317c6d8eb4845" /><Relationship Type="http://schemas.openxmlformats.org/officeDocument/2006/relationships/image" Target="/ppt/media/image3.png" Id="R207549e9ea374a6e" /><Relationship Type="http://schemas.openxmlformats.org/officeDocument/2006/relationships/notesSlide" Target="/ppt/notesSlides/notesSlide20.xml" Id="Rc00b9f42978844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729b061dd34eff" /><Relationship Type="http://schemas.openxmlformats.org/officeDocument/2006/relationships/image" Target="/ppt/media/image3.png" Id="R064e9011caf04601" /><Relationship Type="http://schemas.openxmlformats.org/officeDocument/2006/relationships/notesSlide" Target="/ppt/notesSlides/notesSlide21.xml" Id="R0243f70fb67e46e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ec245d93f344c8b" /><Relationship Type="http://schemas.openxmlformats.org/officeDocument/2006/relationships/image" Target="/ppt/media/image3.png" Id="R33d78bf9ed434aac" /><Relationship Type="http://schemas.openxmlformats.org/officeDocument/2006/relationships/notesSlide" Target="/ppt/notesSlides/notesSlide22.xml" Id="R67b91db5817e4d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3a6108e9a14a11" /><Relationship Type="http://schemas.openxmlformats.org/officeDocument/2006/relationships/image" Target="/ppt/media/image3.png" Id="Rd89beab920384a13" /><Relationship Type="http://schemas.openxmlformats.org/officeDocument/2006/relationships/notesSlide" Target="/ppt/notesSlides/notesSlide23.xml" Id="R0a0df462941542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05b323b11e4358" /><Relationship Type="http://schemas.openxmlformats.org/officeDocument/2006/relationships/image" Target="/ppt/media/image3.png" Id="R8a47b8d80f874659" /><Relationship Type="http://schemas.openxmlformats.org/officeDocument/2006/relationships/notesSlide" Target="/ppt/notesSlides/notesSlide24.xml" Id="Rcf0416cdbbc246f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34dffb751704651" /><Relationship Type="http://schemas.openxmlformats.org/officeDocument/2006/relationships/image" Target="/ppt/media/image2.png" Id="R0decebb09dc0462b" /><Relationship Type="http://schemas.openxmlformats.org/officeDocument/2006/relationships/notesSlide" Target="/ppt/notesSlides/notesSlide25.xml" Id="Ra4db903b28f942a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f3375858a4d41ee" /><Relationship Type="http://schemas.openxmlformats.org/officeDocument/2006/relationships/image" Target="/ppt/media/image3.png" Id="Ra0638ed9266c4935" /><Relationship Type="http://schemas.openxmlformats.org/officeDocument/2006/relationships/notesSlide" Target="/ppt/notesSlides/notesSlide26.xml" Id="Rd7e8d0cd7e6641f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69d83751de94d01" /><Relationship Type="http://schemas.openxmlformats.org/officeDocument/2006/relationships/image" Target="/ppt/media/image3.png" Id="R69907f0541014cf0" /><Relationship Type="http://schemas.openxmlformats.org/officeDocument/2006/relationships/notesSlide" Target="/ppt/notesSlides/notesSlide27.xml" Id="R16cb3821b3484bd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b97e05b7b1f4fe1" /><Relationship Type="http://schemas.openxmlformats.org/officeDocument/2006/relationships/image" Target="/ppt/media/image3.png" Id="Rc4fa727c8abf4ddf" /><Relationship Type="http://schemas.openxmlformats.org/officeDocument/2006/relationships/notesSlide" Target="/ppt/notesSlides/notesSlide28.xml" Id="Rdbe5c24bd25c4a3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64d0f929e94909" /><Relationship Type="http://schemas.openxmlformats.org/officeDocument/2006/relationships/image" Target="/ppt/media/image2.png" Id="R796f95b20a8146d2" /><Relationship Type="http://schemas.openxmlformats.org/officeDocument/2006/relationships/notesSlide" Target="/ppt/notesSlides/notesSlide29.xml" Id="R377cfff0b7954f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a111ca1a494c9b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ea97923bb04f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450c6679b24c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24586185ca4a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46a29f64441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338408-F461-4617-A397-61B9583C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D552CB0-DA3F-4881-A43E-0BD0F7BD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9305FE-878D-4CA6-B4F0-CA58529B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D2F646-C8D0-487E-B944-3DA0AD7A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2720ED-1411-49A0-A909-6B2DB296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B0011A-1D59-46C0-B064-E37B1B10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D3541FA-6B17-4C47-AF90-EB879DB7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B53851-19EB-4AB8-9419-ED48315A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CD447F-5872-4D1E-9BCD-EE55B613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7D625C-4F22-4525-B013-61A546F4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3F9A0A-6C01-4E24-9F6D-2213BD63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8D0706-0336-4EF0-A601-80084127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9C77E3-4B7D-429D-9E6D-7C804AA4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DDEC16F-9FB4-494C-801D-AA19EC05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DE815A-4734-452F-89DD-1CDFDE91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800EAC-EBC3-4223-903F-0513D87A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f32953720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6B5731-9A99-483C-B124-6A53617B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940676-0335-43D5-8DA0-239C2E7E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A43F5C-1D83-491F-BF4E-E2132627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E911BC-C4C8-4829-9B8D-9048B55B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EAB077B-65D6-43E8-9424-0A9023C2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5F77140-9717-48FD-B711-20D0A1BF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F1546D2-BA00-43FD-B739-E09BE045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FCE062-6954-4C86-BE3A-1B0929DB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D48C94E-5737-42DD-A8A7-099F814C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A83715-5BC5-413B-9694-CAF38376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704083-1C78-4BD9-8D81-FED0AB1A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4DDA85-283A-426D-9951-8E375EC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679CA9-1581-4B3F-9C2D-4ABDF51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F5830D-5AC5-41B6-819B-EF157134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CF53DDB-B0D6-4A88-BCB9-8BDA1EC4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162285-C12D-4A68-8B84-9F359408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5707BF-4CFC-442F-A5DD-B4000E9C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3A6566-4D67-4762-99C9-74AF8AAC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7E8C23-F794-4443-A764-633273FE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F0066C-34A9-41BB-B2D4-85C4204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73E1E85-EC3C-452D-95C6-6860A9BE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5ABA6C-59B8-4686-B452-0146D8AF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C58BA5-67C1-4162-A3CC-95065E8F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5FF0DD-303D-41B1-903E-B9275FDD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93517D9-00EC-4A3E-953E-DA580C2E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8E69B5-F7CE-4EF6-9C5F-0A4AB1E2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91a7c73aa43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e927131f043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F6C92C-C7CB-40D1-B490-7B0A85B5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C30BB11-F239-46C5-9AF8-2237BA2A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933FB1-4156-4184-B022-BAE4BEBF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B90C4F-78C6-42DC-9D9C-4D404DE4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3EAC1C-F8A7-4EDC-8C80-88163BAA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F6BB2C-0DB0-419C-A24C-2DE20086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9CF56DA-1485-4CED-81D7-9F3E23E5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6CBCDEC-B05E-4D62-AC3D-3FE9B55E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5560105-2287-41EA-B22F-3ABCBA9C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4A7A22-701C-4391-938A-2B122070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CD9565-1664-4030-A405-BB9813BBF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D5A8DC-FED5-4B89-BE82-6291462E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1BDE66-875D-4748-8760-AA54FD17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8335B0-B8C4-40E4-918C-282C673C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CBC1C5-1DD9-4EC6-96C3-D65E127A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A39AA2-4BBC-44A3-93FA-9E82A203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C997E1-9D8D-401D-8704-C2520196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9E1BCBE-348D-426A-BA57-2BDA314A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4FC8ED-FAD0-4613-86E7-B1F55A4E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79DB50-17E3-4356-8058-E5BCCC89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8FAE6B5-6F5A-480C-A776-2857C27E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1B10A78-3299-485A-A622-705FD52B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F1EDEE0-1A60-48D3-BAAF-D8253D70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6AE89D-D3C5-4753-9BAA-BDDE67884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63FDC4A-F211-4E5F-850E-777C352E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C964C7D-5D16-4F41-BEF1-CBDDB182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CC0E668-008F-4745-8EAB-E4D510F2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0E6440-C14B-42C8-B6D4-6E20BF3B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CA82C7F-58C2-426E-B18C-0185F9C3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1E3829C-148A-400D-8BB6-77B13164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1DF6912-66A9-455C-A2CF-E2205AB6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4CC35DE-D580-4AED-83EE-71356312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E874C0-78CC-4DB2-B808-E7C7D381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DA7416-161B-4842-A365-8C9E6BF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42CA7EC-F939-4F8D-8EF8-6E90AC91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A9D2592-2049-405E-8DE6-56DD16CA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E2AF674-4405-479D-AAEE-272E96EE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ECA776D-6CE5-44D0-AB34-055C006A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B6ED171-5353-4980-BCD1-585CD3DD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19BE2C3-0A04-49DF-9E2B-622BE7A2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11FEEE3-BEAE-4925-AA1E-9EC42BD8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5EA9C1F-7278-482C-AF6B-5B912F46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A03ECDB-42BF-4058-9DE9-5CE9D071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BFC7713-F2FB-4CAE-8FF0-1201B548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C965C53-81A4-44D2-82C6-73BFF736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BF5E459-13A6-4758-8F84-A321E2A5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11A8E9D-952F-4615-BDC8-7A9F3F23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1c09aa78f4d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C2AFFAB-7888-4078-B483-3F3744B8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C4563DFB-5F27-49A8-8E4B-1AB67A8C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3F8C601-E32E-41A5-ACE5-995778F5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A2351E7-FD2E-4C38-B6FF-C787B946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391CAD4-FCEC-4F7A-A10E-1AFD9613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1FFC24D-BEFE-488D-BE29-E827A726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5E08779-F31C-467B-925A-1620138B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A9EE819-6AEB-471C-95CA-1F032A7E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AFBA257-127A-4156-BAB9-16B354F6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86CC020-EA4F-4BE5-A34F-7B9188FD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30D1DC1-2F81-4413-84DA-6406145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CC1A54C-5B9E-43E6-A329-65A01D8C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EBE8AEE-F07D-4B38-9D76-1EC5B537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9538259-06C0-45F4-9385-F2F6077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36F9353E-1F37-43F2-8B0B-F2E77F7C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A2A582F3-6FB5-42DA-B48A-65EB600C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ECA64A4-E625-4E8F-9C7A-A43A4DF6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3E55B01-3F5A-4589-BF39-06E317D3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771F4F4-AF7F-4878-92F5-64437013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96265DE2-5BE5-4DE4-839F-1ADB6AE8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CE6504F-28EE-4EA0-A2FD-5F5ACDB8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BAF5149-2BC4-4B08-A9E1-73A3A0DF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FFC7FD2A-7A24-4A85-A84F-BFF05B27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63EA5CB-FCD8-4A45-9E15-DF9B07FA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ddaca1ecb42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51F8EA8-6FE4-4181-9743-9FC9EBB0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38D82FE-4E31-49FA-8132-5FCCDBC8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C4CF587-F870-4DFA-B8EC-F51D8EB7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65D32DB-D23E-47B6-9825-9761B817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07F612A-B7B9-4A67-A8DC-EA23A6BE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D99696E-5C33-4CFF-9C17-07626576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8094525-F75D-4B0C-815E-54B26E12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99CAF6D-480A-4EDB-A792-BE750B52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3288147-E5A3-421D-9627-D62D747D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A4437F6-DBB2-4CB9-964E-124371AE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881E075-1ABC-40DF-86E0-8DE07976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8E0B32C-7162-4260-828F-7FB17233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CF692D5-320F-4272-9F7A-D703651A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2B105AA-2D26-498F-AF76-C841BC36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C0B16F1-8E57-4E81-AEDC-B9394BDA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1534388-D232-48A4-AC1A-5E1E3C4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2405AE8-3D5C-4D96-888F-1951350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26B3B0F-0FD0-4DD8-9507-F0B9591A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91d1f469044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e10a4044445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00DDC7B-476F-46CF-A7A2-5FCAAA4D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BE0C37D-BFEA-4ED4-8187-1F239DB5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257D338-8040-4CB8-BE1D-442754FB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A2762B1-BC86-43D6-93EB-C4AAC71A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1217A05-E0B0-4499-A48B-3661E462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60F1FFB-152B-4D85-9D50-4A2EEB38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80E10C0-C404-424A-A58A-A9B37CEC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DEC539B-DF92-4DD8-8702-ABE022A1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0E4B0F-746D-4D8F-9D22-B13AC2F4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AEAB8F-A1C0-4454-AC0B-C0D00B29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0B066F3-9E8A-4464-B1AD-58E93C4D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1C01684-EBCE-44DF-9F76-553FC3CD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08B9511-2D21-4F7B-A811-026D5C46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71EA692-4EFB-45F9-98CA-129D7C1D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2CDF074-59F5-470D-9B2C-C297B296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183D4B4-A23A-4672-A05C-F5D98A27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c9cb47e6244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D0B6A73-1570-4304-B7C2-F9BAC470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3EF9D7-2694-4DFB-9CAD-18DCAB74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7722DCE-F155-40C8-9E06-FC34527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9F3C0B1-5E8B-4C34-ADD1-193FBF84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C74153F-74B5-45C4-8A02-26577B1C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C02349C-ABF8-4F37-9A28-87BC99B4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2D7A6C0-CB1B-4515-A1E2-FDBF3279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66267A2-9012-48A7-8D35-79292460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1FD8BF3-9450-4AB7-B0A9-31BD6207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6AB4F0-DB20-4747-A6CD-74DBA5F9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4FAB20C-1F1B-47FA-ACB2-50596A67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30FE6D9-B339-4D9D-B829-3AE01A78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533AF99-CB0E-4C16-A82A-3F7CB8D2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0529E5-0496-470B-937A-5430216D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F94C25A-78CA-4838-BDEB-D7009F19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31ABF87-DC17-456B-93DB-3C03FF92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8567D2F-CE6D-4647-893F-F9C0280E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2B72D2C-B827-4450-BA66-80C2AFC7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704DC9EB-24FA-430F-970B-BEAFB14B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8330779-F0BA-4809-B858-C79E6B65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3D9952D-79F0-4475-97EE-0EB8E536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B77B6E1-5A18-46D8-B82A-BAED2F0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50D388B-BB27-450F-A1A4-1ACD6415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CF77699-A784-4EFF-B7E0-EAD0E492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557E862-AD27-4DE1-867F-FB34C8A8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456467A-F8C8-486C-8199-03B17458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A80B1BD-CF16-4E62-8D7D-5BEB0E23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5636E86-E4F1-451E-B481-59411F0C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E6BD43D-D945-44F8-8588-CF4D8FC6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CD18EFB-F18C-4CB4-AB77-CA62ACE9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8A8ABE9-B016-43CC-913C-C8DEA2E0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99E43AD-2C50-45DF-B2DF-3BAEDB6F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EA42EC68-F834-484E-806D-A226A785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B17E2B7-4947-4FA5-B38D-3F4D5375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A539C435-314E-4B77-BAF7-CF230572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5d12f3a124f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B3E4253-E6BA-41A5-9FFC-F64CF6D1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05F19DD-5209-4AFA-BABB-8F2318C5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AE6EFBC-F4B2-411F-A515-6D9C3550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215841-BE7F-4ACC-9540-1A18EE3D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32FAAA7-867F-425A-B08B-F4B90A56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5FD3DF0-7433-4CC4-8EF6-E0896CCA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62C3B28-D6CD-4C7C-A156-76551AF1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ECD8530-90A7-4146-9468-D9C1BEBC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42C964D-A14C-4299-8F15-4C87F6E0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01B88BA-1209-4AAB-9239-82127543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821A01E-E72D-465C-A157-B26FCF4E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F6654E6-4AB3-4708-9C08-42403701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9A84FE2-1AC5-4AAE-8A73-3ACB6500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27332B5-B4EC-4A0B-9763-0D34B719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9261F32-7BA2-4ADD-BD0E-1F46CF88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6C3FD45-3532-43D6-AA75-8DF882D4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C9D3E0C-B9F7-4337-B912-3F9536AE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A57395E-005A-424A-97A0-6A28F6A9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C0AA15F-81F8-4F30-B9B9-1D391C4A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4D93005-92A8-42D6-89C1-E5CEAD5A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1CFA3AC-0568-4A98-B481-250769E4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E7B20A5-E8EF-40BC-BBCF-84CA34E9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ADEBEBE-0C05-4EE9-A6F6-B946F9AC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B9C46B0-7F27-43BB-AFFA-7E751989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9593803-B69F-4799-9F47-9CFDE6EE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009E7FA-239F-4A7C-8DF3-E386045D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FFA222-6A4C-45BA-8965-E9EF51A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0318F65-B2C3-4851-8654-27F4CBCF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4E7251D-DDBF-41F0-B60A-0A3DB762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CE59E90-3050-49C2-B0FF-E25F489D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0C297E9F-9A42-4ABE-B72A-1C56B65A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E240567-3481-42FB-BFA3-433DBD16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064EFA0-2D84-41F0-B0EA-DC80B5F6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235F748-2805-441A-85B6-EB947449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343C4AE-6EED-491D-8EA5-169744BA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7A6BC33-07AB-4926-83FB-275AA010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BE5AAC9-8E51-4D05-ABB9-7E1B7091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CF92A38D-DF6F-4325-9F82-FA521432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BD44846E-C320-4A35-85ED-B29E2753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DA18317-9C1D-47E0-8932-688823C4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2103D70-2B13-4BA3-BAA5-6A886140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3F07C41-9D2E-4E82-889C-E7421745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02F002E-D228-4120-9B2F-BCEE195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3EA078D5-52AD-4A3F-9631-4A31139E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9C59D971-FED7-4E85-BDF6-0DC71FC2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1d8d230764d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766A701-03C7-4F1A-B14B-ECB07B37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EF9E987-B0ED-4C54-B1C2-5BECEC59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7A0DF9-3016-4FA3-9B20-8BD21E8F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E20F45-A769-4565-84C6-4589C5D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7F9EDFC-DC6D-4CD6-BB64-C82D9646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E8300E1-F3D8-4EAD-A04E-34C0AB07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7D8955E-B2B8-4EC5-B3A1-D2DB4F5D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95018F-31B2-4A66-85EC-EF1186C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FBE54B9-5FA7-4427-A6D4-40BC192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6FFF1C1-8439-4B3E-BC7E-67EF3403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EB4B1FA-EFC2-47D7-9646-2967C6C0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50F6664-6D0D-451B-AE66-3FEBBEFF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717457E-35FC-40C9-B8B7-8D97B7D5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D21B95-C0D2-4174-9951-A8A0053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C95EAB4-3EB4-4AB2-A30D-72CE7911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0C77A52-7F21-4730-B6F5-A06B656F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98F1DCE-87E1-45EC-B04B-B63933FC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ECB432F-9388-45A8-B072-9BDD4303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4C9D93C-4571-4036-A9D3-34571AC8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DDB6784-BE97-4718-A76B-D9798D39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0D80751-90BE-4B4A-8DD2-6C3F45EB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2843C35-3135-4D10-BCAF-C38BC65D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43D094A-7700-46EE-A023-E513EF4F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C9989BC-227E-4525-8886-A5DD68B8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00333A0-BC86-4DBF-9F54-F37371FB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35FC4BB-0B97-4A54-AE6D-3FCF3DD5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20CAB1A-60D2-4550-897D-345FF2A4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24ADEA0-50A3-4297-A06E-E1752076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1F82C9D-E674-41D1-BD40-39DB82AB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5860EF0-6DDF-4A0A-86CC-3009EBF0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7613F9F-5113-4F3D-B595-B6C91900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3E4CA4AE-CCF7-491D-9EB4-5D4614ED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A6FF42D-FB5C-43A7-8C41-747492F4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B67912D-0BEF-4BB0-A7D5-44F8B7B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22FE5E73-D7AB-48FB-83C1-9EB393C4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8959551-C0E2-4058-A2BF-F9F6EFA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A6215A0-EEBE-4A50-9376-86453253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9FE768E-2F0E-48BB-A15D-2C7D252E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AA693D7-DFCC-47BD-AE98-A219388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78C54D9-3C94-44D4-8CB1-91D6B418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EC8E387-49F2-49E0-9154-496794B6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e5ec3e5cd4a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27B24C-BACF-4392-92DC-CD375954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AF0F002-F617-4E55-A21F-4AF6B63F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8BFA746-6A03-43E1-A268-BE9174F5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B64E1D4-4F7B-4BCE-9CE1-3C67D78B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FAC7D0-EF44-4744-A2AE-4E94EA90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38DBA4C-7D14-46A8-B14D-37B4AC8D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4D0EF5C-988E-438C-9BD8-F2FCED66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02C75F5-A20E-461F-8EBD-77FF4F0C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FBC7886-09FE-4DF1-8DD2-12149B5E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0196CD4-FE5A-44F8-B104-5DF48F89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EC0204C-9471-4588-B670-FE2CCF7F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7062CFC-5E23-4C8D-8EE0-4BD5EFA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85CC018-AE0F-4DAB-A68C-66B5906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DF4CB23-3C6A-4217-9BEB-100F6F71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2C07C89-9AF7-4AFF-B9A2-C2658119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E5105A5-09EB-4860-9231-7A8D604B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3ED4F6F-491D-4748-8B1A-A7BCD2F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D7FF887-4DE2-4FC5-87B1-CC6FEA5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884CB3D-61AB-4A39-A4A4-BA9A0D4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96216D0-F6BE-4B78-BDCC-BC2CD0AE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7E627A4-B96E-4BB6-AF90-0EE7A040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89EADB1-70FA-481D-B4C8-BF6264F5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3DD201-CC91-46F5-85D4-3844614D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4BC195A-175B-4B90-BF53-64FA34EB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A3510D9-2D78-4590-ADC8-081EE842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0293918-1B49-4BE3-A5EB-DBBF6EF4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403FF77-CFFE-4C93-BD1C-DD5A21D1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14B7BC8-70DA-4B6A-89D5-93ADFB04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8BE85FF-238D-4D4A-A123-790AD450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CB7221D-DDEB-4F73-8A69-48283E12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18949198947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2588EED-FDD1-403A-B21A-0FA22701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8860A5-2483-45D8-B0FE-A5E9D9A3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AC9C09E-48B5-4C39-AEEE-2BBA223A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1173866-6AD9-4A23-A0FC-D52B7BE3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67783D1-F281-4B25-A02E-832FF7DF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F3E1A22-5DF8-4BC8-B522-52F08EB3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D630F5B-45AE-40D3-8E57-867A227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71C1494-72D6-4132-A839-7D04015B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EBBEA6D-1E84-4BD0-AF87-5B4C8B01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737DAEB-EE4C-4EED-8EBD-F35EE523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8234B9B-30C6-44BA-A04F-E61D706F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D734AB2-6FA9-4909-9E7E-593C160A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7B5D7DC-35B8-4FA5-ADEF-EDA9EADD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44F4376-1D87-48D0-9A66-3E4EE27E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F1A5C01-CAAE-41E9-9054-787F3FF9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8A15B13-E318-4CF0-8D69-28DB0B10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EE3511CD-0F38-4E3E-9282-79B016DA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4ACFA1D-D7D9-4B4E-BB1D-8F008672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8EA756D-999D-450C-BD52-DF92F2A3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A739F0C-3772-4900-9D20-852A2525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2865870-184E-4453-AA2C-A88B27B6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34ABD0F-AD3E-459E-8805-EC4C436A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9798866-9D09-49D5-AA5B-E33A7D17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F4ADACF-EFC1-4325-B946-BDDFD5D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9000670-2BD6-41D8-BE42-93418C70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299AA2-7BBD-41CB-8A6C-7CB7BBD8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AC02B2-BD6E-4C64-A8DC-443210DF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D103DD5-F600-4B73-B6C3-51EE0C64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ED1CCED-12C0-4B53-B78C-AEB4A062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DA57A55-8B57-4AAC-9CEC-EB667D3A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2F2A0CE-F51F-4E47-91CE-8CBC004D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8F5694B1-441F-49D2-963D-7FF0F5E1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8026B89-EA80-46AB-8E05-59DF0FB0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F3D81F5-B1F0-4169-BE16-3FCFB658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D074847-5A4C-4A76-8899-ED161494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B5DBC0C2-01DE-4BF7-81EF-6358E4C4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398788AE-7539-455F-8A4D-16285D82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944616C-D253-4ED8-B124-5140CC34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2e7ce61f541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81DE564-5BC1-43B0-8CCD-6DD43FA4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BC277C7-C442-4D4F-95EA-E0066A91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A83C60-2117-4151-9722-5EEE582E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62A136B-6A73-426E-A134-EEA985C9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6AC919-F309-49EE-B70A-D1AF77A8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E0CA853-DD3C-4E2C-BFD9-783A013D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31DDFA2-B9A3-4C1E-B5C2-19341715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F4CDAA3-5071-49DD-90EC-23FFE1CD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2B90653-B284-4863-BA79-6ED004E7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733D2C9-B21E-44BA-87D7-5AC62DA1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4B4B5C6-3C59-41B6-B93D-AD99E81F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ADBF733-96C7-41CB-8CEE-7C9EFC91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726283A-A40A-47B1-96BC-6ED66DE0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0B8205F-6426-4B9F-826D-67059EEA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5BFE5E2-092C-4E4B-9DDD-9FD38ED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9EF1C34-D5A7-4BE9-BAFC-0D1BC8C7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38BB3D3-05B3-49B3-9C1F-D243C5A4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5E1B40-9962-4C31-A7E2-B0F04535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8EFDD61-B284-4150-A539-14A2CC11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EC0172E-E86B-4B38-86FD-C41AD500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2EE0366-CC33-4449-AE48-E3675637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F04C506-B1C5-4A1C-ADF8-C578B531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BB1ECC8-0C83-4F51-A2AA-FECDCC17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FEADDF4-516C-4293-90F5-8C955763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68907CB-4E3F-4222-AE25-58EA2E99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D04C68E-FCBC-4B53-815D-F46D0EE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6A64805-F258-4B9E-B0CA-7EECA995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95E6EF2-E813-4BF6-90EE-00B48139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3562E983-5274-47D9-BE4B-771C89CD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D401278-A07D-40E1-925D-DF561375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C02044D-EB26-4928-B3EE-5F86DDF4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B148FB91-45A0-4BFD-8E67-11627CA3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1C36653-4224-4BE5-9387-C3866A16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6F277335-A3F4-4078-A74B-9785B284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9E2F8CC-25F2-4588-BD48-76574947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6792EB78-571C-4A05-991B-D9099C88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796D7E1-75E9-4048-B83F-A6A7DDAE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FF5D4E6-B3EA-41EE-9753-89D21267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D31D6E9-4914-4F63-BA3E-915B72A6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e336b54da4b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904A48E-2A61-44AB-A68C-F2D48845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211ACD-EC9B-410D-8E79-5D3489A6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D4D18C8-E8F1-42D8-9575-2A1FF959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BB3107B-D267-43C6-9D14-451338D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4E17C45-0177-469C-AA83-D163FC57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6A1B28D-CAAC-43CD-A6B8-88530B4D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73DD71E-73EF-45CF-8428-2901AF7B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851CEE0-B407-47CE-BDE9-FD99254F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18AC906-71F9-4DD8-9A4D-7DA0E60E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2884427-1963-4FEA-942D-DDAD6F30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D537A61-1F83-4AEE-A15E-A79106C5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462085-DBEE-4ACD-AE02-8A93A53D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BD08AEA-9B95-4568-9ECD-E59E17D1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1E789F1-57B6-4BB2-8E3D-3719C263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599C73A-33F0-4E2D-9E2C-7858BEB2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459AAE9-8C19-419C-9385-84139B0C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44CCB37-696F-4BEF-A980-A03BA7CC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3FA769-3A50-4A27-9446-369289E4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2b1ed9f68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71F37BA-8865-4B57-A4D1-908759C8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1D5553E-EE4B-4223-9904-530FEE22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C2A07CA-FB0D-4E83-B8C3-9E30D89A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767BC37-F4EE-400D-8E18-442F2B91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AEE82BD-1BBA-4569-BB7D-53A6B4D1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BF1E594-9657-4F37-B6F7-3EDC225F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01C334C-3B05-4F05-BB26-1366BB4E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EC448AA-F4E9-46B7-8416-9EA3300E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CBCC6C-6E60-4196-9DEA-F39C5E04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5BA94E5-3707-4473-89C0-E26015CC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101E8A9-F14F-4412-92FF-416A6439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58B533B-CFC3-4761-8FF1-AEAB27D8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9AAA7B-8ED7-466F-AAB8-B4B55FA0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2B10ED0-7984-4BEE-B4B7-A085929B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6D4F875-7A82-4428-8ABE-C4E273EB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036995C-342D-4820-9A4E-3B8DA058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549e9ea374a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E93BDC2-F859-485F-B5F6-77281422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56659C5-4777-4483-B244-31E3FD2D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7146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后端 Run Executor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180B574-3255-4D60-AE5A-C11D28B8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9CE2C8F-59FD-4150-AA16-97543294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创建 run_id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3410DAB-2F26-466E-9D49-850DCC3C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528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542EB1C-D59B-460C-83DA-3B8216F6D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 Use 执行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2155FBE-CFFC-4ADD-9547-C30C5CFB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1477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437B19F-CDCA-482D-8E46-06A2AA3D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校验与分类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EBB4F31-33FD-4580-8FFC-D3916374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76725"/>
            <a:ext cx="1905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26B9A87-5A9A-4D51-A506-A84437E1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写入 trace.jsonl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5E45D11-FAC7-41FB-9B00-80802FDE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8E6A4BC-4601-4F07-8B78-1AB1CA5C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EDDE191-8A20-43B4-BA7E-9129C258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666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361208-A283-45CA-ACAB-BFBF003C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TraceEvent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8E55FEE-E634-493E-8B23-A82B035B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33700"/>
            <a:ext cx="205740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node_status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browser_step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browser_frame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classification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report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7DB9CE7-ACE0-4E13-877C-1D4CFF86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B02AA24-E1EA-4B6A-8E13-D4A2D732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28875"/>
            <a:ext cx="2857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AD2DADD-0743-419F-B21B-293280D3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146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前端实时页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813A5D2-3D67-43D9-B85F-D9622D62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908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Agent 节点图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02D61C9-9049-4331-8E43-5B2F0E81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动作日志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8893372-CF09-470E-89F5-C0896B3C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147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浏览器截图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6A7D6B6-D9F5-4E38-BC02-0447D1DC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767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截图时间线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e9011caf046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E82E1DE-6AD8-43FD-B072-2B3F38B3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A7150BB-D710-4AA3-916D-CC4542D6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E9446C-9281-4EA5-B8D2-D980B2B6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B865795-21AE-40A1-A755-8E5453C7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DOM文本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B304E4-6FD3-4F17-830F-3AC4B425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7CAFE5D-DCDC-4E68-B843-03D50ABD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URL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3DA0176-46D3-4E32-B8D9-3AB12021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7229336-A335-41B1-8F39-927E5E65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可访问性树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8C4570E-FE6A-4276-9779-8D126638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1E94DED-F0E3-427A-B77F-A803517C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HTML快照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F8BC694-82C2-46A8-8A6B-7B7081A5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667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0F4E15B-0650-4B69-9419-20396C37A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40EDE63-A9A4-4080-916B-EF919D36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0B96FEB5-CB81-4679-8A5E-512A3745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初始截图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538C433-947C-4B55-A503-3C198630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FC79984-6018-4A00-BAE0-764CAB86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最终截图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6D2B06D-580C-4E05-98BC-D217CD9B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3D0FF18-8E62-4B7C-8416-ED3BB448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GLM-4.6V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F997FBB-E4F7-4C61-B691-84848BAD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95625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338B83E-35B5-4EBC-BF98-53BBE38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62300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语义判断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08465AF-C10C-4C23-984C-F014C75A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9144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E9184C5-E1BB-4E6F-A484-D610F3DF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仲裁规则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7DF1204-5736-4AA8-ACEB-DD364045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29150"/>
            <a:ext cx="7000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确定性通过 + 无需视觉 → pass；semantic 必须走视觉；任一通道低置信度 → needs_review；通道冲突 → fail_soft / 人工复核。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78bf9ed434a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6605C6D-E7AC-41EC-9450-25C251FF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20725D5-55E7-43A9-9086-95BDFB20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9FEB1B-9D90-4E31-A6C9-57C9DEDD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verification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B6473A8-1127-487C-8227-1538A088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955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4B208E5-A32B-445A-8876-EA63BC8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2935867-0D9B-464B-BE66-7F0E10A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4676E0E-B609-4191-9E6A-B3C5BC80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agent 自报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69E85EE-B1F7-4CD1-AAF1-6196BFF1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480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5D32704-E022-4FC4-A98F-B8710105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A4B0C58-F9EE-449D-960A-FFEBDAEF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1792945-89C1-480F-B57E-35C66AEE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errors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09FECB2-5E61-43D4-A20F-D3AC4D5D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004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7CCFC00-4706-4CC9-90D7-8A7FBEB9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9D28B47-B977-4618-92E2-3AC7009D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8752F10-4980-4C2A-8E4B-EB3583ED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final URL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00B3856-584A-402B-8125-00957F59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3CAF588-6322-4B06-948E-9B9F48D9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2190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7CFD603-146F-4B43-8B35-BFF11581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8175"/>
            <a:ext cx="666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A5AE26A-9109-47DA-B1B3-61841A4F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DOM Summary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6C36C5E-A941-4781-808E-699CA60A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05375"/>
            <a:ext cx="1866900" cy="-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诊断信号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D3F9080-EF0B-4BDC-9E29-C82DA4C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B29E4EA-577D-498F-8160-EFA7F094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14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F74D884-3D80-4498-9F0B-868CFAA5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1714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失败分类器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0615B2D-2F31-4FDD-A279-1F1BB895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7CB92B3-67D7-4A1B-85BA-7DBD148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1CE9779-7279-4ABF-986D-1AAEA097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navigation_failure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60A97AB-1C8C-4EE6-966F-3A76B410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47C1B9B-0F90-4C6C-898C-1E265468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050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element_not_found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17567AD-A99E-44B8-98B1-518EE1AD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B6F7B73-F82A-4222-A51A-55A5A097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interaction_failure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F6E43BC-369D-4DD7-ADCB-C77EC03E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82C7E05-7B17-4116-9D0C-2B4C76BF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timing_issue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9A6D982-B874-4B23-B47C-DB5D5A30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73972B8-8574-4228-91FD-0246D7E4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state_mismatch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5CAA472-EFE9-498B-8EB9-65F0981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4802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D44EFF6-957A-47B3-9022-666AF297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visual_regression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D8ACD9B9-93A6-43AF-922B-B5D7000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6D2A745D-A237-45DE-863E-5BCEB650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agent_planning_error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3E5F204-4FFD-4FDE-A367-DC3E7595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528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1B98515-5526-4A4A-9180-5C675643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unknown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C590EEE-731A-4F6F-B6F8-1A02A18C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29125"/>
            <a:ext cx="3048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AE97406-99F6-42A6-9CDA-E731A55E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482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输出：primary / secondary[] / reason / 判定依据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beab920384a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755997C-22ED-4176-B578-1177F5AF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83BD4E0-EE26-4CB4-AE4B-B37E648C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622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4185014-58F3-434D-8BD6-9FFE09E0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051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一次运行 Run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1D16696-2B47-400C-B1A9-53FEDC13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19450"/>
            <a:ext cx="17716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run_id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scenario_id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start/end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模型配置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C900FB4-2838-4014-8F07-47C55EA1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7A5365A-BCDB-46EB-B05F-E54D1465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3000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15EC025-1DE9-4C13-A5BD-FE3199A4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B9B01B2-6D97-4C90-A79A-59946DE5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trace.jsonl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71D45DA-5CC5-44C1-81B4-F6DC1CEB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report.json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BD97982-75DB-41BA-B1C0-F62B033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report.html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ACB7F81-3079-4FCE-9F74-B9B2C9C9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screenshots/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B794C0E-B2EB-43AB-85B7-025F00E3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338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□ verification/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42DCB04-ACD9-4CB2-A870-33D35D70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FBBFBAD-F895-48BE-B807-67C9B674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B43E8D0-1BFA-4EA0-84AB-9021465D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报告预览 report.html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FBFDCEA-B06A-46A3-BBFC-2E7E39DB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289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0D008EE-A6F7-443A-8A13-63605518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 Summary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2A8FF11-0641-432D-A917-B98BF02F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0517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DAB043E-3F71-4632-AC93-1855B0C1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7185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Verification Results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B9C60F8-F777-40D9-B8C1-9B3A4CD8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8140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671F801-54D2-4484-B6B4-D276A958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4807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 Events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2BBAD2-7340-446F-8E7E-CFB3416E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57625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36C7164-A097-4ABB-B292-57DEABBF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24300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Failure Classification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963E4A6-9E22-4465-AC8B-80A19B15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133850"/>
            <a:ext cx="2047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EDDD024-A5E9-425F-8AD3-EE184592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00525"/>
            <a:ext cx="20478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Artifact Links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9E56885-4EC4-43A6-B35C-FE447F7D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00625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8D48518-D448-46FB-8D43-7E1A4A5D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114925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安全处理：报告生成时脱敏 api_key / password / secret / token / credential / authorization。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7b8d80f8746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cebb09dc046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38ed9266c4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07f0541014c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a727c8abf4d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f95b20a8146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2026-05-26T13:34:23.7470000Z</dcterms:created>
  <dcterms:modified xsi:type="dcterms:W3CDTF">2026-05-26T13:34:23.7470000Z</dcterms:modified>
</coreProperties>
</file>