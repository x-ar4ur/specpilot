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351f341f394d5e" /><Relationship Type="http://schemas.openxmlformats.org/officeDocument/2006/relationships/extended-properties" Target="/docProps/app.xml" Id="R0c37705c8fc54a5f" /><Relationship Type="http://schemas.openxmlformats.org/officeDocument/2006/relationships/officeDocument" Target="/ppt/presentation.xml" Id="R274d5476c285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9e7501fda743ff"/>
  </p:sldMasterIdLst>
  <p:notesMasterIdLst>
    <p:notesMasterId xmlns:r="http://schemas.openxmlformats.org/officeDocument/2006/relationships" r:id="R37a7b41931e84024"/>
  </p:notesMasterIdLst>
  <p:sldIdLst>
    <p:sldId xmlns:r="http://schemas.openxmlformats.org/officeDocument/2006/relationships" id="256" r:id="Rf208f6ac417748c5"/>
    <p:sldId xmlns:r="http://schemas.openxmlformats.org/officeDocument/2006/relationships" id="257" r:id="R9b246e9db5454723"/>
    <p:sldId xmlns:r="http://schemas.openxmlformats.org/officeDocument/2006/relationships" id="258" r:id="Rfd4e9f71c23e4d5f"/>
    <p:sldId xmlns:r="http://schemas.openxmlformats.org/officeDocument/2006/relationships" id="259" r:id="R2606aea4fc2040bc"/>
    <p:sldId xmlns:r="http://schemas.openxmlformats.org/officeDocument/2006/relationships" id="260" r:id="Ra250a621f161496c"/>
    <p:sldId xmlns:r="http://schemas.openxmlformats.org/officeDocument/2006/relationships" id="261" r:id="R985d7c5cdd6c459f"/>
    <p:sldId xmlns:r="http://schemas.openxmlformats.org/officeDocument/2006/relationships" id="262" r:id="R6d2e8d07711647aa"/>
    <p:sldId xmlns:r="http://schemas.openxmlformats.org/officeDocument/2006/relationships" id="263" r:id="R96a829bf4c1b4e23"/>
    <p:sldId xmlns:r="http://schemas.openxmlformats.org/officeDocument/2006/relationships" id="264" r:id="Rc0366b283fc4477f"/>
    <p:sldId xmlns:r="http://schemas.openxmlformats.org/officeDocument/2006/relationships" id="265" r:id="Rc158b925da344369"/>
    <p:sldId xmlns:r="http://schemas.openxmlformats.org/officeDocument/2006/relationships" id="266" r:id="Rd66c708ecaa04842"/>
    <p:sldId xmlns:r="http://schemas.openxmlformats.org/officeDocument/2006/relationships" id="267" r:id="R44e26a646dcf469d"/>
    <p:sldId xmlns:r="http://schemas.openxmlformats.org/officeDocument/2006/relationships" id="268" r:id="R9ccd9dd06f3f4a44"/>
    <p:sldId xmlns:r="http://schemas.openxmlformats.org/officeDocument/2006/relationships" id="269" r:id="R2732ee38d1c94682"/>
    <p:sldId xmlns:r="http://schemas.openxmlformats.org/officeDocument/2006/relationships" id="270" r:id="R2ed6270051ed4db0"/>
    <p:sldId xmlns:r="http://schemas.openxmlformats.org/officeDocument/2006/relationships" id="271" r:id="Rbe4cdebda6044a75"/>
    <p:sldId xmlns:r="http://schemas.openxmlformats.org/officeDocument/2006/relationships" id="272" r:id="R7ef7f54d8b804e05"/>
    <p:sldId xmlns:r="http://schemas.openxmlformats.org/officeDocument/2006/relationships" id="273" r:id="R5b9730a8fe394421"/>
    <p:sldId xmlns:r="http://schemas.openxmlformats.org/officeDocument/2006/relationships" id="274" r:id="R2761ead47479475b"/>
    <p:sldId xmlns:r="http://schemas.openxmlformats.org/officeDocument/2006/relationships" id="275" r:id="R6bb6e7e900c344b9"/>
    <p:sldId xmlns:r="http://schemas.openxmlformats.org/officeDocument/2006/relationships" id="276" r:id="Re5b7086f92d140f6"/>
    <p:sldId xmlns:r="http://schemas.openxmlformats.org/officeDocument/2006/relationships" id="277" r:id="R370046e0d76046b3"/>
    <p:sldId xmlns:r="http://schemas.openxmlformats.org/officeDocument/2006/relationships" id="278" r:id="R61ef95cf12664b7d"/>
    <p:sldId xmlns:r="http://schemas.openxmlformats.org/officeDocument/2006/relationships" id="279" r:id="R4002b15d035e4762"/>
    <p:sldId xmlns:r="http://schemas.openxmlformats.org/officeDocument/2006/relationships" id="280" r:id="R57128593714b4821"/>
    <p:sldId xmlns:r="http://schemas.openxmlformats.org/officeDocument/2006/relationships" id="281" r:id="R111f9ce2fbd1457e"/>
    <p:sldId xmlns:r="http://schemas.openxmlformats.org/officeDocument/2006/relationships" id="282" r:id="Rc7cfa7e1c04749e9"/>
    <p:sldId xmlns:r="http://schemas.openxmlformats.org/officeDocument/2006/relationships" id="283" r:id="R41b7fde800494335"/>
    <p:sldId xmlns:r="http://schemas.openxmlformats.org/officeDocument/2006/relationships" id="284" r:id="R9f1206e698f7475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9e7501fda743ff" /><Relationship Type="http://schemas.openxmlformats.org/officeDocument/2006/relationships/theme" Target="/ppt/theme/theme1.xml" Id="R4e1a3875848549e9" /><Relationship Type="http://schemas.openxmlformats.org/officeDocument/2006/relationships/notesMaster" Target="/ppt/notesMasters/notesMaster1.xml" Id="R37a7b41931e84024" /><Relationship Type="http://schemas.openxmlformats.org/officeDocument/2006/relationships/presProps" Target="/ppt/presProps.xml" Id="Rb3394e8e687647a1" /><Relationship Type="http://schemas.openxmlformats.org/officeDocument/2006/relationships/viewProps" Target="/ppt/viewProps.xml" Id="R6b9ed0e10c884ccf" /><Relationship Type="http://schemas.openxmlformats.org/officeDocument/2006/relationships/tableStyles" Target="/ppt/tableStyles.xml" Id="R99f05a04318e44c1" /><Relationship Type="http://schemas.openxmlformats.org/officeDocument/2006/relationships/slide" Target="/ppt/slides/slide1.xml" Id="Rf208f6ac417748c5" /><Relationship Type="http://schemas.openxmlformats.org/officeDocument/2006/relationships/slide" Target="/ppt/slides/slide2.xml" Id="R9b246e9db5454723" /><Relationship Type="http://schemas.openxmlformats.org/officeDocument/2006/relationships/slide" Target="/ppt/slides/slide3.xml" Id="Rfd4e9f71c23e4d5f" /><Relationship Type="http://schemas.openxmlformats.org/officeDocument/2006/relationships/slide" Target="/ppt/slides/slide4.xml" Id="R2606aea4fc2040bc" /><Relationship Type="http://schemas.openxmlformats.org/officeDocument/2006/relationships/slide" Target="/ppt/slides/slide5.xml" Id="Ra250a621f161496c" /><Relationship Type="http://schemas.openxmlformats.org/officeDocument/2006/relationships/slide" Target="/ppt/slides/slide6.xml" Id="R985d7c5cdd6c459f" /><Relationship Type="http://schemas.openxmlformats.org/officeDocument/2006/relationships/slide" Target="/ppt/slides/slide7.xml" Id="R6d2e8d07711647aa" /><Relationship Type="http://schemas.openxmlformats.org/officeDocument/2006/relationships/slide" Target="/ppt/slides/slide8.xml" Id="R96a829bf4c1b4e23" /><Relationship Type="http://schemas.openxmlformats.org/officeDocument/2006/relationships/slide" Target="/ppt/slides/slide9.xml" Id="Rc0366b283fc4477f" /><Relationship Type="http://schemas.openxmlformats.org/officeDocument/2006/relationships/slide" Target="/ppt/slides/slide10.xml" Id="Rc158b925da344369" /><Relationship Type="http://schemas.openxmlformats.org/officeDocument/2006/relationships/slide" Target="/ppt/slides/slide11.xml" Id="Rd66c708ecaa04842" /><Relationship Type="http://schemas.openxmlformats.org/officeDocument/2006/relationships/slide" Target="/ppt/slides/slide12.xml" Id="R44e26a646dcf469d" /><Relationship Type="http://schemas.openxmlformats.org/officeDocument/2006/relationships/slide" Target="/ppt/slides/slide13.xml" Id="R9ccd9dd06f3f4a44" /><Relationship Type="http://schemas.openxmlformats.org/officeDocument/2006/relationships/slide" Target="/ppt/slides/slide14.xml" Id="R2732ee38d1c94682" /><Relationship Type="http://schemas.openxmlformats.org/officeDocument/2006/relationships/slide" Target="/ppt/slides/slide15.xml" Id="R2ed6270051ed4db0" /><Relationship Type="http://schemas.openxmlformats.org/officeDocument/2006/relationships/slide" Target="/ppt/slides/slide16.xml" Id="Rbe4cdebda6044a75" /><Relationship Type="http://schemas.openxmlformats.org/officeDocument/2006/relationships/slide" Target="/ppt/slides/slide17.xml" Id="R7ef7f54d8b804e05" /><Relationship Type="http://schemas.openxmlformats.org/officeDocument/2006/relationships/slide" Target="/ppt/slides/slide18.xml" Id="R5b9730a8fe394421" /><Relationship Type="http://schemas.openxmlformats.org/officeDocument/2006/relationships/slide" Target="/ppt/slides/slide19.xml" Id="R2761ead47479475b" /><Relationship Type="http://schemas.openxmlformats.org/officeDocument/2006/relationships/slide" Target="/ppt/slides/slide20.xml" Id="R6bb6e7e900c344b9" /><Relationship Type="http://schemas.openxmlformats.org/officeDocument/2006/relationships/slide" Target="/ppt/slides/slide21.xml" Id="Re5b7086f92d140f6" /><Relationship Type="http://schemas.openxmlformats.org/officeDocument/2006/relationships/slide" Target="/ppt/slides/slide22.xml" Id="R370046e0d76046b3" /><Relationship Type="http://schemas.openxmlformats.org/officeDocument/2006/relationships/slide" Target="/ppt/slides/slide23.xml" Id="R61ef95cf12664b7d" /><Relationship Type="http://schemas.openxmlformats.org/officeDocument/2006/relationships/slide" Target="/ppt/slides/slide24.xml" Id="R4002b15d035e4762" /><Relationship Type="http://schemas.openxmlformats.org/officeDocument/2006/relationships/slide" Target="/ppt/slides/slide25.xml" Id="R57128593714b4821" /><Relationship Type="http://schemas.openxmlformats.org/officeDocument/2006/relationships/slide" Target="/ppt/slides/slide26.xml" Id="R111f9ce2fbd1457e" /><Relationship Type="http://schemas.openxmlformats.org/officeDocument/2006/relationships/slide" Target="/ppt/slides/slide27.xml" Id="Rc7cfa7e1c04749e9" /><Relationship Type="http://schemas.openxmlformats.org/officeDocument/2006/relationships/slide" Target="/ppt/slides/slide28.xml" Id="R41b7fde800494335" /><Relationship Type="http://schemas.openxmlformats.org/officeDocument/2006/relationships/slide" Target="/ppt/slides/slide29.xml" Id="R9f1206e698f7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7db6b80e0a54a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10d98bbcd44df5" /><Relationship Type="http://schemas.openxmlformats.org/officeDocument/2006/relationships/notesMaster" Target="/ppt/notesMasters/notesMaster1.xml" Id="R810b3781ac5b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66e0873774774" /><Relationship Type="http://schemas.openxmlformats.org/officeDocument/2006/relationships/notesMaster" Target="/ppt/notesMasters/notesMaster1.xml" Id="R7ab13c23d307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9366d752445b2" /><Relationship Type="http://schemas.openxmlformats.org/officeDocument/2006/relationships/notesMaster" Target="/ppt/notesMasters/notesMaster1.xml" Id="R9c40b310577545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7001c6f33b406a" /><Relationship Type="http://schemas.openxmlformats.org/officeDocument/2006/relationships/notesMaster" Target="/ppt/notesMasters/notesMaster1.xml" Id="R42ea2601922b4d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9904e4452f4b26" /><Relationship Type="http://schemas.openxmlformats.org/officeDocument/2006/relationships/notesMaster" Target="/ppt/notesMasters/notesMaster1.xml" Id="Rd848e5e712ab4e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0dea0e26c74c82" /><Relationship Type="http://schemas.openxmlformats.org/officeDocument/2006/relationships/notesMaster" Target="/ppt/notesMasters/notesMaster1.xml" Id="R7cdd3140dc6843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c93875353b42e3" /><Relationship Type="http://schemas.openxmlformats.org/officeDocument/2006/relationships/notesMaster" Target="/ppt/notesMasters/notesMaster1.xml" Id="Rac7348d0881642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97d9f5ffeb4b19" /><Relationship Type="http://schemas.openxmlformats.org/officeDocument/2006/relationships/notesMaster" Target="/ppt/notesMasters/notesMaster1.xml" Id="Rcd63f526c86b4c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e4f64e90e42a7" /><Relationship Type="http://schemas.openxmlformats.org/officeDocument/2006/relationships/notesMaster" Target="/ppt/notesMasters/notesMaster1.xml" Id="R5034d802996b4a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551bc7aace4409" /><Relationship Type="http://schemas.openxmlformats.org/officeDocument/2006/relationships/notesMaster" Target="/ppt/notesMasters/notesMaster1.xml" Id="Re5fbaed2c4ae40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3c56d3e59c43dc" /><Relationship Type="http://schemas.openxmlformats.org/officeDocument/2006/relationships/notesMaster" Target="/ppt/notesMasters/notesMaster1.xml" Id="R2f381ea8d2dd4d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bbe6ac66c9436f" /><Relationship Type="http://schemas.openxmlformats.org/officeDocument/2006/relationships/notesMaster" Target="/ppt/notesMasters/notesMaster1.xml" Id="Rf969d5d1b0cf43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0c8d139fba4310" /><Relationship Type="http://schemas.openxmlformats.org/officeDocument/2006/relationships/notesMaster" Target="/ppt/notesMasters/notesMaster1.xml" Id="R17e787c7657d46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641b8159614feb" /><Relationship Type="http://schemas.openxmlformats.org/officeDocument/2006/relationships/notesMaster" Target="/ppt/notesMasters/notesMaster1.xml" Id="R75eefc4766a243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179d02a214cf1" /><Relationship Type="http://schemas.openxmlformats.org/officeDocument/2006/relationships/notesMaster" Target="/ppt/notesMasters/notesMaster1.xml" Id="R38c0e66c731541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e8997492b1463e" /><Relationship Type="http://schemas.openxmlformats.org/officeDocument/2006/relationships/notesMaster" Target="/ppt/notesMasters/notesMaster1.xml" Id="Rcb1f6c31217341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6ed498c2584909" /><Relationship Type="http://schemas.openxmlformats.org/officeDocument/2006/relationships/notesMaster" Target="/ppt/notesMasters/notesMaster1.xml" Id="R48cdfc59ea2c4b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2d94315b9942cf" /><Relationship Type="http://schemas.openxmlformats.org/officeDocument/2006/relationships/notesMaster" Target="/ppt/notesMasters/notesMaster1.xml" Id="R859291a4780348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26f6146ce2457f" /><Relationship Type="http://schemas.openxmlformats.org/officeDocument/2006/relationships/notesMaster" Target="/ppt/notesMasters/notesMaster1.xml" Id="R583432b84f504a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44ef5667e94975" /><Relationship Type="http://schemas.openxmlformats.org/officeDocument/2006/relationships/notesMaster" Target="/ppt/notesMasters/notesMaster1.xml" Id="R14546adcdf064d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af10827e09246ba" /><Relationship Type="http://schemas.openxmlformats.org/officeDocument/2006/relationships/notesMaster" Target="/ppt/notesMasters/notesMaster1.xml" Id="Rce760294c71740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c1e3deb0f84c13" /><Relationship Type="http://schemas.openxmlformats.org/officeDocument/2006/relationships/notesMaster" Target="/ppt/notesMasters/notesMaster1.xml" Id="R9fae017ae41448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336397143264e9c" /><Relationship Type="http://schemas.openxmlformats.org/officeDocument/2006/relationships/notesMaster" Target="/ppt/notesMasters/notesMaster1.xml" Id="R80468d25e67c40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64681f3780d4309" /><Relationship Type="http://schemas.openxmlformats.org/officeDocument/2006/relationships/notesMaster" Target="/ppt/notesMasters/notesMaster1.xml" Id="Rf69dfaae0e0941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87b9dfa73fb4b4e" /><Relationship Type="http://schemas.openxmlformats.org/officeDocument/2006/relationships/notesMaster" Target="/ppt/notesMasters/notesMaster1.xml" Id="R4fffa57764ea422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5e43a77fcc4349" /><Relationship Type="http://schemas.openxmlformats.org/officeDocument/2006/relationships/notesMaster" Target="/ppt/notesMasters/notesMaster1.xml" Id="R62b4a7e68d3c4f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17481d0dd04d05" /><Relationship Type="http://schemas.openxmlformats.org/officeDocument/2006/relationships/notesMaster" Target="/ppt/notesMasters/notesMaster1.xml" Id="R2e60e8d076794eb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279757cb604260" /><Relationship Type="http://schemas.openxmlformats.org/officeDocument/2006/relationships/notesMaster" Target="/ppt/notesMasters/notesMaster1.xml" Id="R9f8a8e68429c411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6727571f2a94baf" /><Relationship Type="http://schemas.openxmlformats.org/officeDocument/2006/relationships/notesMaster" Target="/ppt/notesMasters/notesMaster1.xml" Id="Ref1f76a32531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3a47c5b154b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19bcc18f548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5351ac7d744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5d923b87346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1414328cf47b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3605d082b4a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b141c443f4a5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79261f1cb4e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c783ac0f84d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84ece1f0241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217ad391d4b79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d75a29c4df465e" /><Relationship Type="http://schemas.openxmlformats.org/officeDocument/2006/relationships/slideLayout" Target="/ppt/slideLayouts/slideLayout2.xml" Id="Ra86c0a9031314614" /><Relationship Type="http://schemas.openxmlformats.org/officeDocument/2006/relationships/slideLayout" Target="/ppt/slideLayouts/slideLayout3.xml" Id="Rab7169b429574f94" /><Relationship Type="http://schemas.openxmlformats.org/officeDocument/2006/relationships/slideLayout" Target="/ppt/slideLayouts/slideLayout4.xml" Id="Rb0e475c1479f431e" /><Relationship Type="http://schemas.openxmlformats.org/officeDocument/2006/relationships/slideLayout" Target="/ppt/slideLayouts/slideLayout5.xml" Id="R440c74692d834d47" /><Relationship Type="http://schemas.openxmlformats.org/officeDocument/2006/relationships/slideLayout" Target="/ppt/slideLayouts/slideLayout6.xml" Id="R1b3c6b31511943e7" /><Relationship Type="http://schemas.openxmlformats.org/officeDocument/2006/relationships/slideLayout" Target="/ppt/slideLayouts/slideLayout7.xml" Id="R31feebce56e64694" /><Relationship Type="http://schemas.openxmlformats.org/officeDocument/2006/relationships/slideLayout" Target="/ppt/slideLayouts/slideLayout8.xml" Id="Rb21dcb9560014b61" /><Relationship Type="http://schemas.openxmlformats.org/officeDocument/2006/relationships/slideLayout" Target="/ppt/slideLayouts/slideLayout9.xml" Id="R793d34819b8a4044" /><Relationship Type="http://schemas.openxmlformats.org/officeDocument/2006/relationships/slideLayout" Target="/ppt/slideLayouts/slideLayout10.xml" Id="R4966ddf8fc074237" /><Relationship Type="http://schemas.openxmlformats.org/officeDocument/2006/relationships/slideLayout" Target="/ppt/slideLayouts/slideLayout11.xml" Id="Re2170da146f24b77" /><Relationship Type="http://schemas.openxmlformats.org/officeDocument/2006/relationships/slideLayout" Target="/ppt/slideLayouts/slideLayout12.xml" Id="R67bf4b82695945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c0a9031314614"/>
    <p:sldLayoutId xmlns:r="http://schemas.openxmlformats.org/officeDocument/2006/relationships" id="2147483650" r:id="Rab7169b429574f94"/>
    <p:sldLayoutId xmlns:r="http://schemas.openxmlformats.org/officeDocument/2006/relationships" id="2147483651" r:id="Rb0e475c1479f431e"/>
    <p:sldLayoutId xmlns:r="http://schemas.openxmlformats.org/officeDocument/2006/relationships" id="2147483652" r:id="R440c74692d834d47"/>
    <p:sldLayoutId xmlns:r="http://schemas.openxmlformats.org/officeDocument/2006/relationships" id="2147483653" r:id="R1b3c6b31511943e7"/>
    <p:sldLayoutId xmlns:r="http://schemas.openxmlformats.org/officeDocument/2006/relationships" id="2147483654" r:id="R31feebce56e64694"/>
    <p:sldLayoutId xmlns:r="http://schemas.openxmlformats.org/officeDocument/2006/relationships" id="2147483655" r:id="Rb21dcb9560014b61"/>
    <p:sldLayoutId xmlns:r="http://schemas.openxmlformats.org/officeDocument/2006/relationships" id="2147483656" r:id="R793d34819b8a4044"/>
    <p:sldLayoutId xmlns:r="http://schemas.openxmlformats.org/officeDocument/2006/relationships" id="2147483657" r:id="R4966ddf8fc074237"/>
    <p:sldLayoutId xmlns:r="http://schemas.openxmlformats.org/officeDocument/2006/relationships" id="2147483658" r:id="Re2170da146f24b77"/>
    <p:sldLayoutId xmlns:r="http://schemas.openxmlformats.org/officeDocument/2006/relationships" id="2147483659" r:id="R67bf4b82695945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c2cabcf02104237" /><Relationship Type="http://schemas.openxmlformats.org/officeDocument/2006/relationships/image" Target="/ppt/media/image.png" Id="R46f55aadc810441f" /><Relationship Type="http://schemas.openxmlformats.org/officeDocument/2006/relationships/image" Target="/ppt/media/image2.png" Id="R995069ee30a84c3f" /><Relationship Type="http://schemas.openxmlformats.org/officeDocument/2006/relationships/notesSlide" Target="/ppt/notesSlides/notesSlide1.xml" Id="Ref2cdf177fec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ad263589c4455" /><Relationship Type="http://schemas.openxmlformats.org/officeDocument/2006/relationships/image" Target="/ppt/media/image2.png" Id="R57ac09aee8d64f99" /><Relationship Type="http://schemas.openxmlformats.org/officeDocument/2006/relationships/notesSlide" Target="/ppt/notesSlides/notesSlide2.xml" Id="R3258f23a5baf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6dea359a1847db" /><Relationship Type="http://schemas.openxmlformats.org/officeDocument/2006/relationships/image" Target="/ppt/media/image2.png" Id="R12329fb39a294975" /><Relationship Type="http://schemas.openxmlformats.org/officeDocument/2006/relationships/notesSlide" Target="/ppt/notesSlides/notesSlide3.xml" Id="R98e28ee2c43d47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5194260e604f5d" /><Relationship Type="http://schemas.openxmlformats.org/officeDocument/2006/relationships/image" Target="/ppt/media/image3.png" Id="R8de411b9889443d0" /><Relationship Type="http://schemas.openxmlformats.org/officeDocument/2006/relationships/notesSlide" Target="/ppt/notesSlides/notesSlide4.xml" Id="Ra2ae78b6a4d54e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5a073a64314941" /><Relationship Type="http://schemas.openxmlformats.org/officeDocument/2006/relationships/image" Target="/ppt/media/image3.png" Id="R892332a5be4f48f4" /><Relationship Type="http://schemas.openxmlformats.org/officeDocument/2006/relationships/notesSlide" Target="/ppt/notesSlides/notesSlide5.xml" Id="R5fd94fd5cbb440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1e33313131e4f97" /><Relationship Type="http://schemas.openxmlformats.org/officeDocument/2006/relationships/image" Target="/ppt/media/image2.png" Id="Rdc7c92e47f3b4740" /><Relationship Type="http://schemas.openxmlformats.org/officeDocument/2006/relationships/notesSlide" Target="/ppt/notesSlides/notesSlide6.xml" Id="Rc6d9edfaf2734b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b7157b6e6234ce5" /><Relationship Type="http://schemas.openxmlformats.org/officeDocument/2006/relationships/image" Target="/ppt/media/image3.png" Id="R178aedf57d114e82" /><Relationship Type="http://schemas.openxmlformats.org/officeDocument/2006/relationships/notesSlide" Target="/ppt/notesSlides/notesSlide7.xml" Id="R4031506efcd443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1c05c163a649e8" /><Relationship Type="http://schemas.openxmlformats.org/officeDocument/2006/relationships/image" Target="/ppt/media/image3.png" Id="Rea046ce071e74870" /><Relationship Type="http://schemas.openxmlformats.org/officeDocument/2006/relationships/notesSlide" Target="/ppt/notesSlides/notesSlide8.xml" Id="R012f0f9e338147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648aef098641af" /><Relationship Type="http://schemas.openxmlformats.org/officeDocument/2006/relationships/image" Target="/ppt/media/image3.png" Id="R1ed2456f8efe43a2" /><Relationship Type="http://schemas.openxmlformats.org/officeDocument/2006/relationships/notesSlide" Target="/ppt/notesSlides/notesSlide9.xml" Id="R1bf6913b7f2841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9217ee73ff6421d" /><Relationship Type="http://schemas.openxmlformats.org/officeDocument/2006/relationships/image" Target="/ppt/media/image2.png" Id="Rb7c1bcf2e1ba4c14" /><Relationship Type="http://schemas.openxmlformats.org/officeDocument/2006/relationships/notesSlide" Target="/ppt/notesSlides/notesSlide10.xml" Id="R0856529ee7bc47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7e9d12b24445b7" /><Relationship Type="http://schemas.openxmlformats.org/officeDocument/2006/relationships/image" Target="/ppt/media/image3.png" Id="R50fac0995a644d68" /><Relationship Type="http://schemas.openxmlformats.org/officeDocument/2006/relationships/notesSlide" Target="/ppt/notesSlides/notesSlide11.xml" Id="R77977d6ec11949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21009d86a3d4c8c" /><Relationship Type="http://schemas.openxmlformats.org/officeDocument/2006/relationships/image" Target="/ppt/media/image3.png" Id="R69b9cb2f6d594ea4" /><Relationship Type="http://schemas.openxmlformats.org/officeDocument/2006/relationships/notesSlide" Target="/ppt/notesSlides/notesSlide12.xml" Id="R02b0062d1e9446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288a2e204443cc" /><Relationship Type="http://schemas.openxmlformats.org/officeDocument/2006/relationships/image" Target="/ppt/media/image3.png" Id="Rf07ccb404bc34a91" /><Relationship Type="http://schemas.openxmlformats.org/officeDocument/2006/relationships/notesSlide" Target="/ppt/notesSlides/notesSlide13.xml" Id="R5cabc0cb029646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d79b61e2a6c4c43" /><Relationship Type="http://schemas.openxmlformats.org/officeDocument/2006/relationships/image" Target="/ppt/media/image3.png" Id="Raf76375662054ef5" /><Relationship Type="http://schemas.openxmlformats.org/officeDocument/2006/relationships/notesSlide" Target="/ppt/notesSlides/notesSlide14.xml" Id="R2565228d84d14a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0b7d312ecc14e88" /><Relationship Type="http://schemas.openxmlformats.org/officeDocument/2006/relationships/image" Target="/ppt/media/image3.png" Id="Rc6a9bdb9d1064190" /><Relationship Type="http://schemas.openxmlformats.org/officeDocument/2006/relationships/notesSlide" Target="/ppt/notesSlides/notesSlide15.xml" Id="Rc6b411b5eaff4a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4042b0bf28495c" /><Relationship Type="http://schemas.openxmlformats.org/officeDocument/2006/relationships/image" Target="/ppt/media/image3.png" Id="Reb8c469fa98042a0" /><Relationship Type="http://schemas.openxmlformats.org/officeDocument/2006/relationships/notesSlide" Target="/ppt/notesSlides/notesSlide16.xml" Id="R4087efc2013e44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bd56f30aeba415b" /><Relationship Type="http://schemas.openxmlformats.org/officeDocument/2006/relationships/image" Target="/ppt/media/image3.png" Id="R12a13d791f44419a" /><Relationship Type="http://schemas.openxmlformats.org/officeDocument/2006/relationships/notesSlide" Target="/ppt/notesSlides/notesSlide17.xml" Id="R2c2d0858593a49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cd3487f20648bd" /><Relationship Type="http://schemas.openxmlformats.org/officeDocument/2006/relationships/image" Target="/ppt/media/image3.png" Id="R78d33d9a64974db3" /><Relationship Type="http://schemas.openxmlformats.org/officeDocument/2006/relationships/notesSlide" Target="/ppt/notesSlides/notesSlide18.xml" Id="Rdacb9d9816ae42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24d85a47f364798" /><Relationship Type="http://schemas.openxmlformats.org/officeDocument/2006/relationships/image" Target="/ppt/media/image3.png" Id="Rbd7daf52f26946bc" /><Relationship Type="http://schemas.openxmlformats.org/officeDocument/2006/relationships/notesSlide" Target="/ppt/notesSlides/notesSlide19.xml" Id="Reed2e494eece4f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688da7c915c4938" /><Relationship Type="http://schemas.openxmlformats.org/officeDocument/2006/relationships/image" Target="/ppt/media/image3.png" Id="R6aba5fd4ea784d5e" /><Relationship Type="http://schemas.openxmlformats.org/officeDocument/2006/relationships/notesSlide" Target="/ppt/notesSlides/notesSlide20.xml" Id="R360ce255acac42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d117baab2864fb9" /><Relationship Type="http://schemas.openxmlformats.org/officeDocument/2006/relationships/image" Target="/ppt/media/image3.png" Id="R9c94257c039341d7" /><Relationship Type="http://schemas.openxmlformats.org/officeDocument/2006/relationships/notesSlide" Target="/ppt/notesSlides/notesSlide21.xml" Id="Rd367a8209b6249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014ab09ade46e2" /><Relationship Type="http://schemas.openxmlformats.org/officeDocument/2006/relationships/image" Target="/ppt/media/image3.png" Id="Re8476afac53e4f77" /><Relationship Type="http://schemas.openxmlformats.org/officeDocument/2006/relationships/notesSlide" Target="/ppt/notesSlides/notesSlide22.xml" Id="R7317832d246c43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712a67abf984add" /><Relationship Type="http://schemas.openxmlformats.org/officeDocument/2006/relationships/image" Target="/ppt/media/image3.png" Id="R5446baf6181440c8" /><Relationship Type="http://schemas.openxmlformats.org/officeDocument/2006/relationships/notesSlide" Target="/ppt/notesSlides/notesSlide23.xml" Id="Rd131052025124a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3ad937670f4671" /><Relationship Type="http://schemas.openxmlformats.org/officeDocument/2006/relationships/image" Target="/ppt/media/image3.png" Id="R755743182df2424e" /><Relationship Type="http://schemas.openxmlformats.org/officeDocument/2006/relationships/notesSlide" Target="/ppt/notesSlides/notesSlide24.xml" Id="R9b78e1a5a5f249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d5af7da27964698" /><Relationship Type="http://schemas.openxmlformats.org/officeDocument/2006/relationships/image" Target="/ppt/media/image2.png" Id="Rb3f1d83525e542c3" /><Relationship Type="http://schemas.openxmlformats.org/officeDocument/2006/relationships/notesSlide" Target="/ppt/notesSlides/notesSlide25.xml" Id="R8171fffd298b406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d1186887aaf4cee" /><Relationship Type="http://schemas.openxmlformats.org/officeDocument/2006/relationships/image" Target="/ppt/media/image3.png" Id="R168d60da70d74682" /><Relationship Type="http://schemas.openxmlformats.org/officeDocument/2006/relationships/notesSlide" Target="/ppt/notesSlides/notesSlide26.xml" Id="R193245d5c71649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61ee5ad49a94e4c" /><Relationship Type="http://schemas.openxmlformats.org/officeDocument/2006/relationships/image" Target="/ppt/media/image3.png" Id="R4a63cbdb7794455b" /><Relationship Type="http://schemas.openxmlformats.org/officeDocument/2006/relationships/notesSlide" Target="/ppt/notesSlides/notesSlide27.xml" Id="R96aca1535500432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fc13063d324411" /><Relationship Type="http://schemas.openxmlformats.org/officeDocument/2006/relationships/image" Target="/ppt/media/image3.png" Id="R14fd3f422a1543b7" /><Relationship Type="http://schemas.openxmlformats.org/officeDocument/2006/relationships/notesSlide" Target="/ppt/notesSlides/notesSlide28.xml" Id="R6de2c0d4b46742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aa496ebc044f65" /><Relationship Type="http://schemas.openxmlformats.org/officeDocument/2006/relationships/image" Target="/ppt/media/image2.png" Id="R76aa4d29888848a6" /><Relationship Type="http://schemas.openxmlformats.org/officeDocument/2006/relationships/notesSlide" Target="/ppt/notesSlides/notesSlide29.xml" Id="Rd6281ba82ac74b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55aadc810441f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069ee30a84c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c09aee8d64f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29fb39a29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411b98894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2C1FD8-0ABB-46BD-987D-057074AE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88D63C-6CA9-4046-832B-0E566807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FFF7C8-DCA6-4E5E-8D5E-15F619CD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F79E45-1B87-4A46-8379-7C268B26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354255-C908-419F-9104-AE4BB017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3ACEE1-CA9F-4E64-9F6C-90DAE69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3F9BAF-9760-48CD-98CF-DC763807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FD8E06-191A-4DA4-891E-343AC84B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740DA7-D8F4-4CA0-9F30-3B6C6C1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3733C7-F849-43CF-A753-8CF06A9D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ADDA19-728D-475D-A9A6-87E6297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E4F661-958F-4716-A1F2-0EF829AE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EBA169-701A-4958-A48A-CD7AA1EF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37F540-6791-4A2B-AD61-97F469D5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7A5A94-808A-43F0-82D9-746429C0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64D010-7F0D-4580-8403-2FB89D5A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332a5be4f48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0B31F6-FAE6-40D5-9D52-47E29E46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B22F68-92EF-4258-AC4C-C06B9E0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E2D3CA-D99F-48B2-AB5D-EE66A280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3E6979-13E0-487B-A203-FAC0E2F6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1D1FED-6FBA-458F-B11A-C47C05A2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4FF901-34B0-4C2B-AC10-E8144C4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2ADA0-790A-473C-AA64-D8681B1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F54ACA-48FA-4D84-9D19-ACA09D74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B55FDD-5425-4178-BC9E-E29627C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82B2AF-E07B-4C47-A2DD-AF07FDAF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E9A8C6C-C4DA-4D56-9D64-BB4F5CDC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4F2A9D-1FCC-413B-ACCF-A0F5643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D3D266-E183-4F8F-949B-71CF761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88475F-FB10-47D3-894C-82CCA208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D4478F-57BE-488B-BBFE-9E44125E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159E4F-527D-41C5-943B-440FFB2B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1903E1-B68D-4313-940B-EBD7C976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8AFFB0-87D3-49CF-B5F7-C4330D4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CA37AE-C2B0-4E4E-A8D9-01537BC1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8F6A28-E722-483F-8920-A0EE86D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217726-5CEE-4B46-85C8-4A9CFB1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89E5F3-783F-48D1-96A5-B28D349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FC24CE-C544-41DB-90B3-6D3CD64F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349440-3FD1-4729-8D1A-101D4DA7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22EE3E-08C7-4EA9-8C0C-05B7A164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587DA6-6F69-43B4-B209-3AE8FA39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c92e47f3b47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aedf57d114e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E20994-A97C-438B-A8A7-F54E6719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62CB01-6AB1-497F-9CA9-D2250DE2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C374FF-B841-447F-B3C9-87BBC915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2C2E4E-3439-493A-98A4-5CC2DE14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A99F1C-BF2E-45A0-A352-3B5BAC65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B90356-BFD4-4532-96AD-424C03BC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05785E-4964-464D-A058-D0AECD13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CCEA5C-C49C-483C-873B-A01118B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B30C0E-7C9C-4AB5-A312-AF5CB24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C13B30-0E47-45FF-A15E-E90D7555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D3D640-FC6F-459A-AA87-454DD7E2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9C8DD6-D792-4740-A325-34DCC0A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7BD979-6A18-4D63-AC69-B077424A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C6A65D-4243-4E34-A895-2AF57B6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84578F-A573-4B58-955E-22BB795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B6508C-C91F-452F-A154-81BE32DD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F85379-EF00-44EF-B637-42F4A99B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3D375B-D140-4145-A868-BCEE26D5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D8C274-459B-413A-B571-915016C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910DF15-54CE-4648-B72C-90F3F77B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7B4887-CEB4-43A5-B21E-673D8A82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7586B61-89C4-4C4A-AD4A-98CAD2E0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9F27ECD-7DB5-4988-9987-7C3DB39E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9CB707-DF99-4992-A6AF-312B7310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3D7F9F-7C92-4B60-80E0-942FB184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5639751-CA3A-4797-A3B6-4716E04B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3ACF0E-7AC1-459A-96A5-10CDFBA3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BC6897-C123-41C8-AD36-66320730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40CED53-F019-4281-8F05-14FDAD77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A302ED-DE18-4DEA-B0D1-9E8151B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11CE08B-CC49-44F1-AE84-C3D01D11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3AEAEA-9199-4642-BE05-C9AC2A1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B5CD059-FA18-47EA-8364-6873710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353F8B-A26C-4828-9B37-C0250C6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CCA069-4933-4938-82A7-7AEFF9EC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772E91-49CE-43BF-A370-80C29513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E1F3BF-9C60-4472-A6A0-12BF053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B0553F-1299-4820-BB9C-411C3F3E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9BD326-2661-4F9C-AEA1-4FD98E2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1D0BCF-3136-46F7-AD77-E0D2AAAC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0AC927-0184-4F6A-BB1A-C1AAAECA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627FB90-2F86-4735-8FE2-CD67F832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0CFF61-CBE9-44D8-A42C-D46CF49A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8AC320-F59E-4EF3-9A22-6E2CDD31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1414BBC-D5A2-4A7A-B8F1-F5CA4F2A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A292F6-5611-4B73-90D3-04A3AA9E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B93D2B3-7B98-4239-A862-9D24A7AA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46ce071e748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F170214-35F8-49DD-B12F-4979C89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75BDA16-4E27-4CEB-BA76-CED37EFE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D73B528-5F87-467E-8C52-07D3DA7C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9757645-13DB-4DF7-A755-59AF22F4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6E30EDD-E1EA-4C78-842A-8BDD46F4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FF65C3F-5CC0-4482-AC6A-48753155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0440958-048E-4892-B4E6-EB75CD6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D1C17B0-FDDA-4D75-867D-5F8AEB3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9F7BE52-1D4B-4C16-9C4B-9A370D0D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B4A3392-920B-4594-9236-991E3C0A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18DBA88-18CD-4FDA-8409-6F72589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9A3F6A6-FEE5-4327-B31A-3E6D36F9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8EE992C-C669-4859-B44A-500D36B7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5149D32-2275-4DF4-8965-866B19FB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4020F11-B6B9-46BD-9570-BE581A8B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8E5F76B-FFAE-4AA5-B3DD-8BE1516A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6EFDFA2-DB9E-4CE8-8DAE-A079137B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8F41507-8E71-4004-A6E8-2DEB6AC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6DDB3DF-C1FC-4038-A60A-7F156B0D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D88F80F-CC92-42E2-B146-B14BDF9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80D4C33-1658-4199-A3C4-7C2826C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D797798-81F2-4598-B367-28055743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3F29D1E-8532-463B-8A8A-FED8E44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A03745C-9CD6-4A20-A216-4A9E3BAF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2456f8efe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C1F271D-12C3-4681-BA80-CA1EA8D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6C5E14-98FD-4651-AAEA-BE869754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06E02B-A278-4645-BEB0-9F177B88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592C148-2916-4051-86AD-7646DDF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6939BF-390B-4093-A30C-08E511F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481884-FA64-4911-B408-AB94245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D0CE093-E59F-4086-BCE4-F43D101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061D291-4D8B-4FB1-8D1E-C98EEABA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7110472-425A-4E55-91D8-CEAABD3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59A476A-7E95-4B70-9747-D73D2D68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B4BD735-E1B7-4B0E-B119-54D5D47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86A96E-81C8-4C96-9BE8-E4144CE2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0154CE5-290B-43E0-9A8C-38285FA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9A07886-D97A-4EF9-8E2C-1A0C0A01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AD03A27-EC86-4DC4-B0BC-94464B1E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8A02E37-D096-4658-812D-8E97BC7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2B02B17-A20C-4A39-9A60-7B27CB3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787816E-3C3E-4FF2-9EFC-F585B8D6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1bcf2e1ba4c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ac0995a64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DDECF52-849F-4E98-B700-56A4B0C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8B0305C-5D2E-40CF-B309-12EFF323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806E3A-46A6-4063-B9F4-34D2F09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06065C-486F-4D6E-81FD-503DA1D9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089C55-BC00-4118-A4D9-FF15AEA2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174BE76-3025-4C76-9883-ABB63A3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B84FC2-733D-40A2-BAEE-B8E6888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2C8433-4ABF-45FF-9519-547A360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53498B8-BA1F-4BBC-9EF7-AF4915B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544A7AE-9560-4CCA-98A6-C7A9918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63F8A18-4609-4FB2-A996-B1F04409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76BE75-4CE4-420A-813E-2012CAA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928EB2F-DE59-4065-9905-57855591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12082CC-862C-459D-94BE-681AE39F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A1E97D-DB97-45E0-A007-0039C61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7AF5144-7F42-4E23-8C7D-0AF94E89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9cb2f6d594e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4C859E7-6241-4354-A6EF-38EEFABD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3FC9D2-B7B1-4976-9361-31B33F14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FB9FA3-561D-455E-823E-28491956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378D12B-0AB6-426F-AB16-625AB5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78481C-1EC5-4370-B4BD-94E8D77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7836D3-92EC-4C1E-BF9C-AAF3BFA4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367614D-EE26-41B3-86DC-30DF5B3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0ED948-E086-4CB6-A418-DBCD323D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1917B5E-2063-49C6-BD64-457E982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AA20DC-1C1A-42B8-99D2-4BA2FB3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7870B9-815A-44BD-BA5A-2D9D334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7D5C78-9750-4318-A421-1186F7D2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5AAA1EC-94D5-4F9A-90AF-9DD745DA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AFBA584-3D26-47A1-AFC0-79C541B6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E5D6717-FD8A-423E-8068-3310DB4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A5B301-B416-45A0-A4B7-5A60A9DD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34F22B3-6D75-4A7A-877F-EEA310BC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C7CFE91-E508-4DC8-89E8-3607068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C1A76A0-F74C-4A3F-8011-88EB7941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8EE9AB5-D212-4C93-B452-8F4EF9D0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128D12C-9B3B-4A02-8DD6-BA305D18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F583DB1-7EAB-43EE-8204-C4AC20E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E486329-F234-42A7-A72D-3D2C6AC2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AB18F9-ECA9-4738-B7EE-1CF76520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53F588C-52F7-4AF5-AED7-5BB7F0CA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3136ABF-C2F7-4F5D-8E36-7E46E03D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724B81-0AB2-42BF-8380-552B7780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42C181-C0D8-4E55-9FFB-2E5E7D69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417B66-D7AB-497A-9297-7690D239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721D16E-2041-417C-A3CD-33F8D5E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1E9B111-7129-4C34-9E8C-8B5C53C5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2567D16-4F34-4A5B-B0DE-8ECCA03A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9395D3A-47F6-4C01-B17A-8F768221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BF08E53-A4E1-4331-8BCA-5B4B47B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9A4B28-BBF1-44D6-9D9A-F05240A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ccb404bc34a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4BA8D0-96A7-43AC-AC0E-AD3D67E8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222330-79C3-4C0C-9E3E-B35CE5FF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22261D-BDA2-409E-84DA-42327D1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6D70BB-D0E9-4798-8FEF-03F4B5A8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A960A33-A7BF-400D-BDD1-54E728B6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A1BFAEF-CEC0-4A96-BBC5-CECC8579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93BEEDC-A542-41A4-B097-E044274E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5DEE80-D2AD-49E7-85E6-E2018BF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F16BAE-894B-4098-AE7F-C620A766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BC531AA-5BA2-4205-AD5A-6E504A7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C39084-DA22-4F67-954D-6700E14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A8FD45-7CAD-4728-A0EC-0D7BF0C6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2EA3DC-73C4-4756-94B9-6EA1687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F093D5F-9C95-40B7-B15E-BF4344D6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E65E50-5EAB-4B01-BB20-B2D4E8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CD3A0C2-09E9-4FA4-B563-04E67F1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ED315C3-EBA7-4DA6-91C0-33A14B53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DDBE181-A2A0-46E5-8F6A-4377D60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65B209-FB3F-4E51-A933-69A62B2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6B5169E-8BA4-430E-BFFA-CB3A70E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0C18CFA-F359-466D-B03D-DD76677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C5C0216-34E6-419E-924D-EBA779E7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7E12D51-4755-4B5C-B1E0-A22F050D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2ECED98-442C-4E37-85C0-1F3316C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015704C-3FB0-4542-AA6A-E6649CE5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72D46F-5529-4286-992D-CF254242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E161785-6C0D-4E82-92CF-27490DD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C084AFB-9D0A-474E-B7C5-8523FAD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40F6789-FF05-4126-AA1E-758D0D4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118FC3B-273A-4DCC-9B1B-AFB60D2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54F0916-E6C7-4443-B9B2-E757FEF7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F05369-160A-4069-AA28-83C39B0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8E1B9CB-96FA-4991-8996-CCCF350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FD1C92B-038E-4FC8-8873-16F297C9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B226981-FA52-4B37-8401-55A85490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AF340E6-33C7-400C-AFFC-C51E45B7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13346DF-B2F4-4C36-915D-FF52CCAA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56DD730-BF11-4048-86C4-13737C5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AD6AA8E-4CD0-4B2E-B614-D869CA4D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FCB1977-8B32-4055-994E-2F44EC83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CC4EEE7-5D40-46FC-9414-72B3460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D47F6B5-3703-4495-9C5B-5BB6C141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833FEDC-C940-42A8-BEA5-B65F5CC3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965820A-CC9E-4381-874B-590B2514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8A0F219-EE82-43BC-9D41-1961DF50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6375662054e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9724A4C-5F62-4858-8978-5C5DB67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2E94E31-F1FC-4989-B601-D88B06D5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422C614-0E60-436D-A3FD-A845AD7B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A261E1-335B-4324-B202-0F9636C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1B402C-EA41-4712-93AF-EA7386E9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48F34B5-B88C-4692-A008-923E440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00F0DA-684F-41AD-8C58-94BC2022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2E6CD57-908B-4C41-B49A-7FD2360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41DF49-82B4-49DB-BDC5-FD1701AE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4905F2-0B3E-44CC-999E-87CC141F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ACA24B8-EF44-487F-8729-8FC3585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F8BCC00-33C8-4E25-842E-42F769AF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4B5832-AFA7-4B18-BE8E-6EDDD315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A2ED1D-E4AD-40CE-A33E-4A51A99B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DDE09EA-8541-4A79-B14D-9811F8C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D3A0DA-2340-410D-886B-2822AF5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22C0F00-2369-4EF2-A8F7-9BB277B3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8EA20EB-7BDA-4775-A126-75CA4514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6696B9E-3F87-40F1-A12C-B7330F9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907B9E0-57C3-4A95-8337-68B6DA04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4D23FE6-F6B9-4412-A828-D5942AED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5EAC868-D76E-4F0A-B010-C5EBA96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1E549B-C2D4-480F-83CC-0A971CC7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9D2DDC4-2433-4715-94F6-BC5E9CA3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9F5BFD3-CB0C-49BB-9EB4-B8221C47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87A30A-AAE2-4562-8868-9E87988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DD83EF-E4B0-4E9B-8E43-4CE594C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644040C-E868-4E71-BD73-2AF50180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9189F44-F2A4-4B1E-AE32-3092048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F6A179D-9762-42F9-91A2-526507E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315B83A-FF4E-4422-8763-FAF2A49F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5CB05F6-D520-4620-BC68-89D73F9A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74A857D-CF9F-4E7B-B8EA-F9DDFA36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237327B-A154-46F7-AEEE-26EA49E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AB446AC-711C-476F-AA72-A4F64C1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92EFA1-5EF5-4CC3-A4EA-035D4CD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1EC20BB-EBEF-445D-92B1-3ECE4F8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7AD27AF-746C-459A-BABB-0E3D7324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4822F13-7265-495D-84F4-F690502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14E12B-1B9D-402B-AD1C-75BFFB7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A2BF6C1-7CAB-42DA-BAC8-42753953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9bdb9d106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A5D52E-99AD-4D03-B648-FC4E4D99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8B2C278-ACF7-49DC-905D-4BD052CC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8FBDB06-7303-432C-9DA9-81EB647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5D7AE08-8439-4975-92BA-59446B38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332C1DF-07EA-4BCC-B695-591EF304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DD9CC1-5406-43C6-A294-7A63DA5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BDF0C3B-CFEF-418A-8FE9-2FECF5D3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141ED3-EAA9-463C-A06C-FAAEB1E2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A51719-0D6C-4CE0-8C46-6AD68A7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C1A27FB-1D27-4667-8428-9D8DF5A3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62ED726-A675-4888-9F5A-1C1B139E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E426A3E-2805-4476-9720-6D0E467E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CB28CF-EB27-4348-A715-FA35311E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3705497-4C66-448D-AA91-1E0BBFA5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07F49A2-7DB1-4B8C-90D0-E483AAA6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5A67EB4-67B6-4016-ADEE-8523C662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B40AC2D-E0FF-44D0-B3CD-86900C00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15B2C6F-B00D-4E09-8222-6856C349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64AAEDE-06AB-4A96-8E82-3A708570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1DACC25-B008-4169-980B-D34F898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BDBB25-AE6C-4179-9F7F-B969A844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46951C-9084-4A69-8345-42E02E0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E909ED1-F681-4428-A2CB-A714846E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99FC9C-F0F4-4355-ACA3-639E9E6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72E5CB2-09B9-4494-B4FB-D7A0E93A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8A23C7C-AA21-4211-9470-8C5677A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495A6D-223C-4DCF-869A-C28021BD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5E9C841-A169-4F26-B36A-FFCDE92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6AD21B8-CFA4-46D5-8DD8-49CADF1F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1F12120-480E-4155-A40E-F74AB983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c469fa980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D408B22-32F9-4134-ABD7-22722D44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CDACFA-D0B7-4DD7-8179-8E7F915A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7FD8CFA-B66A-4920-BF2A-B39A2285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38937D-98F5-4484-AE77-4003A168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02B8791-63F9-4F7C-8BE6-C50DFE4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752712-E05D-49DE-9762-E01F3A13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3A4FD1-2D32-4EA5-A1B1-7D906373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D02D557-774B-47CA-9AA9-1072A336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C56D2A8-6698-4BAF-B57E-92464D95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3ED656D-369F-4A02-816E-A3E3C78F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ECB8A99-2D7D-45B6-B0C6-0A11F48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FCB30A4-3445-464D-8590-76565539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98EB57B-7C4E-4D33-852C-767E5C7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9AED3A-95B3-44CA-97A4-61FC0847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37F5845-8582-44C1-8510-D8CA626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DC5B3B0-450A-4265-8B09-ED05B165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5A57BD-8EFA-4BE2-9067-D5429B4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93FAA9A-7CB5-40BA-84E8-C305F1A2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BBBEDFF-708D-45A0-8F92-153BA7A4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9B5987C-0E05-4DD5-9E2F-7337C87E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86372D6-B3B7-41D5-9B45-5C9E571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31370B9-5168-47ED-B332-2FDD2C1D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7CFE6AC-92FF-453A-8786-716492B9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9DC7C02-AF57-40FA-832B-AE944D0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999E02-E10B-4B8C-90D6-BFC0DD6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97D6300-A0B2-4525-99F3-4E045141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C013813-C061-4AF8-978F-1ABAD6B5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4323625-3764-4242-89A1-3273ED11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301AB33-482F-4FB3-99D7-0CB6118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E4659B1-9FD6-4831-B830-F7FFD3DA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DC937A3-B727-4B15-BF3C-FD581C25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CAC0668-5052-4C0A-A27E-F428987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F4800BD-40B8-46EB-9051-2224315C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4121ACD-DFB5-402D-AE30-167694D8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0A566C3-AF5C-49DA-B8F6-690464CA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61F7819-0283-4825-9E25-A5101F5A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5DF9AEB-2653-46F5-A91D-E117D006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A9B7D5-F0A4-43A3-BEF6-E1EB782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13d791f4441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15CF9E-4564-4ECD-92B6-D2E5445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4852D55-E9AD-4DD6-8760-8F6ACE56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DBADBBA-39CC-4F5F-89FC-1715BD0B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5B56135-F6C7-4232-A216-93D27AB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614513-5E98-458C-B34F-3B6B9DDD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C326B4D-F127-4A7B-98DA-46F7976C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B6D6196-22E2-4E3D-B988-A98097D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0B94EC-1CAB-40E5-80A8-EC114877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B152E0-480E-4966-B0A1-843CEEC3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3C4D39D-DE89-4F22-99B2-FE773855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E6EE732-B41B-4EB5-ABA5-FEBAD588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223E63-0C65-4B31-B82A-B2559568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C6FF6-2772-4A1B-90E6-A6E6920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21ABCE-0515-4006-A07D-1D784EB8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DBC69A-FC0F-4D1C-9888-27FEB94C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7FA53B-1F22-48C2-AE66-557D95A4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8F3890E-576B-4C91-8BD7-B7673D2E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51CBF0-7AB0-4E63-97B8-2ED1504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CDD2BF3-494A-49C3-B7CC-75C549ED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E8B4DF4-EBC7-4D28-A58A-1B5A6E6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FDE1483-BE8D-476E-9E09-93173AAE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77CC90A-AC22-497A-984C-3B0F14CF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888DEF4-3C19-465F-97F7-1B66DCA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794614-2F4E-4AD1-A2DE-C43A5404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8DD91FE-AC29-4413-B28C-A643F830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EF2DD4E-18E2-4FEE-9C1C-F086E82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C844525-FB33-473B-A8DF-AF7CD493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A4CF8F-78E2-4B2A-A8F4-57762ECF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F05415-8B8F-4605-BE97-D5434FFB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6848BC-C433-4278-89E5-9A350EF3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6E45C5F-365A-41C1-A0DC-C7FC4258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D7B51AE-7187-4829-AA26-6598B39A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00110F1-0EB4-4904-B4DA-71004A3E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CFA60C-6AF4-4E81-9363-3C39874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95FB6A3-C5BB-441B-A44B-AAD8D3EA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27849B7-03A2-48C6-9B1A-A919D01B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15863C4-A6FC-46CE-8A90-E58EA3C3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82B56B0-30F0-4E92-A73D-38128D01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F676CC0-76EC-42EF-951D-9E5E729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33d9a6497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A2D29B6-BBA4-40E6-A7CF-CDD7A28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91DC62-65F0-4B7A-87D6-C7C0AF2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A7562B7-59DC-4D99-AD7C-7EAEDC2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98A8281-CA5C-4B36-A6FF-589F99B5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01A8DEE-82C7-49FE-A7B1-48880399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4255861-9A43-4744-B725-5C7054A2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78A71F-B264-43EF-B976-259F4A25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FD4FA0-997D-4259-A416-D20AC0E0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C53BDF-58C2-4473-BEC6-657ADD6C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FBB1E6-00E4-40A5-BE24-9301D35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AB4604-064C-46CB-A72C-BAE10BFD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5300CAE-0F77-42B9-8445-07E465A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9280157-D7E8-4947-B022-3F8633C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3BCA62-BC19-456E-8BE7-E710A239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6065AB4-6510-43B3-BB31-044C7139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6881DD7-1E63-4CE6-8138-70DA5267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189BC6E-2E09-4225-A826-444C2BF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2C0D87-B5BD-460F-8ADB-1E6058E1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daf52f26946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A322C3-2923-4BBC-978C-59C5C928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AF8FBAA-7156-47FC-A3AD-7A1E17D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AD4FA8A-E9FB-4038-AF34-C4FBB52B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757E66-2362-4D86-AD8E-32D36E46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4D18E9-B037-4EF2-8DD8-7D7C6FA2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1D5303-86D8-49A6-8017-303D1DEE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ECA60C-8971-4181-859D-E19B804C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F4EB763-2400-4BC8-ACAF-4AE40153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FE5C14-0671-4622-BCC1-96BA3CC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76468B-EDFD-450F-B9D6-31CA6FE8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7A1470-30A7-48BB-8CA8-36BC8DF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13B291-5628-4C74-83F7-D9AFCDFF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3AF620-25CE-4342-958E-88B55471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92B2FC-EDC7-48AE-A0CB-146A0D0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D39F126-3551-4C4F-96C1-A7B6CBF9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791ED6-7DB7-4679-91CB-BF224D7C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a5fd4ea784d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0983C5-4813-47CF-A501-3CB3994F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B54D3C-6558-4128-BDA4-B72654A1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5A45FE-4B57-4130-B32E-92949F83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F0018C8-B43F-4EF0-880A-8DD061A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DC2E17-675C-4C26-9A9C-EDA11B6A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40D260-F65B-40D0-B7A0-0DA668FA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18DF3A6-B963-4F4F-B23A-2487DAC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B2B8A5-7C61-4EE3-B6E9-3DD8CDC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56EED45-1588-4EE3-9CEF-9EFF0000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129B39-1C0B-4F40-AFFA-1B45018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E11583-A01F-4FBA-A750-42A82292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E071A1-EAA6-4CAB-A0D9-58F0D011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7828DBE-21C2-4351-A5CD-9910C56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1A62D1-2451-4E63-9FDE-CB75B6E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968410-72CE-4DAC-B67D-9C4D6F28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9F052B-8513-4784-9392-D2AE09D7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792BA63-81CA-45B4-B053-FB406142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5E3DA8-3C0B-49FD-B972-E5145F97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ADE9B2-CD5E-4631-829D-6B0127B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11805E1-F3C5-444A-8193-E33F2D6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7846000-6B85-420D-8093-8F435D3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473D1B4-8EE6-48A9-8FEE-E3A3CE12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4257c039341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B6E5C1-14D9-4CC6-AB36-027AFB02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6FBC43-529F-451A-A4B9-AE7D3B73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8898D62-1659-4EE0-B0D4-837D412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472C446-EA8E-4275-B868-57A2E350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853F11-CEBF-4F18-A92E-96D549C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9DBE2F-4123-462B-9838-F6B2F619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4876DA-286F-48AA-80D8-DB7CC475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454B8D-916A-4DBE-8563-42E2E46B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08C70B-3D50-4166-8237-3D933BC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3393DFA-3290-47B3-A166-C5A9CEE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8E174FC-3565-45F3-9DDA-44619AF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4AEC95D-6502-4BB3-907F-6F571722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8A4396-D463-4073-B69B-6F110E77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37CE9E-8AE6-4FBF-A986-AD1D074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7A57825-FF7B-48D6-B8A7-87C5DC20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C69D282-3310-4D29-BFAA-7E7DD19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E55E94E-ABB3-4D93-B0F3-82690E0E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897DEA7-4413-4097-9CD7-4B2F637F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FE04C55-5801-44CF-BB39-B96C053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A5DA6E0-12EA-4C39-AA16-6B212528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FEB155-9EF8-4090-BD8E-1C9948B8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6500EBD-E455-4720-A280-56403411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E7D818-57E6-4371-A6C1-A41E231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6afac53e4f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4E1FC0-8FB9-4462-B3B1-45CC9FBC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36B4AF0-894D-4E17-AE02-AC7B616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E944B02-AABF-45DE-95D3-FF07A00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11CC100-021A-42CC-B6AB-C2D7F9E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317235F-314D-4236-BC55-15180505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332AA35-BC00-4799-84A3-3C10BD42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C32240-FCEC-46D5-A76D-908B660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B5A7742-1901-4383-BCF3-185B1DFD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50C519B-49E6-4364-AB37-55B9A12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E2D8596-ED49-4A8F-887D-43FCB3CA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4893CB-C57C-4305-A4CC-18B9674D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9E7C94-AD7A-45FD-BE3E-D24D3305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71EC411-BFDB-48C8-91F2-33AA47C0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699F6BC-5CA8-46F8-930C-EE236C52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2D79301-EF83-4CD0-9C9B-930FE6ED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71CFA4-2026-4D66-9EDE-2F7E6A7F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157A41-DB8C-4063-9BFD-87B2E0BE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3FB559-59FA-492C-B32F-5CF91ADF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CA7F35B-CC05-4088-B471-7CA50760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0DC16F-2DC2-4449-8F13-95379C15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9DCB591-735F-4DA8-98A1-99557247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8580A5D-7019-4AE1-AED5-6D756E8A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FB6C19-8BAD-4AC2-9B9A-9DF9CE2E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827CE19-0C4E-4A98-A356-AF4416B3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CA257E1-011D-4ACF-8299-FF436A6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ADD12A7-8FA0-49D3-A0EC-9A154D9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BB947DF-FC42-4143-8978-7FBA0429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4C4E5E9-88BF-4421-B1F3-4FC4DFC2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AB17F9-6590-4E6C-ACCC-45B8D52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BF6E63B-1E59-4BC4-AB62-C368E497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6E797C7-D782-4A26-9112-46F7BB9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D734F9-E7C8-44E1-922E-6D099B2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47A3B01-11DC-4079-B1F1-2F332AF9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14060B-74E8-4691-AB11-5F4323F9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86A66F-0FAC-4D29-86BC-4AF510B8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64DDD54-361D-40F7-B863-CA605C9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1FD2064-49B2-4DE4-BDD2-5E429193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ECCB579-37D2-4796-A858-4ACC277C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730F506-A6B4-4E7B-8377-AD2D356A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7E80DBE-67F6-4DDC-98F3-6E257176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6A41A69-0F8B-4BE1-B89B-9BA3DEA0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795F234-446C-4A13-891F-49FEA85B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6baf61814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572BD4-AEE2-4504-9BDF-68FAEB30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CDFCEC1-59C1-4A93-8F8D-8FD0C41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BF5BD31-EF28-474A-91DD-146E66B6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C00CC7F-0D2D-46FE-A69C-12C0A73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FFE437-4CD0-497C-A41D-714890E3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4F262A8-2922-4917-BDC1-16093FA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FB00E3F-3006-4283-84EA-9BB3D13B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EDC0E21-2208-4F40-B0B2-C7B013E7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AE15D93-E3A9-4B01-AE38-E082F3F0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2887741-8B2A-41C7-A151-8DADB614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C8DB93-EA36-4A5C-BAC6-F3E798D9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6A7DED4-EFC3-49C0-9DAD-4FCD043D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7AD2F45-A521-41A6-8063-C68764C0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160624E-F80B-4971-9FEC-DCDA03A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8945545-E28A-400D-924A-E9EF6FC1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38ED94-F96C-4E15-8C6C-6A57860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48F985-8FA6-4CF2-A5C3-E56619C4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61D109-E61F-4BAE-8C1E-E88D0625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1A15966-7560-4344-9E67-317F6273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3DF5030-FE72-49ED-AEFE-210FFEE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446A0EB-0330-48C8-9132-CDFFAD5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7956EA5-9829-425F-A906-312046A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63187B5-CEB3-45F9-AA67-8D52841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CF30FA8-6D8C-410B-87A8-741262E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795865-5A4C-405A-BD41-CB66ECD7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75215C3-7957-45D7-BC3F-97211038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B13E405-47EC-4E66-ADE8-98A02242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743182df242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1A029A-54BF-4ECA-950E-4C1AB2B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522A49-47B1-4B1D-89FA-63AE09C3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EFC12D7-F243-49BC-8F51-F996AFE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F707079-05E2-43B4-9B91-DB7A50BD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5455AB-C5F9-4C5B-8A0E-EBC6E003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D0C890-6780-4C49-8F5A-C3320710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4E9775E-BE6C-4448-BCC7-44C8CA75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CF68A8-ADD9-4697-B490-442DBC5E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86996E-2760-4599-A874-833A1F4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2A2A72-1092-414E-BD03-75AAEA36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94BEEA-CC23-43F2-9420-4A2C51F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CAD344-43E5-49CF-A449-B6094CE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B8E1ABB-3A2E-48C3-8023-7219CEB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641E3AC-1C9E-4A7F-A2AE-1BF1D51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D1C268-AEA1-4769-87AC-9144212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1420C43-0445-40BC-9A12-C1EE9B9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83DE025-3BA7-4240-BF9A-19D7CFCF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6CB2BCB-DF88-4349-B4CD-0FA19DD0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04C660A-2AA9-478A-A85F-6389957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7814CFF-FFC5-492C-B787-26EBE8A0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643B1B3-10A1-4581-9807-97A8733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0516499-FA01-486B-8EFC-ED8E84B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5B46E73-7871-40DE-A2D3-5EF6764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B5E86BD-B611-4D9F-96F4-0FEC377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1d83525e5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d60da70d746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8466455-F279-4371-9998-3BD4715E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6F65250-59D5-40B6-B2F4-F232960A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F5299D4-37D4-4728-83BA-2F662685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9C6118-818C-4105-A345-D8FAE18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F076B47-87C0-4509-94E1-8AE3BB4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3F3079-5FF3-49FD-8BE4-37A7BFA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F76081-0749-49B7-AD75-8AEB8B05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C492A6-6D66-4457-94C5-54C9612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7AA1E7-D659-411D-A3C9-42C60BF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F106E99-D51B-45D7-9C8B-FF4D8B26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818BBB-1DB5-409F-8CC6-11AEFE10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022E54-2386-4F8F-B5C3-7CA7B90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34FD22-F61B-408E-A194-3FCDC8DB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707556D-3E9B-4AFA-9C26-30BF14B3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5F6FC54-61EA-4E72-9E56-80E14D7B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D21B384-76AA-4EF8-9433-BC40D09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4DC7C33-0B12-447E-81B2-4DBC93B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00DDCE-2BFD-48E0-BFE6-12C929F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E66473-B571-406E-AB99-3705583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5BCBC45-41D9-4D90-9863-0415F55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4A3FD43-38A0-4D05-B3DC-3BCBB23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08A6BFB-2297-48F8-8BC7-B73618BC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CD89FAF-0510-401D-8472-E872D28F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9BEA948-8589-4BD7-ABFF-77FA428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8A3DBC9-EE4D-4CA8-8DDC-55A008B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393778C-4CE6-4F6A-B4CE-75124FA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93C5260-D715-4794-B36B-E149E7C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A90ECF9-7CA8-459E-9586-F05E777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FA35EB6-ADEC-4AC5-A4F0-F6F953AF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26BB10B-9937-48E3-881B-2E818A26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91318DC-6295-4AF8-80F9-101918C9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875E9FB-BE06-4E47-892E-887A3041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EDADAFB-09A7-4FD2-8949-5E37F867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AF9876F-78DC-4BB9-A924-824F735D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DD57EAB-DD45-43F9-AA39-0827354D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09835A6-8286-4C80-A037-881A1F97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24FE64B-5408-4314-98E7-0BD455A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383D382-1934-4C41-AAFC-2FC1FB88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3cbdb779445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d3f422a1543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a4d29888848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2026-05-26T13:34:58.1210000Z</dcterms:created>
  <dcterms:modified xsi:type="dcterms:W3CDTF">2026-05-26T13:34:58.1210000Z</dcterms:modified>
</coreProperties>
</file>