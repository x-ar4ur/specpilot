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b5893e72284600" /><Relationship Type="http://schemas.openxmlformats.org/officeDocument/2006/relationships/extended-properties" Target="/docProps/app.xml" Id="R2816d93be2b942c2" /><Relationship Type="http://schemas.openxmlformats.org/officeDocument/2006/relationships/officeDocument" Target="/ppt/presentation.xml" Id="R29e5221d51444f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2973966eda4d22"/>
  </p:sldMasterIdLst>
  <p:notesMasterIdLst>
    <p:notesMasterId xmlns:r="http://schemas.openxmlformats.org/officeDocument/2006/relationships" r:id="R35304e1ee3f84dcf"/>
  </p:notesMasterIdLst>
  <p:sldIdLst>
    <p:sldId xmlns:r="http://schemas.openxmlformats.org/officeDocument/2006/relationships" id="256" r:id="Rd01c2dd68a714cca"/>
    <p:sldId xmlns:r="http://schemas.openxmlformats.org/officeDocument/2006/relationships" id="257" r:id="R1dc3a6a0c33a4718"/>
    <p:sldId xmlns:r="http://schemas.openxmlformats.org/officeDocument/2006/relationships" id="258" r:id="R64d7f00dd5fd479d"/>
    <p:sldId xmlns:r="http://schemas.openxmlformats.org/officeDocument/2006/relationships" id="259" r:id="R5f2bbdc221e14226"/>
    <p:sldId xmlns:r="http://schemas.openxmlformats.org/officeDocument/2006/relationships" id="260" r:id="Rb2602ed5c43546bc"/>
    <p:sldId xmlns:r="http://schemas.openxmlformats.org/officeDocument/2006/relationships" id="261" r:id="Re74d19c2d3e147ec"/>
    <p:sldId xmlns:r="http://schemas.openxmlformats.org/officeDocument/2006/relationships" id="262" r:id="Rf5713e4b4dab423b"/>
    <p:sldId xmlns:r="http://schemas.openxmlformats.org/officeDocument/2006/relationships" id="263" r:id="R4d4e8efea33d4a76"/>
    <p:sldId xmlns:r="http://schemas.openxmlformats.org/officeDocument/2006/relationships" id="264" r:id="R545cb1370fc44b4b"/>
    <p:sldId xmlns:r="http://schemas.openxmlformats.org/officeDocument/2006/relationships" id="265" r:id="Rcd43fc614a084e2e"/>
    <p:sldId xmlns:r="http://schemas.openxmlformats.org/officeDocument/2006/relationships" id="266" r:id="R6f3e98ce923b43ad"/>
    <p:sldId xmlns:r="http://schemas.openxmlformats.org/officeDocument/2006/relationships" id="267" r:id="R78600a87b12c4d2c"/>
    <p:sldId xmlns:r="http://schemas.openxmlformats.org/officeDocument/2006/relationships" id="268" r:id="R4c69cace5db34d87"/>
    <p:sldId xmlns:r="http://schemas.openxmlformats.org/officeDocument/2006/relationships" id="269" r:id="R97d9a2f91c94404b"/>
    <p:sldId xmlns:r="http://schemas.openxmlformats.org/officeDocument/2006/relationships" id="270" r:id="Rb1e20aebb1ea4bcb"/>
    <p:sldId xmlns:r="http://schemas.openxmlformats.org/officeDocument/2006/relationships" id="271" r:id="R010b6f5769e84d56"/>
    <p:sldId xmlns:r="http://schemas.openxmlformats.org/officeDocument/2006/relationships" id="272" r:id="Rcf22a3b708d149d1"/>
    <p:sldId xmlns:r="http://schemas.openxmlformats.org/officeDocument/2006/relationships" id="273" r:id="Rb5e142a4a4cf40df"/>
    <p:sldId xmlns:r="http://schemas.openxmlformats.org/officeDocument/2006/relationships" id="274" r:id="Rbd5d95ff4b23410a"/>
    <p:sldId xmlns:r="http://schemas.openxmlformats.org/officeDocument/2006/relationships" id="275" r:id="R27e4bbdf561d49bb"/>
    <p:sldId xmlns:r="http://schemas.openxmlformats.org/officeDocument/2006/relationships" id="276" r:id="R36c06ea40a8b40e2"/>
    <p:sldId xmlns:r="http://schemas.openxmlformats.org/officeDocument/2006/relationships" id="277" r:id="Ra5a44bbac8a441c2"/>
    <p:sldId xmlns:r="http://schemas.openxmlformats.org/officeDocument/2006/relationships" id="278" r:id="Rbe3bdd1c63e84811"/>
    <p:sldId xmlns:r="http://schemas.openxmlformats.org/officeDocument/2006/relationships" id="279" r:id="R2d973f27acc24ccc"/>
    <p:sldId xmlns:r="http://schemas.openxmlformats.org/officeDocument/2006/relationships" id="280" r:id="Rec6b033409e54e28"/>
    <p:sldId xmlns:r="http://schemas.openxmlformats.org/officeDocument/2006/relationships" id="281" r:id="Rf4b391a7dad14404"/>
    <p:sldId xmlns:r="http://schemas.openxmlformats.org/officeDocument/2006/relationships" id="282" r:id="Rfa8523b1e201463a"/>
    <p:sldId xmlns:r="http://schemas.openxmlformats.org/officeDocument/2006/relationships" id="283" r:id="Rd8d7159c3cbd40b1"/>
    <p:sldId xmlns:r="http://schemas.openxmlformats.org/officeDocument/2006/relationships" id="284" r:id="Rd75f8b26731f4c2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2973966eda4d22" /><Relationship Type="http://schemas.openxmlformats.org/officeDocument/2006/relationships/theme" Target="/ppt/theme/theme1.xml" Id="Rb1028ed335b642c6" /><Relationship Type="http://schemas.openxmlformats.org/officeDocument/2006/relationships/notesMaster" Target="/ppt/notesMasters/notesMaster1.xml" Id="R35304e1ee3f84dcf" /><Relationship Type="http://schemas.openxmlformats.org/officeDocument/2006/relationships/presProps" Target="/ppt/presProps.xml" Id="R3136e4abbc494d8f" /><Relationship Type="http://schemas.openxmlformats.org/officeDocument/2006/relationships/viewProps" Target="/ppt/viewProps.xml" Id="Rc8d36b1a80d9497a" /><Relationship Type="http://schemas.openxmlformats.org/officeDocument/2006/relationships/tableStyles" Target="/ppt/tableStyles.xml" Id="Rf102b93685bf48cd" /><Relationship Type="http://schemas.openxmlformats.org/officeDocument/2006/relationships/slide" Target="/ppt/slides/slide1.xml" Id="Rd01c2dd68a714cca" /><Relationship Type="http://schemas.openxmlformats.org/officeDocument/2006/relationships/slide" Target="/ppt/slides/slide2.xml" Id="R1dc3a6a0c33a4718" /><Relationship Type="http://schemas.openxmlformats.org/officeDocument/2006/relationships/slide" Target="/ppt/slides/slide3.xml" Id="R64d7f00dd5fd479d" /><Relationship Type="http://schemas.openxmlformats.org/officeDocument/2006/relationships/slide" Target="/ppt/slides/slide4.xml" Id="R5f2bbdc221e14226" /><Relationship Type="http://schemas.openxmlformats.org/officeDocument/2006/relationships/slide" Target="/ppt/slides/slide5.xml" Id="Rb2602ed5c43546bc" /><Relationship Type="http://schemas.openxmlformats.org/officeDocument/2006/relationships/slide" Target="/ppt/slides/slide6.xml" Id="Re74d19c2d3e147ec" /><Relationship Type="http://schemas.openxmlformats.org/officeDocument/2006/relationships/slide" Target="/ppt/slides/slide7.xml" Id="Rf5713e4b4dab423b" /><Relationship Type="http://schemas.openxmlformats.org/officeDocument/2006/relationships/slide" Target="/ppt/slides/slide8.xml" Id="R4d4e8efea33d4a76" /><Relationship Type="http://schemas.openxmlformats.org/officeDocument/2006/relationships/slide" Target="/ppt/slides/slide9.xml" Id="R545cb1370fc44b4b" /><Relationship Type="http://schemas.openxmlformats.org/officeDocument/2006/relationships/slide" Target="/ppt/slides/slide10.xml" Id="Rcd43fc614a084e2e" /><Relationship Type="http://schemas.openxmlformats.org/officeDocument/2006/relationships/slide" Target="/ppt/slides/slide11.xml" Id="R6f3e98ce923b43ad" /><Relationship Type="http://schemas.openxmlformats.org/officeDocument/2006/relationships/slide" Target="/ppt/slides/slide12.xml" Id="R78600a87b12c4d2c" /><Relationship Type="http://schemas.openxmlformats.org/officeDocument/2006/relationships/slide" Target="/ppt/slides/slide13.xml" Id="R4c69cace5db34d87" /><Relationship Type="http://schemas.openxmlformats.org/officeDocument/2006/relationships/slide" Target="/ppt/slides/slide14.xml" Id="R97d9a2f91c94404b" /><Relationship Type="http://schemas.openxmlformats.org/officeDocument/2006/relationships/slide" Target="/ppt/slides/slide15.xml" Id="Rb1e20aebb1ea4bcb" /><Relationship Type="http://schemas.openxmlformats.org/officeDocument/2006/relationships/slide" Target="/ppt/slides/slide16.xml" Id="R010b6f5769e84d56" /><Relationship Type="http://schemas.openxmlformats.org/officeDocument/2006/relationships/slide" Target="/ppt/slides/slide17.xml" Id="Rcf22a3b708d149d1" /><Relationship Type="http://schemas.openxmlformats.org/officeDocument/2006/relationships/slide" Target="/ppt/slides/slide18.xml" Id="Rb5e142a4a4cf40df" /><Relationship Type="http://schemas.openxmlformats.org/officeDocument/2006/relationships/slide" Target="/ppt/slides/slide19.xml" Id="Rbd5d95ff4b23410a" /><Relationship Type="http://schemas.openxmlformats.org/officeDocument/2006/relationships/slide" Target="/ppt/slides/slide20.xml" Id="R27e4bbdf561d49bb" /><Relationship Type="http://schemas.openxmlformats.org/officeDocument/2006/relationships/slide" Target="/ppt/slides/slide21.xml" Id="R36c06ea40a8b40e2" /><Relationship Type="http://schemas.openxmlformats.org/officeDocument/2006/relationships/slide" Target="/ppt/slides/slide22.xml" Id="Ra5a44bbac8a441c2" /><Relationship Type="http://schemas.openxmlformats.org/officeDocument/2006/relationships/slide" Target="/ppt/slides/slide23.xml" Id="Rbe3bdd1c63e84811" /><Relationship Type="http://schemas.openxmlformats.org/officeDocument/2006/relationships/slide" Target="/ppt/slides/slide24.xml" Id="R2d973f27acc24ccc" /><Relationship Type="http://schemas.openxmlformats.org/officeDocument/2006/relationships/slide" Target="/ppt/slides/slide25.xml" Id="Rec6b033409e54e28" /><Relationship Type="http://schemas.openxmlformats.org/officeDocument/2006/relationships/slide" Target="/ppt/slides/slide26.xml" Id="Rf4b391a7dad14404" /><Relationship Type="http://schemas.openxmlformats.org/officeDocument/2006/relationships/slide" Target="/ppt/slides/slide27.xml" Id="Rfa8523b1e201463a" /><Relationship Type="http://schemas.openxmlformats.org/officeDocument/2006/relationships/slide" Target="/ppt/slides/slide28.xml" Id="Rd8d7159c3cbd40b1" /><Relationship Type="http://schemas.openxmlformats.org/officeDocument/2006/relationships/slide" Target="/ppt/slides/slide29.xml" Id="Rd75f8b26731f4c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d33789d0c374f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31fbe664b04605" /><Relationship Type="http://schemas.openxmlformats.org/officeDocument/2006/relationships/notesMaster" Target="/ppt/notesMasters/notesMaster1.xml" Id="Rc15f0aefbf6545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46cb6963a94b48" /><Relationship Type="http://schemas.openxmlformats.org/officeDocument/2006/relationships/notesMaster" Target="/ppt/notesMasters/notesMaster1.xml" Id="Ra260cdbfd4b843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f26746a0104ab4" /><Relationship Type="http://schemas.openxmlformats.org/officeDocument/2006/relationships/notesMaster" Target="/ppt/notesMasters/notesMaster1.xml" Id="Rf21a91c34af14a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153b48a8514ed0" /><Relationship Type="http://schemas.openxmlformats.org/officeDocument/2006/relationships/notesMaster" Target="/ppt/notesMasters/notesMaster1.xml" Id="R542cd8ba1c5940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fc2539e7f6429a" /><Relationship Type="http://schemas.openxmlformats.org/officeDocument/2006/relationships/notesMaster" Target="/ppt/notesMasters/notesMaster1.xml" Id="Rc534ae283e0046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017321ca794756" /><Relationship Type="http://schemas.openxmlformats.org/officeDocument/2006/relationships/notesMaster" Target="/ppt/notesMasters/notesMaster1.xml" Id="R2552f1d2bafc47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97b725c6be40d0" /><Relationship Type="http://schemas.openxmlformats.org/officeDocument/2006/relationships/notesMaster" Target="/ppt/notesMasters/notesMaster1.xml" Id="R6373bbd6c3eb46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a04679fc7242fd" /><Relationship Type="http://schemas.openxmlformats.org/officeDocument/2006/relationships/notesMaster" Target="/ppt/notesMasters/notesMaster1.xml" Id="R890ed76210a04d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d9cc40b1b449d8" /><Relationship Type="http://schemas.openxmlformats.org/officeDocument/2006/relationships/notesMaster" Target="/ppt/notesMasters/notesMaster1.xml" Id="Rce041bbcb1b141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029dda70104df6" /><Relationship Type="http://schemas.openxmlformats.org/officeDocument/2006/relationships/notesMaster" Target="/ppt/notesMasters/notesMaster1.xml" Id="Rc46650d362884b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08f7279dea43e5" /><Relationship Type="http://schemas.openxmlformats.org/officeDocument/2006/relationships/notesMaster" Target="/ppt/notesMasters/notesMaster1.xml" Id="R21fd72a5817e463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06a04c1d0748c2" /><Relationship Type="http://schemas.openxmlformats.org/officeDocument/2006/relationships/notesMaster" Target="/ppt/notesMasters/notesMaster1.xml" Id="R629b88a4755b444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230741be19d436c" /><Relationship Type="http://schemas.openxmlformats.org/officeDocument/2006/relationships/notesMaster" Target="/ppt/notesMasters/notesMaster1.xml" Id="R4d1707d641d44af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003b65c1c864f16" /><Relationship Type="http://schemas.openxmlformats.org/officeDocument/2006/relationships/notesMaster" Target="/ppt/notesMasters/notesMaster1.xml" Id="Rcc16b4f1b5a54f3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46ca12bc5da44f8" /><Relationship Type="http://schemas.openxmlformats.org/officeDocument/2006/relationships/notesMaster" Target="/ppt/notesMasters/notesMaster1.xml" Id="R5f6805002fa648d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dbdfe33d9f64900" /><Relationship Type="http://schemas.openxmlformats.org/officeDocument/2006/relationships/notesMaster" Target="/ppt/notesMasters/notesMaster1.xml" Id="Rb318237f42a7401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3dc9cfc0e93429c" /><Relationship Type="http://schemas.openxmlformats.org/officeDocument/2006/relationships/notesMaster" Target="/ppt/notesMasters/notesMaster1.xml" Id="R01a4cdc13be0433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8d172b23fe9450c" /><Relationship Type="http://schemas.openxmlformats.org/officeDocument/2006/relationships/notesMaster" Target="/ppt/notesMasters/notesMaster1.xml" Id="Rea6967472f524fa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d397bb8af5b429d" /><Relationship Type="http://schemas.openxmlformats.org/officeDocument/2006/relationships/notesMaster" Target="/ppt/notesMasters/notesMaster1.xml" Id="R7e5eaad253ca444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569184d21814a2e" /><Relationship Type="http://schemas.openxmlformats.org/officeDocument/2006/relationships/notesMaster" Target="/ppt/notesMasters/notesMaster1.xml" Id="R87acaf7109c7494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55f8c8205e84ec0" /><Relationship Type="http://schemas.openxmlformats.org/officeDocument/2006/relationships/notesMaster" Target="/ppt/notesMasters/notesMaster1.xml" Id="R95dee07529e54f6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f7311bd91044b98" /><Relationship Type="http://schemas.openxmlformats.org/officeDocument/2006/relationships/notesMaster" Target="/ppt/notesMasters/notesMaster1.xml" Id="R21904939998a4d8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d8c882c116f4eb0" /><Relationship Type="http://schemas.openxmlformats.org/officeDocument/2006/relationships/notesMaster" Target="/ppt/notesMasters/notesMaster1.xml" Id="R970b3f873f98406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cbcd43ccb094dc9" /><Relationship Type="http://schemas.openxmlformats.org/officeDocument/2006/relationships/notesMaster" Target="/ppt/notesMasters/notesMaster1.xml" Id="R7911f6e39deb4ff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78cbea117664674" /><Relationship Type="http://schemas.openxmlformats.org/officeDocument/2006/relationships/notesMaster" Target="/ppt/notesMasters/notesMaster1.xml" Id="Rd2751880e6984b0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f1ea0bf1c174cad" /><Relationship Type="http://schemas.openxmlformats.org/officeDocument/2006/relationships/notesMaster" Target="/ppt/notesMasters/notesMaster1.xml" Id="R564a0980ffc849a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9074f2b0c7141de" /><Relationship Type="http://schemas.openxmlformats.org/officeDocument/2006/relationships/notesMaster" Target="/ppt/notesMasters/notesMaster1.xml" Id="R2a25cfd94ee1466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7901823b65c43dd" /><Relationship Type="http://schemas.openxmlformats.org/officeDocument/2006/relationships/notesMaster" Target="/ppt/notesMasters/notesMaster1.xml" Id="Rcedd1a10acf84be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49282ee438140ad" /><Relationship Type="http://schemas.openxmlformats.org/officeDocument/2006/relationships/notesMaster" Target="/ppt/notesMasters/notesMaster1.xml" Id="R842d10698bfb4c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123ca4317c4fb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871c7aeae5482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30208aa07d440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4c195d03e54cb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b0cdbf96e144e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f7ccdd5ac6423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0aa70dfc5f462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c59e10fbc7464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3114a1e3f14ee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b742e9da8e45d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a4a4a67cf44e50" /></Relationships>
</file>

<file path=ppt/slideLayouts/slideLayout2.xml><?xml version="1.0" encoding="utf-8"?>
<p:sldLayout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5B2BC33-62B7-407F-BB27-413D667AC08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4B827BC-7C6A-4043-B1A7-28E8FC9A2843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7346A8B-D538-4AB2-A384-1527A91E394D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BA7FB73-C062-451E-9246-F10B852B085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F22D85A-3C1C-42B3-B57C-AECC00DF7D0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C6EF025-1420-47D9-A2EF-C714CDF6F8D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4ABCAF-B23B-48AF-A590-09B50630C95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33F3589-5ED0-4252-A61F-A42B7EB08B9C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58580F6-CF76-4CDB-949C-421A0A0A9B8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7D9FD6-41AB-46F7-845E-587C8291750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43CC5C6-8054-442E-B401-E628BECCAB1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60CB3C3-183B-47F0-BF48-7EE0761D4C7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50EEC10-5BC4-4C56-91CA-2C74E21BAB3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53AD91B-799A-45CB-AE8E-A95079D2A98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61619D-36E2-402F-BF54-B7E675F6BC65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6C45D95-CA64-463F-8303-EB8732457481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601A51D-ED68-4245-9D1B-5B49EEF485C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60EFF1B-AADF-41B4-82F6-2BC7E328FA1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9ABA4E-35B0-4F1A-AC9A-617D3AE219C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B8501E-2E54-4E7E-BE00-C4B477193BA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506479E-85AD-44E2-821A-04EA70F3BFF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4016E07-F6B0-41C9-ADC8-042DD928A4C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AAFF367-92DB-4449-BE0F-C83564E3768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F063D46-A9F1-482F-AB1C-52928A74BB2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BC8C71-601B-4676-ACBC-945022B14D37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275C810-747D-4D44-B27C-A70759C982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951EDBE-FB0B-48A3-A929-1A5603C0521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B1686A6-27E6-498B-9556-9A3E9F0DB72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6BDE453F-A641-46FE-86D8-48B4AC6695D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3539DA3-0AD5-4872-BDE1-917A1631082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3AC4E60-1128-4DFA-86EB-E1FBF4ED639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5475826-7E35-4AD7-8C4E-778301FC91C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AD1073B-A181-4782-8FA8-69E82BF4523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D06C58D-B60B-46B1-940F-658824C89CE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A3A50D0-0CE3-4225-8575-B5965B67010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6C69E8E-4163-4A0C-BFBA-E057B91C5115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2ABEA7B-3BFC-4C04-A0EF-516873D06636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56D2CCC-5921-4AD5-BADC-D3E512DC1B6C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74165C6-6E3C-40F9-8A07-B568BEC2384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D9700A9-9E74-4A74-8450-49C4F5394B6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5EF7B12-BFBD-4E65-995D-B7DD8699B25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E2B8F5-632F-4FE7-BAAF-9E9B0872A65A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816D912-67DB-48F5-905A-AED250DAF696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EF29C8E-6B15-4DDF-908A-77222494907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A04EAC4-6DFC-4E24-8CD3-15AA6E8B94E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D9960A-5224-431D-8D0F-C8A872A3629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B1D06A-5393-4764-8130-11F10C99C893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D23CC81-5C72-4866-A072-4E114BFB9D90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1322F73-935A-4AB5-9D45-EB2724565552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ABB10A3-54B1-4F19-83B7-AFEB9142D6D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B79EA4F-A556-4BCE-B0D0-94D524BB9CF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2554723-71B4-48E8-A7B2-4834C541A6B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EF5C1E-A3D7-46BC-84A6-9D043E8DEAB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F184AF9-034D-4210-AD29-949027A2A115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B72CC5E-5177-48E4-9CCF-4C5B485B5129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6E3B853-7CF5-4592-90DA-56FB384FA4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DE515C5-3FFA-4F25-91DE-92DAC061790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F094B46-3548-4643-BBB1-BC856B748D0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1616369152b4a42" /><Relationship Type="http://schemas.openxmlformats.org/officeDocument/2006/relationships/slideLayout" Target="/ppt/slideLayouts/slideLayout2.xml" Id="R716b2a08ebbd4a58" /><Relationship Type="http://schemas.openxmlformats.org/officeDocument/2006/relationships/slideLayout" Target="/ppt/slideLayouts/slideLayout3.xml" Id="R1435ff59d6274922" /><Relationship Type="http://schemas.openxmlformats.org/officeDocument/2006/relationships/slideLayout" Target="/ppt/slideLayouts/slideLayout4.xml" Id="R88a1044d65fe4a99" /><Relationship Type="http://schemas.openxmlformats.org/officeDocument/2006/relationships/slideLayout" Target="/ppt/slideLayouts/slideLayout5.xml" Id="R04607ae8eaea4214" /><Relationship Type="http://schemas.openxmlformats.org/officeDocument/2006/relationships/slideLayout" Target="/ppt/slideLayouts/slideLayout6.xml" Id="R0dccbefe9bb549cf" /><Relationship Type="http://schemas.openxmlformats.org/officeDocument/2006/relationships/slideLayout" Target="/ppt/slideLayouts/slideLayout7.xml" Id="R24598977fe9f4b50" /><Relationship Type="http://schemas.openxmlformats.org/officeDocument/2006/relationships/slideLayout" Target="/ppt/slideLayouts/slideLayout8.xml" Id="R5b33e6a329bd467c" /><Relationship Type="http://schemas.openxmlformats.org/officeDocument/2006/relationships/slideLayout" Target="/ppt/slideLayouts/slideLayout9.xml" Id="R87796fed7244426a" /><Relationship Type="http://schemas.openxmlformats.org/officeDocument/2006/relationships/slideLayout" Target="/ppt/slideLayouts/slideLayout10.xml" Id="R8bd87c6f7cd5430c" /><Relationship Type="http://schemas.openxmlformats.org/officeDocument/2006/relationships/slideLayout" Target="/ppt/slideLayouts/slideLayout11.xml" Id="Rb566d1f9eda3430e" /><Relationship Type="http://schemas.openxmlformats.org/officeDocument/2006/relationships/slideLayout" Target="/ppt/slideLayouts/slideLayout12.xml" Id="R857fde8dc7ca42b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60851FD-6DAA-4D95-90B2-CCAE93D636B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57B427D-99CE-4777-B4D6-73A400A6961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F18D23-AB65-4357-B080-2ED76CBE928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6DD303-9416-48A3-ADC5-653A2A106938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7903E8B-4945-4223-9743-CDC9652C24C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6b2a08ebbd4a58"/>
    <p:sldLayoutId xmlns:r="http://schemas.openxmlformats.org/officeDocument/2006/relationships" id="2147483650" r:id="R1435ff59d6274922"/>
    <p:sldLayoutId xmlns:r="http://schemas.openxmlformats.org/officeDocument/2006/relationships" id="2147483651" r:id="R88a1044d65fe4a99"/>
    <p:sldLayoutId xmlns:r="http://schemas.openxmlformats.org/officeDocument/2006/relationships" id="2147483652" r:id="R04607ae8eaea4214"/>
    <p:sldLayoutId xmlns:r="http://schemas.openxmlformats.org/officeDocument/2006/relationships" id="2147483653" r:id="R0dccbefe9bb549cf"/>
    <p:sldLayoutId xmlns:r="http://schemas.openxmlformats.org/officeDocument/2006/relationships" id="2147483654" r:id="R24598977fe9f4b50"/>
    <p:sldLayoutId xmlns:r="http://schemas.openxmlformats.org/officeDocument/2006/relationships" id="2147483655" r:id="R5b33e6a329bd467c"/>
    <p:sldLayoutId xmlns:r="http://schemas.openxmlformats.org/officeDocument/2006/relationships" id="2147483656" r:id="R87796fed7244426a"/>
    <p:sldLayoutId xmlns:r="http://schemas.openxmlformats.org/officeDocument/2006/relationships" id="2147483657" r:id="R8bd87c6f7cd5430c"/>
    <p:sldLayoutId xmlns:r="http://schemas.openxmlformats.org/officeDocument/2006/relationships" id="2147483658" r:id="Rb566d1f9eda3430e"/>
    <p:sldLayoutId xmlns:r="http://schemas.openxmlformats.org/officeDocument/2006/relationships" id="2147483659" r:id="R857fde8dc7ca42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0f2e45080524e7b" /><Relationship Type="http://schemas.openxmlformats.org/officeDocument/2006/relationships/image" Target="/ppt/media/image.png" Id="Re00abcfd15ab46e5" /><Relationship Type="http://schemas.openxmlformats.org/officeDocument/2006/relationships/image" Target="/ppt/media/image2.png" Id="R4330ffb09d0c4505" /><Relationship Type="http://schemas.openxmlformats.org/officeDocument/2006/relationships/notesSlide" Target="/ppt/notesSlides/notesSlide1.xml" Id="R48662ca42b864d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b539a52f2d479c" /><Relationship Type="http://schemas.openxmlformats.org/officeDocument/2006/relationships/image" Target="/ppt/media/image2.png" Id="R55e90d308b79423f" /><Relationship Type="http://schemas.openxmlformats.org/officeDocument/2006/relationships/notesSlide" Target="/ppt/notesSlides/notesSlide2.xml" Id="R938e2b22424f43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758f4ad5c864dfc" /><Relationship Type="http://schemas.openxmlformats.org/officeDocument/2006/relationships/image" Target="/ppt/media/image2.png" Id="Rc84075bb86a44ff5" /><Relationship Type="http://schemas.openxmlformats.org/officeDocument/2006/relationships/notesSlide" Target="/ppt/notesSlides/notesSlide3.xml" Id="Rc7c1f7a284344c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1db974943d148ec" /><Relationship Type="http://schemas.openxmlformats.org/officeDocument/2006/relationships/image" Target="/ppt/media/image3.png" Id="R41b923c898f84870" /><Relationship Type="http://schemas.openxmlformats.org/officeDocument/2006/relationships/notesSlide" Target="/ppt/notesSlides/notesSlide4.xml" Id="Ra1c4e8c1fabf4c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78c07861a344d16" /><Relationship Type="http://schemas.openxmlformats.org/officeDocument/2006/relationships/image" Target="/ppt/media/image3.png" Id="Rdaa89cd5bd014f03" /><Relationship Type="http://schemas.openxmlformats.org/officeDocument/2006/relationships/notesSlide" Target="/ppt/notesSlides/notesSlide5.xml" Id="R47070c29894d49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16e1b092aef4640" /><Relationship Type="http://schemas.openxmlformats.org/officeDocument/2006/relationships/image" Target="/ppt/media/image2.png" Id="Recf2003072ce4e63" /><Relationship Type="http://schemas.openxmlformats.org/officeDocument/2006/relationships/notesSlide" Target="/ppt/notesSlides/notesSlide6.xml" Id="R79e8abad365a4f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339f7a07ff440b1" /><Relationship Type="http://schemas.openxmlformats.org/officeDocument/2006/relationships/image" Target="/ppt/media/image3.png" Id="Rf10e6dcc4aa24c1b" /><Relationship Type="http://schemas.openxmlformats.org/officeDocument/2006/relationships/notesSlide" Target="/ppt/notesSlides/notesSlide7.xml" Id="R5bf33eeed0c348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ffa7a3c9301447c" /><Relationship Type="http://schemas.openxmlformats.org/officeDocument/2006/relationships/image" Target="/ppt/media/image3.png" Id="R3b286c78fa114a50" /><Relationship Type="http://schemas.openxmlformats.org/officeDocument/2006/relationships/notesSlide" Target="/ppt/notesSlides/notesSlide8.xml" Id="R03a14f48de5d4d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8325b247ff146d9" /><Relationship Type="http://schemas.openxmlformats.org/officeDocument/2006/relationships/image" Target="/ppt/media/image3.png" Id="R53aa8c93e67f410a" /><Relationship Type="http://schemas.openxmlformats.org/officeDocument/2006/relationships/notesSlide" Target="/ppt/notesSlides/notesSlide9.xml" Id="Rc77b3d8cb1944d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c7728be384d42e4" /><Relationship Type="http://schemas.openxmlformats.org/officeDocument/2006/relationships/image" Target="/ppt/media/image2.png" Id="R8e7da00a6eac4d4a" /><Relationship Type="http://schemas.openxmlformats.org/officeDocument/2006/relationships/notesSlide" Target="/ppt/notesSlides/notesSlide10.xml" Id="R0841373d7bd44d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187d74849914819" /><Relationship Type="http://schemas.openxmlformats.org/officeDocument/2006/relationships/image" Target="/ppt/media/image3.png" Id="R06b89e9839394d66" /><Relationship Type="http://schemas.openxmlformats.org/officeDocument/2006/relationships/notesSlide" Target="/ppt/notesSlides/notesSlide11.xml" Id="R79cdb1aa0a864e3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597ca6718034c37" /><Relationship Type="http://schemas.openxmlformats.org/officeDocument/2006/relationships/image" Target="/ppt/media/image3.png" Id="Ra8108e3afb834535" /><Relationship Type="http://schemas.openxmlformats.org/officeDocument/2006/relationships/notesSlide" Target="/ppt/notesSlides/notesSlide12.xml" Id="R2c3397ee66b84d8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c00e5cd61b343f7" /><Relationship Type="http://schemas.openxmlformats.org/officeDocument/2006/relationships/image" Target="/ppt/media/image3.png" Id="R734c0300263b4fe9" /><Relationship Type="http://schemas.openxmlformats.org/officeDocument/2006/relationships/notesSlide" Target="/ppt/notesSlides/notesSlide13.xml" Id="Rb151ad0e4f7a43e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686f8148864467d" /><Relationship Type="http://schemas.openxmlformats.org/officeDocument/2006/relationships/image" Target="/ppt/media/image3.png" Id="R112edb6a37f74a04" /><Relationship Type="http://schemas.openxmlformats.org/officeDocument/2006/relationships/notesSlide" Target="/ppt/notesSlides/notesSlide14.xml" Id="Rdc505f85391347c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a5505c30a4b4d95" /><Relationship Type="http://schemas.openxmlformats.org/officeDocument/2006/relationships/image" Target="/ppt/media/image3.png" Id="Rf96cbe593d4343b3" /><Relationship Type="http://schemas.openxmlformats.org/officeDocument/2006/relationships/notesSlide" Target="/ppt/notesSlides/notesSlide15.xml" Id="Rc0b2be881a3d416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8411c9bd7a741ad" /><Relationship Type="http://schemas.openxmlformats.org/officeDocument/2006/relationships/image" Target="/ppt/media/image3.png" Id="R98c020b203624eb7" /><Relationship Type="http://schemas.openxmlformats.org/officeDocument/2006/relationships/notesSlide" Target="/ppt/notesSlides/notesSlide16.xml" Id="Rc8f4e532ea2c436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a674d0aecc04423" /><Relationship Type="http://schemas.openxmlformats.org/officeDocument/2006/relationships/image" Target="/ppt/media/image3.png" Id="Rc3dcd503b84142d3" /><Relationship Type="http://schemas.openxmlformats.org/officeDocument/2006/relationships/notesSlide" Target="/ppt/notesSlides/notesSlide17.xml" Id="Re334d646e944497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b0407e0b6bb4a12" /><Relationship Type="http://schemas.openxmlformats.org/officeDocument/2006/relationships/image" Target="/ppt/media/image3.png" Id="Rac5843f8438c4d11" /><Relationship Type="http://schemas.openxmlformats.org/officeDocument/2006/relationships/notesSlide" Target="/ppt/notesSlides/notesSlide18.xml" Id="R91983de1ccfe496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b78dadbb7a540a0" /><Relationship Type="http://schemas.openxmlformats.org/officeDocument/2006/relationships/image" Target="/ppt/media/image3.png" Id="R47c5fe12b14f4297" /><Relationship Type="http://schemas.openxmlformats.org/officeDocument/2006/relationships/notesSlide" Target="/ppt/notesSlides/notesSlide19.xml" Id="R17581afca67943b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056eb489f544209" /><Relationship Type="http://schemas.openxmlformats.org/officeDocument/2006/relationships/image" Target="/ppt/media/image3.png" Id="R751a3481328449d7" /><Relationship Type="http://schemas.openxmlformats.org/officeDocument/2006/relationships/notesSlide" Target="/ppt/notesSlides/notesSlide20.xml" Id="R76f2b842339f403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ebd0e9389ec4949" /><Relationship Type="http://schemas.openxmlformats.org/officeDocument/2006/relationships/image" Target="/ppt/media/image3.png" Id="Reacbfb2959d544b1" /><Relationship Type="http://schemas.openxmlformats.org/officeDocument/2006/relationships/notesSlide" Target="/ppt/notesSlides/notesSlide21.xml" Id="R6a50a6d9fb53471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8aa5b59e6a34e9a" /><Relationship Type="http://schemas.openxmlformats.org/officeDocument/2006/relationships/image" Target="/ppt/media/image3.png" Id="R8e44b4bfd92e4f71" /><Relationship Type="http://schemas.openxmlformats.org/officeDocument/2006/relationships/notesSlide" Target="/ppt/notesSlides/notesSlide22.xml" Id="Rcd0ced093e074a0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6bdba48345749fd" /><Relationship Type="http://schemas.openxmlformats.org/officeDocument/2006/relationships/image" Target="/ppt/media/image3.png" Id="Rf1b3e57e4aa5444f" /><Relationship Type="http://schemas.openxmlformats.org/officeDocument/2006/relationships/notesSlide" Target="/ppt/notesSlides/notesSlide23.xml" Id="Re9cdcb9c86a045c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fa7277034394c95" /><Relationship Type="http://schemas.openxmlformats.org/officeDocument/2006/relationships/image" Target="/ppt/media/image3.png" Id="R0c71c53b3ccf4858" /><Relationship Type="http://schemas.openxmlformats.org/officeDocument/2006/relationships/notesSlide" Target="/ppt/notesSlides/notesSlide24.xml" Id="Rf867f86905094c5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4b99b7fd3674f5d" /><Relationship Type="http://schemas.openxmlformats.org/officeDocument/2006/relationships/image" Target="/ppt/media/image2.png" Id="Ree9329097a7e4692" /><Relationship Type="http://schemas.openxmlformats.org/officeDocument/2006/relationships/notesSlide" Target="/ppt/notesSlides/notesSlide25.xml" Id="R72cfe97a9bf4482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f601df163894a84" /><Relationship Type="http://schemas.openxmlformats.org/officeDocument/2006/relationships/image" Target="/ppt/media/image3.png" Id="R584a0f09d21c43fc" /><Relationship Type="http://schemas.openxmlformats.org/officeDocument/2006/relationships/notesSlide" Target="/ppt/notesSlides/notesSlide26.xml" Id="R7b93b4a677e44e8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561557b79264043" /><Relationship Type="http://schemas.openxmlformats.org/officeDocument/2006/relationships/image" Target="/ppt/media/image3.png" Id="R4c5c7978e59a4c5f" /><Relationship Type="http://schemas.openxmlformats.org/officeDocument/2006/relationships/notesSlide" Target="/ppt/notesSlides/notesSlide27.xml" Id="Rfcf5851af7b44e3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c01f72bfd744c1f" /><Relationship Type="http://schemas.openxmlformats.org/officeDocument/2006/relationships/image" Target="/ppt/media/image3.png" Id="R2243be40078c416b" /><Relationship Type="http://schemas.openxmlformats.org/officeDocument/2006/relationships/notesSlide" Target="/ppt/notesSlides/notesSlide28.xml" Id="R3ac787f88ba8449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fca021379a9482f" /><Relationship Type="http://schemas.openxmlformats.org/officeDocument/2006/relationships/image" Target="/ppt/media/image2.png" Id="Rfd8ff97935434564" /><Relationship Type="http://schemas.openxmlformats.org/officeDocument/2006/relationships/notesSlide" Target="/ppt/notesSlides/notesSlide29.xml" Id="Racd0a9e120904a0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0abcfd15ab46e5"/>
          <a:srcRect xmlns:a="http://schemas.openxmlformats.org/drawingml/2006/main" l="49938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-2407"/>
            <a:ext cx="6103614" cy="6860407"/>
          </a:xfrm>
          <a:prstGeom xmlns:a="http://schemas.openxmlformats.org/drawingml/2006/main" prst="rect">
            <a:avLst/>
          </a:prstGeom>
        </p:spPr>
      </p:pic>
      <p:sp>
        <p:nvSpPr>
          <p:cNvPr id="31" name="直角三角形 30">
            <a:extLst xmlns:a="http://schemas.openxmlformats.org/drawingml/2006/main">
              <a:ext uri="{FF2B5EF4-FFF2-40B4-BE49-F238E27FC236}">
                <a16:creationId xmlns:a16="http://schemas.microsoft.com/office/drawing/2014/main" id="{FBDC6FBC-5B15-4B27-993E-4AF8EAC8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39426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直角三角形 29">
            <a:extLst xmlns:a="http://schemas.openxmlformats.org/drawingml/2006/main">
              <a:ext uri="{FF2B5EF4-FFF2-40B4-BE49-F238E27FC236}">
                <a16:creationId xmlns:a16="http://schemas.microsoft.com/office/drawing/2014/main" id="{20110538-D038-431A-B0C4-CECA9F1B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066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直角三角形 34">
            <a:extLst xmlns:a="http://schemas.openxmlformats.org/drawingml/2006/main">
              <a:ext uri="{FF2B5EF4-FFF2-40B4-BE49-F238E27FC236}">
                <a16:creationId xmlns:a16="http://schemas.microsoft.com/office/drawing/2014/main" id="{277EC6E2-AA3C-42BF-B054-90ABA1A8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783" y="-69784"/>
            <a:ext cx="1384433" cy="1524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23212421-3CB9-4A6F-B6C5-B3393AE2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927971" y="-8678"/>
            <a:ext cx="1012807" cy="2939977"/>
          </a:xfrm>
          <a:custGeom xmlns:a="http://schemas.openxmlformats.org/drawingml/2006/main">
            <a:rect l="l" t="t" r="r" b="b"/>
            <a:pathLst>
              <a:path w="1012807" h="2939977">
                <a:moveTo>
                  <a:pt x="1012807" y="0"/>
                </a:moveTo>
                <a:lnTo>
                  <a:pt x="930817" y="0"/>
                </a:lnTo>
                <a:lnTo>
                  <a:pt x="0" y="2939977"/>
                </a:lnTo>
                <a:lnTo>
                  <a:pt x="81990" y="2939977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直角三角形 7">
            <a:extLst xmlns:a="http://schemas.openxmlformats.org/drawingml/2006/main">
              <a:ext uri="{FF2B5EF4-FFF2-40B4-BE49-F238E27FC236}">
                <a16:creationId xmlns:a16="http://schemas.microsoft.com/office/drawing/2014/main" id="{D8BFF7DE-2B79-4692-BE2E-B1CBA969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062258" y="-2407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直角三角形 8">
            <a:extLst xmlns:a="http://schemas.openxmlformats.org/drawingml/2006/main">
              <a:ext uri="{FF2B5EF4-FFF2-40B4-BE49-F238E27FC236}">
                <a16:creationId xmlns:a16="http://schemas.microsoft.com/office/drawing/2014/main" id="{B9D108E0-DBE7-42E5-9538-1E6F1343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349608" y="-867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6EEEC42-9EA5-455A-A84E-6278B55A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663" y="2107887"/>
            <a:ext cx="7966365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基于大模型的测试场景生成</a:t>
            </a:r>
          </a:p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与自主 Web 测试智能体</a:t>
            </a: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F36C15F6-4A95-4F0F-A80F-A850FB65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983" y="3538910"/>
            <a:ext cx="6042821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499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7DBEDCC-1672-4670-8F72-9D9E1586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596" y="3624437"/>
            <a:ext cx="4967368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LLM-driven Test Scenario Generation &amp; Autonomous Web Testing Agent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7BF95EB-F667-4E5B-A28F-E2ED4906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4567221"/>
            <a:ext cx="145424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AF1E8716-F2BA-4FBE-B4A1-ADD1598C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444" y="5234176"/>
            <a:ext cx="2191584" cy="4671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E7F860F4-B985-41EB-952D-80AA4436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5283080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8BC879B-757F-4BAD-BFCA-40E899F4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073" y="6147784"/>
            <a:ext cx="151836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53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30ffb09d0c45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036" y="153223"/>
            <a:ext cx="2554357" cy="538993"/>
          </a:xfrm>
          <a:prstGeom xmlns:a="http://schemas.openxmlformats.org/drawingml/2006/main" prst="rect">
            <a:avLst/>
          </a:prstGeom>
        </p:spPr>
      </p:pic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51BCB211-765B-4881-ABBA-67F77D3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319846" y="4401599"/>
            <a:ext cx="1112045" cy="2456401"/>
          </a:xfrm>
          <a:custGeom xmlns:a="http://schemas.openxmlformats.org/drawingml/2006/main">
            <a:rect l="l" t="t" r="r" b="b"/>
            <a:pathLst>
              <a:path w="1751" h="3868">
                <a:moveTo>
                  <a:pt x="1222" y="0"/>
                </a:moveTo>
                <a:lnTo>
                  <a:pt x="1751" y="0"/>
                </a:lnTo>
                <a:lnTo>
                  <a:pt x="527" y="3868"/>
                </a:lnTo>
                <a:lnTo>
                  <a:pt x="0" y="3868"/>
                </a:lnTo>
                <a:lnTo>
                  <a:pt x="1222" y="10"/>
                </a:lnTo>
                <a:lnTo>
                  <a:pt x="1219" y="10"/>
                </a:lnTo>
                <a:lnTo>
                  <a:pt x="1222" y="0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798576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流程图: 可选过程 25">
            <a:extLst xmlns:a="http://schemas.openxmlformats.org/drawingml/2006/main">
              <a:ext uri="{FF2B5EF4-FFF2-40B4-BE49-F238E27FC236}">
                <a16:creationId xmlns:a16="http://schemas.microsoft.com/office/drawing/2014/main" id="{E6FCCC0D-E720-45DE-904B-A797E02E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23220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43035C86-4A89-4F83-B8CF-C0BF38AD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650" y="1968500"/>
            <a:ext cx="3240000" cy="32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EAA8B84-074A-4B66-AA69-4611251F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127375"/>
            <a:ext cx="1790065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5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9F6F6DE-D3F1-42A9-AD32-449FC43C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1295704"/>
            <a:ext cx="274891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研究背景及意义</a:t>
            </a:r>
          </a:p>
        </p:txBody>
      </p:sp>
      <p:sp>
        <p:nvSpPr>
          <p:cNvPr id="27" name="椭圆 26">
            <a:extLst xmlns:a="http://schemas.openxmlformats.org/drawingml/2006/main">
              <a:ext uri="{FF2B5EF4-FFF2-40B4-BE49-F238E27FC236}">
                <a16:creationId xmlns:a16="http://schemas.microsoft.com/office/drawing/2014/main" id="{F450EE56-BD1B-43EC-B44E-773F2AEB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129951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BE0A2E6-89EE-4219-9AC1-1CF69F15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132554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29" name="流程图: 可选过程 28">
            <a:extLst xmlns:a="http://schemas.openxmlformats.org/drawingml/2006/main">
              <a:ext uri="{FF2B5EF4-FFF2-40B4-BE49-F238E27FC236}">
                <a16:creationId xmlns:a16="http://schemas.microsoft.com/office/drawing/2014/main" id="{45259BEA-6F2B-4D4D-9330-BBAF6BCB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87879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1A4E0E0A-36C9-40E9-B29A-996C8C2C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225137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研究目标与方案</a:t>
            </a: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A3003164-CE5B-40C6-8807-85A8E7B8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225518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21867E7-A5A1-40D8-80D6-E8B193E2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228122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33" name="流程图: 可选过程 32">
            <a:extLst xmlns:a="http://schemas.openxmlformats.org/drawingml/2006/main">
              <a:ext uri="{FF2B5EF4-FFF2-40B4-BE49-F238E27FC236}">
                <a16:creationId xmlns:a16="http://schemas.microsoft.com/office/drawing/2014/main" id="{CB40E0FD-5F44-4828-99E9-C97F418B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41649"/>
            <a:ext cx="3805555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1E9B471-47C2-43BD-A24D-016D1762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320514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研究框架介绍</a:t>
            </a:r>
          </a:p>
        </p:txBody>
      </p:sp>
      <p:sp>
        <p:nvSpPr>
          <p:cNvPr id="35" name="椭圆 34">
            <a:extLst xmlns:a="http://schemas.openxmlformats.org/drawingml/2006/main">
              <a:ext uri="{FF2B5EF4-FFF2-40B4-BE49-F238E27FC236}">
                <a16:creationId xmlns:a16="http://schemas.microsoft.com/office/drawing/2014/main" id="{B17F5E05-D170-44B6-BA4E-7A3862E0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320895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4B07CFF6-85BC-461F-9B11-2FBFDAEF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323499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37" name="流程图: 可选过程 36">
            <a:extLst xmlns:a="http://schemas.openxmlformats.org/drawingml/2006/main">
              <a:ext uri="{FF2B5EF4-FFF2-40B4-BE49-F238E27FC236}">
                <a16:creationId xmlns:a16="http://schemas.microsoft.com/office/drawing/2014/main" id="{081AC40C-2817-4E08-B5EF-F2B7F54A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92244"/>
            <a:ext cx="380619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5EBAD52D-FFE9-492C-BFA2-DDF59264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4155744"/>
            <a:ext cx="274828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研究进度安排</a:t>
            </a: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2F1E23AB-3E3F-4A6D-B85B-9BAE3719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415955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9042C2BE-59F2-4025-80AB-3D48CC25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418558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41" name="流程图: 可选过程 40">
            <a:extLst xmlns:a="http://schemas.openxmlformats.org/drawingml/2006/main">
              <a:ext uri="{FF2B5EF4-FFF2-40B4-BE49-F238E27FC236}">
                <a16:creationId xmlns:a16="http://schemas.microsoft.com/office/drawing/2014/main" id="{CFCBD5CC-0295-49A8-BC85-56198CF5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04855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4785A9E-51FF-4CF5-91C8-2ACF997A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5112054"/>
            <a:ext cx="2125345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小组分工</a:t>
            </a:r>
          </a:p>
        </p:txBody>
      </p:sp>
      <p:sp>
        <p:nvSpPr>
          <p:cNvPr id="43" name="椭圆 42">
            <a:extLst xmlns:a="http://schemas.openxmlformats.org/drawingml/2006/main">
              <a:ext uri="{FF2B5EF4-FFF2-40B4-BE49-F238E27FC236}">
                <a16:creationId xmlns:a16="http://schemas.microsoft.com/office/drawing/2014/main" id="{38F727AF-092B-45EA-851D-0572CD8C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511586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6980DEC6-7196-49C2-9CF3-FE339FE4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514189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05</a:t>
            </a:r>
          </a:p>
        </p:txBody>
      </p:sp>
      <p:pic>
        <p:nvPicPr>
          <p:cNvPr id="4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e90d308b7942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832" y="351944"/>
            <a:ext cx="3267572" cy="6894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995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2EEF5748-A1BE-45B4-843B-EA94B4B0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FB8BC298-0524-4D8D-8535-479387CE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D268123A-7C8F-48FC-8B19-AD3F5270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592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343A0A1-3CC0-4083-AB0C-CA694AAD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229" y="2782669"/>
            <a:ext cx="338772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77E53CA-5C65-4106-A7AD-CAD40457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505" y="3606757"/>
            <a:ext cx="258699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Background and Significance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9385D7-63EB-4B96-A059-21268544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6690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4075bb86a44f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710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b923c898f848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1.1  研究背景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07C9AD5-9FF7-49C3-82E9-1A0C5271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C87DEBE-D3C9-48A8-B545-B842F642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DCE4F8B-D90A-4FB6-83DB-D1AD4E2D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真实 Web 流程复杂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BF0CAE3-472D-44EA-B936-B2F1B1F9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页面动态、权限状态、弹窗与异步加载交织，传统脚本维护成本高。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430D2B7-72CF-4A6A-911A-1D44CD23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79FF177-C618-440C-AC12-5B52F039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3B4CE04-62E5-4C2D-BB36-5EA2A1C2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LLM Agent 仍易失败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182B80A-ED57-4D43-B1CF-15240365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缺少待测系统领域知识时，容易输出与手册或 UI 不一致的操作。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4251509-CD10-49E3-B389-0ABC8984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76C7DB2-007D-47AB-9A0D-46A77D9B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7526DDF-A786-4F2E-9A88-97B1F4A7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完成后难以判定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EE747C5-DF2B-4A16-9902-A3F5CC9E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Agent 自报成功不等于功能正确，需要 Trace、截图和验证器复核。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5D154EA-B5BC-452A-A3C4-E00FB181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1000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2383">
            <a:solidFill>
              <a:srgbClr val="C9DA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5534553-CB1D-41DC-98D7-16C4DF56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481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核心问题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FC973E7-4347-4AAE-8F80-043C02AD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3375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如何把 4ga Boards 手册中的功能描述，变成可执行、可验证、可追溯的 Web 测试任务？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8FCA80C-1D45-4EE8-82DB-6407B48D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19625"/>
            <a:ext cx="733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SpecPilot 的回答：手册证据约束生成，零 locator 保持意图表达，browser-use 自主执行，验证器给出可复查结论。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89cd5bd014f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1.2  研究意义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724D5C-CD4A-4D5B-B5B2-4A862204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5BF72F2-43DF-49CD-9C11-4363E42E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314A4C2-F5D8-4820-BE81-F693E220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2410D7A-C7B6-40AA-B9FB-D28909A3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软件手册转为结构化测试知识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EB851C9-E104-492A-B887-9CB0AC49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32C5AF0-0E06-4DB8-9C1F-A0296468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D8BF150-4B06-4BCE-8526-4B93334A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1CDA31B-EE15-45D9-9084-2AC283D1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6A6EE2F-62F3-4E10-9E75-A9AA4F59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自然语言步骤，不绑定 DOM locator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996F734-20BE-41CE-9763-40901267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EBC14B7-7746-467B-8043-AC0D90AB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AC4DDFC-2F31-4309-BAC4-6BEBF7D4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05617AF-2194-4851-B1DB-848B81F4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74DAA4F-0589-4504-AB24-1CAEF3E6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Web Agent 自主完成页面操作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24BA054-BB3A-4B35-B0A9-DB071814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3C64CB2-4BB9-456A-A55B-FC3D7787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BFC84BC-B24B-4B7F-8DE3-8FBBD299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A09DD0A-CF74-47C7-A7BE-48639D8F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A992B33-9341-430E-97F8-C4A448EC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+ 视觉验证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C5BCCFA-8C3A-4853-BDB2-C4596297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0E12895-FD6B-43BD-AC04-B99E3B6F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D55D256-3879-4C6E-B066-785614D9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704F79B-C23F-4469-ACE2-D2221907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诊断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0EA5B7B-8165-4291-B315-4A4FD402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失败分类与报告归档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EDC1376-4482-413E-87B7-6EEA91BF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81500"/>
            <a:ext cx="9620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12383">
            <a:solidFill>
              <a:srgbClr val="F3D6A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6030037-4639-46D3-BA8E-C4F417D9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rPr>
              <a:t>形成“手册证据 → 测试场景 → 智能体执行 → 结果验证 → 失败分析”的闭环，而不是只让大模型写测试用例。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C53D25DD-8F22-4F68-9717-D555EFF2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ADC7355D-A963-4EF5-A54D-94BD284E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1CDF316-1371-4DD2-8047-DD78F3FF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DFE3324-AB82-4283-A144-831DD98F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40" y="2816963"/>
            <a:ext cx="341632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A87E50E-1656-4AF9-900E-068E0B99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376" y="3606757"/>
            <a:ext cx="337624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Objectives and Methodology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7A1EA1C-2086-40E7-BDCD-768E9DE1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f2003072ce4e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162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DC4B7F6-BF62-4E53-B146-01F852D6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051C895-FBF6-4A5A-BC63-BF84752C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9B0B3E7-7DD8-45DE-939C-F9A8FB31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2445862-16EA-4A7B-819F-88AA98D2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3F42468-B0D9-4785-A6E3-C45E4487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48820B60-34E7-4E08-AA74-87AE879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296B7C1-6589-4D9E-B954-249E6FCA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0e6dcc4aa24c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50FE17C1-9624-4A9F-9B57-784B471C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CD71BD3E-851B-4639-9ACA-3D4E4AE9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D892374-7818-4381-B65B-28BA4F09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7C97C541-360D-4782-8469-E7B26CBD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C6D0E936-EFA9-40A4-BDDA-02749B0C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B89FB35-04FF-43FB-9AC5-472301A1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2.1  总体流程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847CDFFF-8A37-44E4-9E15-9D0F90F8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585CFBE-DFAD-4840-8C99-4E553A63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1480F39-849C-4C65-BF24-97C82AD6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8E8941E-17DD-48E5-8B35-C3385820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30B26D3-6E97-4076-85A8-CF6C262F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4ga 手册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D3E3836-1E96-4C7E-A389-B3938457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英文 user/admin manual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92E4488-F532-4CB0-98F3-D778F772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AF2955F-6EED-4FF2-8857-BD3F47E3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5750701-CF27-4009-AA45-52280970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31B022B-DE94-4613-B0D5-64901123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86A1446-0A23-4020-A090-DF4B03DF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清洗切片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A80B316-913B-479E-A327-34305FA2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Markdown + heading path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AD6A195-B28E-4DB8-B3E9-C9F224EB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517CC42-5896-4BFE-8B7A-504CB8C4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A88F375-7EC2-4E97-A346-A49ED851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561D241-A192-4D1C-A1C2-148668DA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ECD3DD5-7CF0-4C95-A8AB-5DF37C28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向量索引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EC9CC33-20A9-4053-9794-0E32C333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ChromaDB evidence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6E61CC3-A01F-4E1B-8505-9871AF9F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B39A4B3-6D8C-42D4-8160-5327F0A7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203C417-7540-4A99-A456-74F867DF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ECBB130-02EB-4FCF-B6AA-83566F27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C81473F-3D86-41C1-B1EE-388271F0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295D0C2-C831-4684-B6CF-062E61D3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Feature + Scenario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5794C54-D319-4B2B-9917-63E7262B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5705D7D-D734-4432-8C51-B424F651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047D371-C174-4E62-BED0-7126C8C7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3253A9F-1EF5-490B-B9C9-38EA5521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14A1846-D45D-4436-A80A-C8898F76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自主执行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190601C-2E5C-4DDB-AF6A-47820F8C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56379CE-D9FD-470D-A2AD-B10DE827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4393F85-0561-4733-B979-80EF4E92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84EB527-5777-4E36-AE26-062B0D60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B0B367F-BD71-4AAB-8CB5-1C07F74C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06DE80B-9814-4489-9899-B61DB668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验证报告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A8D1028-08DD-4AE7-9A9F-80104FC3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DOM/视觉/分类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A4930D4-F9FE-4910-9D4A-2B4C13D0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24FB2A2-9CA3-47F5-B363-285B7595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821D670-4E78-4111-B547-D84EE156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边界 1：零 locator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0FD1983-F59A-491A-9302-954EF9E6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场景只表达用户意图，不写 selector、xpath、DOM id 或 element index。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4134BD6-A225-44BA-881B-70C23FF7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E27DE79-01ED-4F34-9557-A0976278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4880123-3479-43D9-8E99-DAA4A6FD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边界 2：browser-use 唯一执行器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0CB3B79-D02F-40FE-9706-5A4CC722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不使用 Playwright fallback，保持自然语言任务到 Agent 自主执行的路线。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2958596-6CEE-4668-8677-53016A6A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320B813-61C0-478E-80CA-83E0DA3D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6CD0E36-51EC-4932-A0F4-17AAAEC2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边界 3：本地可追溯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70234C0-E74D-4597-96B4-50B8465F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Trace、截图、验证结果和报告统一归档到 data/runs/{run_id}/。</a:t>
            </a:r>
          </a:p>
        </p:txBody>
      </p:sp>
    </p:spTree>
    <p:extLst>
      <p:ext uri="{BB962C8B-B14F-4D97-AF65-F5344CB8AC3E}">
        <p14:creationId xmlns:p14="http://schemas.microsoft.com/office/powerpoint/2010/main" val="41019203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3F5AD5A7-F10F-48AD-9516-B0900162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2.2  研究目标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515B250-3F65-47D0-A517-C1F5DB30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118" name="矩形 117">
            <a:extLst xmlns:a="http://schemas.openxmlformats.org/drawingml/2006/main">
              <a:ext uri="{FF2B5EF4-FFF2-40B4-BE49-F238E27FC236}">
                <a16:creationId xmlns:a16="http://schemas.microsoft.com/office/drawing/2014/main" id="{E10E5026-9769-4FDA-A3C2-689FB4FF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9" name="矩形 118">
            <a:extLst xmlns:a="http://schemas.openxmlformats.org/drawingml/2006/main">
              <a:ext uri="{FF2B5EF4-FFF2-40B4-BE49-F238E27FC236}">
                <a16:creationId xmlns:a16="http://schemas.microsoft.com/office/drawing/2014/main" id="{651D5F33-4A49-48C5-A33C-ABFDF222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0" name="文本框 119">
            <a:extLst xmlns:a="http://schemas.openxmlformats.org/drawingml/2006/main">
              <a:ext uri="{FF2B5EF4-FFF2-40B4-BE49-F238E27FC236}">
                <a16:creationId xmlns:a16="http://schemas.microsoft.com/office/drawing/2014/main" id="{CCE41962-D964-415D-8B26-F787AF6B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4" name="文本框 123">
            <a:extLst xmlns:a="http://schemas.openxmlformats.org/drawingml/2006/main">
              <a:ext uri="{FF2B5EF4-FFF2-40B4-BE49-F238E27FC236}">
                <a16:creationId xmlns:a16="http://schemas.microsoft.com/office/drawing/2014/main" id="{AF17376A-7459-49B5-8BB1-B818CD00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30" name="文本框 129">
            <a:extLst xmlns:a="http://schemas.openxmlformats.org/drawingml/2006/main">
              <a:ext uri="{FF2B5EF4-FFF2-40B4-BE49-F238E27FC236}">
                <a16:creationId xmlns:a16="http://schemas.microsoft.com/office/drawing/2014/main" id="{599D3835-85B7-47C1-A1A6-FA9C570D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31" name="文本框 130">
            <a:extLst xmlns:a="http://schemas.openxmlformats.org/drawingml/2006/main">
              <a:ext uri="{FF2B5EF4-FFF2-40B4-BE49-F238E27FC236}">
                <a16:creationId xmlns:a16="http://schemas.microsoft.com/office/drawing/2014/main" id="{FC780630-B8AC-4195-898D-6F897807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32" name="文本框 131">
            <a:extLst xmlns:a="http://schemas.openxmlformats.org/drawingml/2006/main">
              <a:ext uri="{FF2B5EF4-FFF2-40B4-BE49-F238E27FC236}">
                <a16:creationId xmlns:a16="http://schemas.microsoft.com/office/drawing/2014/main" id="{E921E35E-305E-4103-9911-93174566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33" name="图片 1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286c78fa114a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34" name="直接连接符 133">
            <a:extLst xmlns:a="http://schemas.openxmlformats.org/drawingml/2006/main">
              <a:ext uri="{FF2B5EF4-FFF2-40B4-BE49-F238E27FC236}">
                <a16:creationId xmlns:a16="http://schemas.microsoft.com/office/drawing/2014/main" id="{4AA1076A-267F-432B-BDC2-E686E3C7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5" name="直接连接符 134">
            <a:extLst xmlns:a="http://schemas.openxmlformats.org/drawingml/2006/main">
              <a:ext uri="{FF2B5EF4-FFF2-40B4-BE49-F238E27FC236}">
                <a16:creationId xmlns:a16="http://schemas.microsoft.com/office/drawing/2014/main" id="{D4DF99EB-20A1-447A-8A73-DDECF521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6" name="直接连接符 135">
            <a:extLst xmlns:a="http://schemas.openxmlformats.org/drawingml/2006/main">
              <a:ext uri="{FF2B5EF4-FFF2-40B4-BE49-F238E27FC236}">
                <a16:creationId xmlns:a16="http://schemas.microsoft.com/office/drawing/2014/main" id="{50870E47-F85E-4953-9B7F-757B3AF8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7" name="直接连接符 136">
            <a:extLst xmlns:a="http://schemas.openxmlformats.org/drawingml/2006/main">
              <a:ext uri="{FF2B5EF4-FFF2-40B4-BE49-F238E27FC236}">
                <a16:creationId xmlns:a16="http://schemas.microsoft.com/office/drawing/2014/main" id="{8089A8E7-8F7B-4127-B817-9C735EC3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8" name="等腰三角形 137">
            <a:extLst xmlns:a="http://schemas.openxmlformats.org/drawingml/2006/main">
              <a:ext uri="{FF2B5EF4-FFF2-40B4-BE49-F238E27FC236}">
                <a16:creationId xmlns:a16="http://schemas.microsoft.com/office/drawing/2014/main" id="{4A263288-6E46-4B9E-817D-3C7EB473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D40245B5-FDB2-49F3-A81F-A3E3FD71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7CD7CA83-BB11-40E2-9C07-30B21E40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56B125C7-4B9F-4A25-982C-0F6C80E1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已抽取功能点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C5A2C708-7E3F-44D7-8F62-C4D0EAF6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A5B9DDBE-8A42-4FFC-9F9F-676A7A07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6B9DAEAF-B7D0-4856-8A7C-55E97D5C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已生成测试场景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FE6F6D07-0428-40DF-AD23-48CD6AFE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A15B8A3-391C-45E3-9363-07823410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F2C38D58-A327-40A9-92E1-ED7DE263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本地运行记录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14CC1F1D-D405-4D16-825A-DC8AE73F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33813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AFF"/>
          </a:solidFill>
          <a:ln xmlns:a="http://schemas.openxmlformats.org/drawingml/2006/main" w="12383">
            <a:solidFill>
              <a:srgbClr val="BBD9F4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6A527992-1F83-48F0-962F-2D32C2AF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098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可运行本地闭环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DC5D0C2-9E2D-48CA-A467-C51324CF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337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从手册到执行记录，已形成端到端系统形态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6D3B78A3-F64B-41F1-8E2D-8BC69CDA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0D37118-7289-45ED-96A2-752D2A73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28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5C6A8C5D-436F-41E5-BBFB-202DD976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052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自动抽取 4ga Boards 主要功能点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F72AB2CB-C28B-409A-9C3E-7F9CF077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76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01CB6FD8-2E5D-421C-B0F2-B2F6563A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719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54EDE30D-9438-4234-8FDC-01853B82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243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生成结构化、可执行、带证据的测试场景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5944CD0E-F485-4765-8DF7-B3A840ED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5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3C49D4AD-B6AD-4DEE-AF7D-35A77AC1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E615E8F5-D9DB-450B-B699-CFED0421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434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实时展示 Agent 节点状态、动作、截图与事件流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33A9C2E4-79DC-4BB2-A808-2280F208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14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E4B914EE-08D8-4580-8B69-1AF58D4A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01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27596338-A908-4CE1-ADBD-A969357F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625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对执行结果进行验证、失败分类和报告归档</a:t>
            </a:r>
          </a:p>
        </p:txBody>
      </p:sp>
    </p:spTree>
    <p:extLst>
      <p:ext uri="{BB962C8B-B14F-4D97-AF65-F5344CB8AC3E}">
        <p14:creationId xmlns:p14="http://schemas.microsoft.com/office/powerpoint/2010/main" val="10486156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C5DA7CA1-70B9-4E2A-ACCE-A2B0364C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2.3  总体架构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27FAC13A-C4B2-4A07-B247-B6FC609D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F352DA87-3D00-4C14-AB17-254EA311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73B58A2F-2613-4675-91B4-F5E92759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文本框 101">
            <a:extLst xmlns:a="http://schemas.openxmlformats.org/drawingml/2006/main">
              <a:ext uri="{FF2B5EF4-FFF2-40B4-BE49-F238E27FC236}">
                <a16:creationId xmlns:a16="http://schemas.microsoft.com/office/drawing/2014/main" id="{E4E5C484-F627-4B59-AD16-6479AC5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3" name="文本框 102">
            <a:extLst xmlns:a="http://schemas.openxmlformats.org/drawingml/2006/main">
              <a:ext uri="{FF2B5EF4-FFF2-40B4-BE49-F238E27FC236}">
                <a16:creationId xmlns:a16="http://schemas.microsoft.com/office/drawing/2014/main" id="{68569EF0-A4A4-4B56-B77A-6F56F2FA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4" name="文本框 103">
            <a:extLst xmlns:a="http://schemas.openxmlformats.org/drawingml/2006/main">
              <a:ext uri="{FF2B5EF4-FFF2-40B4-BE49-F238E27FC236}">
                <a16:creationId xmlns:a16="http://schemas.microsoft.com/office/drawing/2014/main" id="{27BB5293-4B48-4EB3-82A0-C3EEE4BA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5" name="文本框 104">
            <a:extLst xmlns:a="http://schemas.openxmlformats.org/drawingml/2006/main">
              <a:ext uri="{FF2B5EF4-FFF2-40B4-BE49-F238E27FC236}">
                <a16:creationId xmlns:a16="http://schemas.microsoft.com/office/drawing/2014/main" id="{8EC6E344-EBC5-475B-A47E-1A6F0836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6" name="文本框 105">
            <a:extLst xmlns:a="http://schemas.openxmlformats.org/drawingml/2006/main">
              <a:ext uri="{FF2B5EF4-FFF2-40B4-BE49-F238E27FC236}">
                <a16:creationId xmlns:a16="http://schemas.microsoft.com/office/drawing/2014/main" id="{98566DDC-D397-4A51-A9F8-B89FDBEC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07" name="图片 1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aa8c93e67f41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08" name="直接连接符 107">
            <a:extLst xmlns:a="http://schemas.openxmlformats.org/drawingml/2006/main">
              <a:ext uri="{FF2B5EF4-FFF2-40B4-BE49-F238E27FC236}">
                <a16:creationId xmlns:a16="http://schemas.microsoft.com/office/drawing/2014/main" id="{86C1ED2F-F6CB-41FD-8287-03980FA3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9" name="直接连接符 108">
            <a:extLst xmlns:a="http://schemas.openxmlformats.org/drawingml/2006/main">
              <a:ext uri="{FF2B5EF4-FFF2-40B4-BE49-F238E27FC236}">
                <a16:creationId xmlns:a16="http://schemas.microsoft.com/office/drawing/2014/main" id="{B7050A9C-5873-4754-8D9D-B127A3FB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0" name="直接连接符 109">
            <a:extLst xmlns:a="http://schemas.openxmlformats.org/drawingml/2006/main">
              <a:ext uri="{FF2B5EF4-FFF2-40B4-BE49-F238E27FC236}">
                <a16:creationId xmlns:a16="http://schemas.microsoft.com/office/drawing/2014/main" id="{1DDF999B-915D-4CD2-999C-FAA9327E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1" name="直接连接符 110">
            <a:extLst xmlns:a="http://schemas.openxmlformats.org/drawingml/2006/main">
              <a:ext uri="{FF2B5EF4-FFF2-40B4-BE49-F238E27FC236}">
                <a16:creationId xmlns:a16="http://schemas.microsoft.com/office/drawing/2014/main" id="{4EE3BF20-BD17-4CC5-BA20-DD86AC12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2" name="等腰三角形 111">
            <a:extLst xmlns:a="http://schemas.openxmlformats.org/drawingml/2006/main">
              <a:ext uri="{FF2B5EF4-FFF2-40B4-BE49-F238E27FC236}">
                <a16:creationId xmlns:a16="http://schemas.microsoft.com/office/drawing/2014/main" id="{8B64758C-5507-40E3-90A1-72C6F587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CB2F349-DDF3-45BB-BBF2-09C300D9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933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AFEC52B-AEE9-46F3-813A-18C5E8C2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2574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Next.js 中文控制台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B0A65D0-15F8-4B77-88FB-C2B9596B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647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Dashboard / Features / Scenarios / Live Run / Reports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1DC9F5D-4426-4FDD-A4DA-8BFB6ADB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33675"/>
            <a:ext cx="8991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EAEC161-893D-4151-8B87-61AE56DC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479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REST API + SSE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6C5C228-A5A0-4CF1-84EA-F0D32A07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6702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运行创建、事件推送、报告导出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9EAC9CC-B919-4722-B070-747DDEFD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24225"/>
            <a:ext cx="8648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F249873-C11F-43EF-8F4C-1B5C7228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4385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8AA3923-CA49-4492-9C19-4A1B5CE4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575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SQLModel / SQLite / ChromaDB / Artifact storage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4A98101-490D-4352-AD87-C2A7E462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14775"/>
            <a:ext cx="8305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DFCCACB-4CDB-4AFF-9971-C7964725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290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6E13AEC-8A62-4FC8-B119-D1723E02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ScenarioLoader → BrowserUseRun → Verifier → Reporter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007C9D1-5391-4036-A728-3985F974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05325"/>
            <a:ext cx="7962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DCD526D-DB2E-431F-827A-54691D5B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6196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D6CD97E-9C1A-4CED-AA60-19EED8EB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386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DeepSeek / OpenAI-compatible / Browser Use hosted LLM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89F66B9-CFEF-4CFE-B454-C449B4FF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95875"/>
            <a:ext cx="7620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FDE4B4C-9554-4582-8C1A-3011DF97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101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验证与报告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DE14706-65BE-4A5A-856E-030CDA5A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29225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 + GLM-4.6V + FailureClassifier</a:t>
            </a:r>
          </a:p>
        </p:txBody>
      </p:sp>
    </p:spTree>
    <p:extLst>
      <p:ext uri="{BB962C8B-B14F-4D97-AF65-F5344CB8AC3E}">
        <p14:creationId xmlns:p14="http://schemas.microsoft.com/office/powerpoint/2010/main" val="718491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0A7C0DCB-7EEF-4038-B0F9-818B301C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DD40740B-FE96-4EF6-86AD-CF918FD9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7EA6693-60B7-4D50-B21C-80AEA1D9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26ABAB6-7A09-46C0-A59D-4BA7229D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028" y="2753201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176D3F8-51CC-4A58-AF83-F49915A1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024" y="3612894"/>
            <a:ext cx="3005951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Framework Introduction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28486A4-1558-4BFD-A981-FF400CBF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da00a6eac4d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560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b89e9839394d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5F1B11A-A29B-4F6F-A28C-6CD0655D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346086D-7E9E-41F2-8061-D4FFBAD0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90E3694-48E9-44FC-ADFF-50B03AC4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前端展示层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935CC98-9BBA-4E43-BB2C-5E3B181F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Next.js App Router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TypeScript / Tailwind CSS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Radix UI / Lucide Icons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/ TanStack Query / Recharts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B2C82E5-5BB5-4CFD-8BD6-793C1BA8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462B8CC-5193-49FA-AA74-92DDE5AB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36FBA85-3E03-48C2-9BC4-310E4D35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后端服务层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02F7E4E-6EF2-463D-B1E4-DB83F792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FastAPI / SQLModel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SQLite / ChromaDB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sse-starlette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persistence + artifacts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584192D-D1BE-4670-B62C-3C8F6318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57F6DAD-E9B3-4CF0-A2C4-8BB35BD4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A474CA3-FC24-4325-BE27-D821DC78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智能体层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E0F60BC-9561-4408-AE25-4B267324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OpenAI-compatible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langchain-deepseek adapter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F3113F3-F26A-4A6B-B791-53957231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51CBD24-4B2F-429C-892B-BAC1F35F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6B589C2-C8D4-4D2A-9831-75606610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验证与存储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738196C-1AF9-476A-AAFB-CC70C362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GLM-4.6V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3.2  系统模块划分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108e3afb8345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83A09BE-147A-4B1B-B4C8-4A7CCF08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66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114CB96-4A5A-4E9A-BDB0-B3D34406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62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DOC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DD14EC2-FF62-4244-A1B1-3B863235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907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E3B8419-675B-4374-B4F7-5F6D397C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24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手册知识层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26971B4-9183-4A10-BDC1-8680EF41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爬取 / 清洗 / 切片 / 索引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3C88C58-A4D7-4A27-8A91-7D3613AF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A0419D5-BC19-45F7-9D61-5DA3CC6A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764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B9C75FD-1D3D-4543-9296-9078D32C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0BAEB01-A33E-420F-BD94-82448A4B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2951C55-93BE-4A71-81DC-E2B88324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765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04E4A39-05EB-4D5E-A533-0E30CFC4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099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E8F0EA0-5265-48DF-A01A-58BEB71F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功能点抽取 / 零 locator 场景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21791EC-55B1-43B7-A8BC-26B8D5B8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71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81766EE-35BE-456F-8F22-74C38F81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622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5D464CD-E451-4668-B64E-F8E992E5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CAD6CB6-D549-47B0-93C4-E50CBA5D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338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AGT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A55B531-741D-4E9B-B6DD-C9F2E047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623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FD8E70B-AABE-4F42-8DB7-F8331B01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957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智能体执行层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363ACCC-569B-446B-A325-1F4BEC25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任务构造 / browser-use 执行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EF2303C-A4B3-44FD-A0DA-70250704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57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6551D1C-578B-4A9E-A5F8-71C616AE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480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57F8954-04CE-4E8F-9D93-13C33623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24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203FE93-4DBB-46B8-AA71-D6F76873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CHK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E36BEA8-C5C9-4C55-BD2B-874AADEB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481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2BF4DBC-9843-4F8F-ADAE-3D3F69FE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815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验证与诊断层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6CB3F78-A12F-4430-B24A-3DA1DF6F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005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/ GLM 视觉 / 分类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6FE4509-5D3C-440F-8A77-ADEE8247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434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9B504E0-1490-4A24-AE41-38168CF9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338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3F3F4C2-94FF-4939-9B70-FCA06286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0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C3A91D9-0CAC-4761-ABF3-32DDB5E0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05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UI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9AC02A9-CD91-416C-B848-1C1FD3EB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339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716AACB-C0C5-4B6A-8EFB-EC0B5989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673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前端控制台层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4F1A031-F5EA-4277-BBDA-3F96D9BE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863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状态可视化 / 报告 / 运行历史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EABBF13-E845-427C-AD9D-8590405B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292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C4A70B9-3706-4CC7-ADA7-6CE4EF5E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196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3.3  手册知识层与场景生成层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4c0300263b4f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9549DEF-4235-46F2-8AF1-69B1B6FD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BEED528-F7F0-4DE7-AE01-82434720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76BC697-4E9E-40F0-B528-5AE1E6AD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A034A16-A39D-44EE-B020-F38C2C5C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手册页面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0A8630F-C2EF-442D-B696-4717629E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D0C0E23-3386-48A3-A95D-9FCF8170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48C120B-C14E-4D55-A4A3-BB0867D2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4A2CB74-333D-47BA-8EB1-F56D8928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0F19A7A-5D0B-4E83-A460-6BAE90F2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5B92590-6C53-44F0-9C4B-EA230339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爬取清洗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98400AE-9C55-4E8D-82C2-7819331F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72AEC32-4195-4A5E-8E64-D36D60CD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2D5EA0B-AFDB-4F1C-9896-9E8B0381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CE1C05A-C9C0-43C4-AAAA-2A8846F7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843EF05-A1F4-4044-BD67-9740FF64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9C78D9E-45EF-4A97-B976-B949D298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标题切片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9B3DFAE-5519-48FA-A6C2-F9BA100A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0209F29-05C1-4D45-889F-AD8F8833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FB4B081-15AB-47F5-ADF3-ECA6D358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531661A-9DB4-4335-AF42-9E284044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39C2DA8-D251-49D4-BA0D-3A69AE8E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6F0ACBD-C41B-44CF-8EDB-EF0548F2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ChromaDB索引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6127C81-CCE9-484D-8907-A34D705B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B8DFBBF-4135-4488-9EAF-0319169F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45182CB-BD41-46A8-9634-EF5D6D80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CA88BB7-3981-44C2-BEB3-74F25E5D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860ADEF-B000-4B5D-80EF-1752EF07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25E3B8A-E3FD-4920-9DE0-1C27A445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功能点抽取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161EC3C-5D80-41A9-8EA7-5211F710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B15821B-A72B-4904-8107-780D2FEB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81AF66B-909C-4995-BCA8-DF239795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03C36BF-1841-4464-A754-9F0833AD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A0C54DD-8A9A-4D18-8917-31F48ED5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9687990-D384-4481-AE7A-FE06A529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零locator场景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E17AD63-0BC0-41D9-B73A-E6545C88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7A4EEF2-8CDB-4172-9DF8-829176A1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04B0859-9768-4B03-9415-3ADDBE7E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964D5A9-13E1-402B-AE3B-AC39B52A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CB3983C-BD5A-4D44-9955-BD19EC9D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510B89E-A0C7-419C-BD48-E6C34F15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校验入库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D859A050-5A95-49EA-9211-B52768D1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8ACC4775-577B-461F-81F6-8294B316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8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4FA72ECB-1A50-4F60-9837-D87E4316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29075"/>
            <a:ext cx="771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手册知识层：URL / title / heading path / manual section / content hash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69A02EF4-7E3E-4955-993A-212F88F1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63A63054-E7D9-46DE-B62A-7248FBD4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场景生成层：Feature → Scenario → evidence quotes → 零 locator 校验 → SQLite 持久化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3.4  后端 API 与数据存储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2edb6a37f74a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F07CFA9-9076-496D-9D5F-D36AC1EA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3642499-4B63-413B-82F5-20B02C7F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E236594-26DA-49A6-97CA-CA3497BF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前端请求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2A5EF16-1C66-44AE-A4BE-2C2B49B8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9082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F881094-CF64-4A44-84F7-482F81BE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67000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D707D95-632C-432A-B8C8-22A067C4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FF66E09-A30C-4186-B276-642F5C97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2A12F11-EF04-40F0-923C-9EE6DE9B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9AD614B-CD51-4D40-AE5D-78EB4802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81375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手册生成任务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A952018-8B73-4C21-8A5F-4186269A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/api/pipeline/manual-to-scenarios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460C7EB-4ADA-4582-9A36-6C3E8E1B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71875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EC57B02-7BD2-4F13-BFB2-2EF99473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194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294E3E3-7504-4E75-8C44-80F6432F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218C685-B40A-4675-9C4D-95D2C438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2733A2B-8852-4FF5-B0BC-96C3B06A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运行请求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7D8F77A-8430-47BB-9A96-0B50EFA5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0057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/events / artifacts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CB28E6F-89DD-482F-A96E-2BE4F6DE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F812F49-D32B-4319-B4B7-16499838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133E8B1-9E40-4DB2-A2C2-B964D613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28875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6FEFD"/>
          </a:solidFill>
          <a:ln xmlns:a="http://schemas.openxmlformats.org/drawingml/2006/main" w="12383">
            <a:solidFill>
              <a:srgbClr val="70D3CB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867DB76-D618-47EC-A355-DC48778D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1462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07E399E-6462-4129-B095-E1164497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90875"/>
            <a:ext cx="1238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/api/settings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/api/doctor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35DE2E6-59AA-4622-A162-B1D425CA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13A5ADB-C58A-48C0-8C74-6D07790A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764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SQLite 元数据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CABED09-A356-4D92-BFEC-B23C3048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62200"/>
            <a:ext cx="695325" cy="3048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A0E6453-4512-4220-9D3C-B6DCD6AC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D4419E0-3D71-4265-8EA6-7A57DF55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EE94C8E-2968-4F2E-8A23-6CE0A9B2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46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 索引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2419F4D-10F1-41CB-9416-3203A91B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3333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CB3625C-9E71-4BBA-AE5E-4DFB18A3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479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9C93BE0-9271-4124-B41A-2D42FAA7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1947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B6F7F8A-3395-4AE9-94FB-0DE16C07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Artifacts 文件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F5A15D5-03DE-4114-A482-0F3E3CDE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9715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F96BDA4-922E-4070-933B-E62C7EB3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BE83B0D-0C9F-4D87-989A-8762AA28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8CC0016-8448-4952-9AF9-2FCD6892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SSE 事件流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45A81EA-9845-465F-9451-6CE4931B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16097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DDE2186-17F3-400C-BA24-332EF626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243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690A89B-7982-496C-88CA-104D776A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958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8A8A8A4-FF96-4777-B1B3-6ECAC91C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报告导出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06F6DBBB-BF5D-42B9-B396-5F5170F4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22479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32BCDF5-3A41-4DB3-B805-695C3AB7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62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3.5  前端控制台与可视化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6cbe593d4343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6F39469-C112-43F0-80EA-A7E1B7BE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7094070-F2A7-4D2E-BDB2-505E29CC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B3623DA-9C9E-4707-835B-CD6224E8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5742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SpecPilot 中文控制台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038BC37-DFF2-4285-8B54-6CE6979F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A78683A-9816-47B6-9B75-119A85BF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工作台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6F8F01C-730C-403E-827A-8BAF8589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A5B8540-3433-40C3-AF78-EFE97129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5663057-6872-4A9A-9233-18C221BF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87F6F88-724A-4A02-A313-98752530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测试场景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E6996DE-E99E-4CB7-97E0-E2FFB461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A633CE3-51A2-43DB-A726-F9814D2D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ACB4F20-1766-47D4-AB98-E16A2321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B94ADF6-4054-41A7-AE24-4CF1F6EF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执行记录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A81EF06-7F4C-4804-96DB-9ABECE1A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A73173A-0417-4EED-8128-5AB8C7A3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E0EFAD5-9104-4BCB-ADAB-0DA3C324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4077310-482B-4A61-B842-B1967A4D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D99C877-C6FA-4B1C-A588-83D594EC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A35CC8E-A348-4D42-ABEF-FADE3314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B67848E-61E2-48CC-9CDA-CF710522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7615953-56B0-41A3-8DF3-3FBE9F7A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5BA8D43-4476-4FBC-9CCE-6FBB9EAD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F0C38C6-3A06-442D-8C87-79B2F5A8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29125"/>
            <a:ext cx="2667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DB5A3A1-0ABE-41D5-97C4-5131DE4C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SSE 实时事件流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2E2AAAF-B5C4-49FE-A516-0099E5CE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29125"/>
            <a:ext cx="26193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134CC13-37A8-4A09-9E2C-514BE452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报告与运行历史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1CF5EE4-F2B7-4E75-83AE-B3749046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BDAF061-89EB-4466-ACCB-4185B41C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DD03710-9800-4614-88E4-3EA5E8D0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24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控制台职责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D5F245C-EDB4-45E6-A497-E4DF6A83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38450"/>
            <a:ext cx="28194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用中文界面串起功能点、场景、运行、报告四类工作流；通过实时事件流让智能体执行过程可观察、可解释、可复盘。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3.6  智能体层总体设计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c020b203624e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D295BEA-4EFE-424F-9BBE-5055E2D9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10668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AAD3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B652C9B-930E-422F-A41C-48C89B82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14625"/>
            <a:ext cx="4000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0DD2316-41A3-4403-B8E5-A0FAEDDA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337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内部 Agent loop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D12521D-5215-4704-AEA2-D201B98C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8B78BED-5027-417C-A8FB-D1D61715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3F419B2-630B-4CAA-B140-F157F383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81AE524-3D5C-48BD-A42F-C2269958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观察页面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9F30721-80A6-499E-99E1-407FF684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 + screenshot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C8B58E0-7FE8-4E8E-88AA-59DA6B65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BF29FDB-66F7-4E60-BDB9-001122DA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A39ED09-AE52-444F-B68E-FE4D5E3F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57A511B-4849-4882-B7AB-A54CE163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规划动作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327F0FE-4DE6-4C0E-B446-728661DA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click/input/drag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66A2BC7-3F29-480E-9FA1-A3D2FFB3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86079D4-5CDC-468B-A065-86211FD4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76AC0A6-CC3F-4251-8845-3D368DE5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B91BA92-F8AF-4E05-8604-22EB1763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执行动作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B130D61-A949-49C0-A88F-0D84A129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本地浏览器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265A842-A2C1-4FB0-B59E-5DAD9445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E51797E-963B-4878-A830-A94EAAC7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12BBE2F-E6BC-43FB-91B8-49D681E2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2B77C4B-C44A-4D12-95A0-EBEA9982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返回轨迹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9E2FD8F-074D-454F-90E3-B2BEFE32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history + errors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CD336A3-F995-48DD-8AA8-4C8AC0AA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19375"/>
            <a:ext cx="4762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F4D9625-8D42-4DAA-BF01-11942D3C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LangGraph 外部工作流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DA0DCBD-7E2F-4AEA-8D82-7F923AC4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A285D3A-62EB-434E-BBB0-13633262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8AE3ABC-692F-4BDA-92E2-60BD30EF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A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08706E1-3C64-47F4-B473-5AE1453A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533261D-2B73-4BC2-8D1E-A271F907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D60973D-8B36-4138-81F2-A00EBCA0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11DE959-5968-47CB-BF3F-1FCEA0FC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3F16C7F-D987-45E9-8441-7C1CC7BF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Verifier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3793F70-C4CF-4A24-A574-BB63EEF4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118CC7C-CF79-44D6-B8FC-F923DC7E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0D7B0CA-195F-4BE6-911E-E38071BF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442109C-0BC5-4037-8632-BF1D8359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1F740CE-8EFB-455B-A25C-E39385A2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14875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rPr>
              <a:t>职责边界：browser-use 负责单场景内部执行 loop；LangGraph 负责执行前后编排、记录、验证、分类和报告。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3.7  LangGraph 的作用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cd503b84142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6D6C96F-8496-4647-A02C-CC53F9B7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A8B0438-34A8-444F-B4A8-552EE3AC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DD3B206-0425-4A1B-A49F-8729FF65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D8FD417-A67F-42D8-B685-CE091640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57EBCCD-9C8D-480A-B585-2E9443C4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954A1C3-6D3F-44E2-9896-746012FC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698D580-0852-44FA-B193-8FD79D87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C8B2B68-8C2E-4A72-90BA-FC559F38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05E4E97-A7D3-4F34-A7BB-41487F33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DE1C27A-5D1A-4B9A-92E9-6AFFB097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4BDA324-1E32-44B8-A010-4D28B239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DeterministicVerifier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9BA78EE-3B13-4EDE-8C9F-8D888ECB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73FD6A8-2B4A-496A-988C-54572C08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335D938-E99F-4B6C-A238-78F1D33B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VisionVerifier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EACB585-3890-4D02-9135-A5992A33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6DABAC4-D5D0-4F3F-8A6C-F72C31F3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E9D1A1E-6A95-45ED-90DA-B0433B30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45411B2-507B-4BB5-8B9F-82796C18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2028AFE-8C45-4CBF-8553-99F62998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76E83C6-6FFE-4FD4-B952-91645149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RepairPlanner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C8B0D1A-C874-49E2-9F50-1CA8AF5F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8F6A25C-06E5-4DCF-9DB9-5A6A7840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D2AFF5B-0E24-4210-BCA1-5673B060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5BF1FF2-2589-4564-95AE-660218A6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09C9FD7-854B-4AA7-A05B-116F6CFD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51D6622-F976-4053-9EE0-69954C5E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固定运行阶段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A830885-9CD1-4188-A294-9A414A8A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把一次 Agent 测试运行拆成可观测节点。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418E843-D1F2-47A0-8530-FFEE6CE7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AF0FD4C-5F36-4478-B1CD-960E3AAC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AB381F5-0FE9-4E7C-8777-B916983B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支撑实时可视化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CE24254-12E2-4F54-BAE1-24A15A14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根据 TraceEvent 展示节点流转。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40A0DD6-A61C-42E9-920C-17796B4C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11F6E71-F776-43BE-93DF-DD3BFE6B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26CA453-9624-423D-814E-CAE3DF3D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便于后续扩展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0255614-AFF7-4D74-8F28-6DAE1F8C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可插入二次验证、修补策略或人工审核节点。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5BBAEEF-9B7F-4E68-BBB4-65919305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3A19E59-26B0-43AE-BB83-B6EA3C9A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9CA5929-F3F3-4DDE-9C16-7A20508B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不替代 browser-use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D4F1C84-8688-45D3-A486-60EE63B7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不重新规划每一次 click，避免职责重叠。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3.8  从测试场景到 Agent 任务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5843f8438c4d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714B759-BC3A-4891-B7FD-48B7AC4D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3CAFB8B-593C-4E40-84F7-A7DBBE60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9391EF1-882F-4E44-90B9-9DBD8C82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TestScenario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89C5E68-5B2E-4CA6-B504-E162651C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2057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title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preconditions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test_data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steps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expectations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64435DA-06E3-4A5F-999C-8D507078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10731F0-589F-468A-AA3B-66496E78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FD8F21B-3578-442F-89FA-A16FD76F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741FB3E-189E-4333-85B5-BE425146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193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TaskBuilder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6264FC0-8CFC-4BFB-9FB4-BE3D18A3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33700"/>
            <a:ext cx="2438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字段筛选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敏感信息过滤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内容转换与规范化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补充执行规则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9EB2B36-811A-48A6-AFFB-03B434EA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F7D10DA-EB04-4CC3-9D0B-7DD4D729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9EE9AE1-1ACB-4098-8C47-A90F7C44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44876D8-06F9-4DFD-BBC8-79E98DB2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193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browser-use 任务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06E14C1-B05B-4C4E-8DC1-E17F641F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933700"/>
            <a:ext cx="2438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场景标题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前置条件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非敏感测试数据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操作步骤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执行规则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495F5CE-A807-468A-9CF9-5C008FF0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0125"/>
            <a:ext cx="342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12383">
            <a:solidFill>
              <a:srgbClr val="F4B0A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07B5178-6941-410D-B1C0-26D0574E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972050"/>
            <a:ext cx="3000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password / token / api_key 不进入任务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076BC5A-85A8-43E2-97C6-30303006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0125"/>
            <a:ext cx="3619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FF7"/>
          </a:solidFill>
          <a:ln xmlns:a="http://schemas.openxmlformats.org/drawingml/2006/main" w="12383">
            <a:solidFill>
              <a:srgbClr val="B9EBC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45C33FF-1AC3-4DDF-8765-19CE5686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72050"/>
            <a:ext cx="3238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expectations 只交给后置验证器，避免 Agent 迎合答案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3.9  为什么选择 browser-use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c5fe12b14f42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49D8C78-9DFD-4504-94AB-34904A8B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3ECC7BE-4C71-4F9F-B29A-3F81F857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18139F4-081D-458D-8F92-343D5AA6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526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Playwright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07011E9-4E07-4342-B7EA-BB10E821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脚本驱动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99756AE-FD76-4C6F-A751-C569D2EC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670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依赖 locator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B12686B-3EE9-4651-87D9-4638D5B4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290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确定性 E2E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C8D3D76-41D2-4FB2-9370-62B14821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909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适合已知流程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3C72965-B1A9-42E8-AD5E-3E17A7EC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8B5B951-0BE6-4F7F-9FA2-C1E53826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67D45F2-3032-41E1-903A-3BE2C8A2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526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browser-use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6E9DD0C-D7F1-47D6-B2B0-7464A5C6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自然语言任务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B589FD2-BFC1-4876-8C20-A535D509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670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运行时观察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7F5338A-DE4A-4AF7-A810-0E710D7C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290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自主规划动作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C0CB400-97D8-4779-BB33-0484354F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909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返回执行轨迹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49C40F6-4F94-4342-B2C2-44B80AA3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95875"/>
            <a:ext cx="8096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2383">
            <a:solidFill>
              <a:srgbClr val="F1CE7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0F5FB71-9F1F-4FF2-8DAB-87B8C7C9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19700"/>
            <a:ext cx="752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65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9A6500"/>
                </a:solidFill>
                <a:latin typeface="微软雅黑"/>
                <a:ea typeface="微软雅黑"/>
                <a:cs typeface="微软雅黑"/>
              </a:rPr>
              <a:t>手册场景需要 Agent 自主执行：没有 selector，只有自然语言意图。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3.10  运行编排与实时事件流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1a3481328449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D5A104F-14E0-4C46-B4EB-C284E338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0D7B66A-A46D-40AD-A213-87185BC1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1462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后端 Run Executor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3B56905-16BD-4C0D-A162-EA725BCA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9087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8748ED6-3E5C-4573-BA9A-A91B64A6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575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创建 run_id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0BEA6C3-386A-4175-B724-A73D766C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5282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86B7ED6-A04C-4BE5-ACC7-7FD7C8AC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Browser Use 执行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F81AD3D-2A68-4DF3-B197-BC2EEA33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1477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5500682-A01A-4A08-9196-9A72BFEB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校验与分类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67B0C87-3054-4830-8C93-804D3CB0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7672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A1B6BE1-D566-4278-BDC4-7374D252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434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写入 trace.jsonl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5C56FB8-FA0E-4100-8D73-97D1A9E8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D9AECE3-472B-4FA8-933D-6ABB6D79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2381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5CA886B-3191-4D25-94DC-78FFAED2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666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5B5137F-60F4-4FEF-ACE0-B09A25E0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1937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TraceEvent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7BCD9F6-4477-4482-B9AB-262F173C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33700"/>
            <a:ext cx="20574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node_status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browser_step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browser_frame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verification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classification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report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A5913CE-F5D2-4452-A595-0F0F40F7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6DBFEF7-C37E-4EDF-97D2-A44850E2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28875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2EDEFBB-42B3-49EB-A1C6-13839FEB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1462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前端实时页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34CEBA2-9B7D-4E88-94E5-382E34FD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908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Agent 节点图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AE46568-9A72-443C-91A7-86D1EBBD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动作日志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1CABE29-4703-4445-9293-90DE02FA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147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浏览器截图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46612A1-6E55-4E76-B97D-58ADB2BF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767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截图时间线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3.11  双通道验证与仲裁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bfb2959d544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C61FB3D-FEE3-4126-9D60-E811B2EB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4667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498238D-D305-47AA-B349-3BB20463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DeterministicVerifier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220F8BE-4575-4A18-A76C-E490F771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2E95D81-765F-44AF-AD4B-D64417F5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DOM文本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756FF84-EC5E-45DF-99B6-B1EC8A3B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7FA44AC-DCF7-4AD3-89C5-45853E1B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URL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0AB6F12-5356-4C84-8C0B-DFE4B9EC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D81FF42-0F82-4DE6-8A60-62CC4991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可访问性树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778CCBF-21BE-424D-A005-AE2E223B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AD6579D-7EDA-4B3B-AF3F-4CA10671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HTML快照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FA04A88-45C2-414A-8FCF-4AA45F92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667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9C43E4F-9486-437E-A0BD-0FD21E28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VisionVerifier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F068AE0-ACB6-486E-B238-81DBF9DB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9102E72-03C1-43B3-A6D4-97364C78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初始截图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7B0C186-2915-40D3-B5FC-126F3186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DE51BB3-DCB7-4117-9D8E-24DD9AFE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最终截图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6AF27F6-3E1C-488F-864D-D7EED395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5D090AE-FC05-406D-BB65-1313D9A7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GLM-4.6V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EBC4A3E-3907-4F21-B850-777D4909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58EB392-75EC-461F-8F63-6A41B8F3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语义判断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211A3B9-BE62-47CD-AF23-74ECEBCF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914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5302AE7-4905-451C-9093-B93E2691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672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仲裁规则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B5415E2-211E-48F9-A3A6-B1C6B0FC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29150"/>
            <a:ext cx="7000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确定性通过 + 无需视觉 → pass；semantic 必须走视觉；任一通道低置信度 → needs_review；通道冲突 → fail_soft / 人工复核。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3.12  失败分类器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44b4bfd92e4f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DFB3959-0E0F-43DE-95C5-60C8EE07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34AF50A-647B-454B-8969-E518240B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28AE440-5054-497B-8EF0-D457CDC9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verification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BE6A2A6-C624-4ED1-AF0B-93D953DE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9557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380010A-4F96-41E5-8BB7-99BBFF92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BA83A8F-1A94-45D6-8B56-C7D085D9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3A1941C-166C-4004-BC34-84016952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agent 自报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2E3506B-650D-4B95-BBA0-34EA305B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4802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1A5A2EE-7343-4452-95AD-B4604EEF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A12B4AB-42F9-4430-BDC8-DC0EC59D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6E17A10-ADA8-4E98-958C-391A06B6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errors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76A8B91-DBC7-4D20-89C8-CCF14EAD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0047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0EA4BBA-A985-4DA7-AB04-84C1AC82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9291457-BE3D-4C7A-939B-5EAC97D9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E2E1ACF-5766-4C6B-9D0D-09D54D82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3860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final URL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7AD87F7-6C79-4DD8-98F0-75255E8A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5292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358F880-4252-402C-A4E8-1AB71BD0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C70B351-340C-4B84-9AEB-57A16E2C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66F9789-05E8-40C2-ABEE-948C44C5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910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DOM Summary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D5F21A5-2C4F-41AB-8F8D-51E46058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0537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44D67C3-2D15-4CA0-8931-596E11F8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F74576D-3AFD-4217-9548-CD049D85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14625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5178BCD-1F69-4FB6-92F2-ADA2FAD0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00400"/>
            <a:ext cx="1714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失败分类器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88992CE-DBCE-4800-8056-9B43FB1B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8FF7B3F-5891-4BA6-9C0D-04D914C9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3837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83035A2-CBB8-4D13-A259-9423EB3C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050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navigation_failure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D12192B-5128-4B55-AEF6-53F23AE7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8EA383D-F2FB-4B53-840D-E44AD99A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050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element_not_found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E611C7D-C28E-47E2-B574-463C528A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432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D228A9D-C088-4717-BFB0-DB509265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0987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interaction_failure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F61925A-E6A9-4302-9BC3-8AE9D9BC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E6B7C50-B22D-4F90-B4DA-866E166D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987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timing_issue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648D762-68B9-4D64-AC05-27D17F8A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4802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E14501C-1364-470C-860D-69DB8882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147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state_mismatch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48B1C21-4C00-4B63-BA6D-99C27999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4802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A11B8BF-EBDC-465B-8588-A9AE00DB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147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visual_regression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31BA7AC-666C-42D1-8109-37F4D2AB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528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4421B7A-6046-47E1-B260-95FFB663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1952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agent_planning_error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3BF43BB-F462-4CF6-81F7-3D430EE1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528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CB559EE-3826-43A0-814F-D54E73E3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952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unknown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8E9C3C78-2E17-4167-9679-8C1117D5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29125"/>
            <a:ext cx="3048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75596D1-8323-42CC-9261-D93F2A12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482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输出：primary / secondary[] / reason / 判定依据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3.13  运行报告与证据归档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b3e57e4aa544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0EEC30A-5424-4B81-89BD-84021830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2095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B7DD2A1-A59E-46A9-B470-46B42E79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3A217DD-25AB-4B0D-917C-78E40F90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905125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一次运行 Run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889060A-4750-462A-9ABB-1384C316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219450"/>
            <a:ext cx="17716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run_id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scenario_id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start/end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模型配置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C6503E0-67F2-4C40-8B03-D3CBF3B0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413089C-1D8A-4DD2-9F9E-6CD8FF47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30003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5602B29-80C7-4098-9C57-05928E79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47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35E2F1D-8A47-480D-93FA-9B3E2428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trace.jsonl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E6EF1EA-1AB6-47CC-ABB3-AC0BFEFB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051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report.json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DA6242F-BFA9-4581-B398-A8B5D645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814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report.html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6188B72-0EB7-48D0-A253-5B10BE17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5762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screenshots/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7445B80-696A-4604-BEEE-F18A5CA8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338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verification/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E05A961-DCF0-4E4A-955C-BFCA2915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6CB3E9F-0B36-4140-B53F-2E415CD3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23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AE7AEAC-F1CF-480D-9393-03CC94F1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报告预览 report.html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DA431D6-569D-4443-9961-CF089A0B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2895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88A8061-9D87-4AC2-972A-A8EE25E8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9562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Run Summary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765E54E-9742-4E84-93C6-B213D916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05175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52B4E8D-E740-4D15-A377-EB57ECBD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71850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Verification Results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FE397C7-ED88-43BB-AC4E-D15EC22F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8140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CB6AF6A-9B72-4F2D-A6A5-177D5812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4807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Trace Events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09F9982-E987-488C-913F-979BEBF5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57625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C88498B-44A4-4190-940A-9767E7CC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24300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Failure Classification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D6A707D-571B-45A8-A326-D710B847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3385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05E3D45-4D73-4D8B-86C2-157D031F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0052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Artifact Links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94A0A86-D9D5-4075-996E-76594741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00625"/>
            <a:ext cx="723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12383">
            <a:solidFill>
              <a:srgbClr val="F4B0A8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AAA3A44-9EBE-4FE5-9AD7-4C0181B0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14925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安全处理：报告生成时脱敏 api_key / password / secret / token / credential / authorization。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3.14  框架创新点总结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71c53b3ccf48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926D12D-7E10-47FF-9235-0703EF08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E826AF2-C618-4475-9A41-08C8F21D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3C9CBF0-73DE-4A2D-B3E6-A2A674F9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零 locator 场景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683A8BC-64EE-43AC-867A-9B384C90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790825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只描述用户意图，提升 UI 改版泛化能力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C57A02E-0E37-4017-B9A3-43EB3464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E2FDB5A-AB6D-4DE8-ACA9-2CB35A8F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54F5D98-5AA8-4A7B-BA2E-1240B8F6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零领域专用 action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2298AE4-3B62-48C6-8A0B-566CEB37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90825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保留 Web Agent 实时 DOM 自主决策价值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69AD15D-1740-4837-8837-4E578B28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F050B41-7973-41F2-8AC0-4ED95AC5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3541D47-286A-499A-B320-E2BFB68E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职责边界清晰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48EEA7E-DDBC-4520-9C3E-8F573147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790825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执行，LangGraph 编排验证报告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891CEDF-47CF-4620-B5CF-51F77F87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526D1DF-8CC3-49D9-AC24-923E8C2C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solidFill>
              <a:srgbClr val="27AE6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12272E8-114E-4AAB-BFA4-1D7F3EEA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857625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双通道验证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B94D9A9-7A4B-41BD-99F1-27C92E42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1719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 / URL / 文本 + GLM-4.6V 视觉语义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3276DF3-D07E-45AD-BB40-3B84AB35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7953ED4-CFCA-4909-824A-9A50C100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02080EC-7EB2-4343-B813-36FD2CB3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57625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可观察执行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9ACF47E-461A-4522-A7E3-80397837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719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SSE 事件流、节点状态图、截图时间线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A8FEF83-79E6-4E01-9662-05511845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14750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314532D-09A9-48E4-8285-50AA5FC3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147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0">
            <a:solidFill>
              <a:srgbClr val="E74C3C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91BA6CC-60C1-43A4-BB7E-1DF4E5D0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857625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手册证据约束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FD43C26-3DA0-4ADA-95AE-27B46EB2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1719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source URLs + evidence quotes 降低幻觉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3F5602B9-D756-4A9B-A735-8F910598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C6BD1E9E-462A-4E05-A64D-8C9D2DB3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72044AB2-5CCD-4B04-9B1B-94825870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CD0D9A1-6AFA-4A97-A0B0-A846D6F9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72" y="2782669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61419B7-1DE9-46A8-9CB1-3FB4A1F1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397" y="3606757"/>
            <a:ext cx="172220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Timeline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ABCCC2-961B-49D2-B301-F53C64D7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9329097a7e46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9354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34687BB-B6DE-4E27-BB3C-8B9654AC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4.1  当前实现成果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A1D445DB-6A01-473C-9EE1-EE1EDCAC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0557CE87-89DC-48A8-B4E6-092A0F5A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ED59D59-57B1-4B1C-B0CB-36E87DD2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0"/>
            <a:ext cx="2060295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52715EE3-2B08-48F7-B201-3F58D02B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09787789-72F3-4AFF-8D52-DE06018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2D6DA868-582C-4F92-9A9C-79C8E04C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03CED111-5D84-47E3-8EBB-DD8B1038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D5AFCF99-AA03-462C-B4C0-256DB517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4a0f09d21c43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1766B8C3-A303-4CEA-8193-856EC688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E1F36224-82BF-48F8-914E-38CCEA4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E0268BEB-35B6-4FB6-BE9E-BEF2EA56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A9B3173F-339E-425F-8B11-5CE9AE0D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7F1CFACF-F41A-42E0-ADDB-BBF7E38E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092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 7">
            <a:extLst xmlns:a="http://schemas.openxmlformats.org/drawingml/2006/main">
              <a:ext uri="{FF2B5EF4-FFF2-40B4-BE49-F238E27FC236}">
                <a16:creationId xmlns:a16="http://schemas.microsoft.com/office/drawing/2014/main" id="{3AC16CC3-01E4-4C53-90D3-317D53FF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05.01</a:t>
            </a:r>
          </a:p>
        </p:txBody>
      </p:sp>
      <p:sp>
        <p:nvSpPr>
          <p:cNvPr id="31" name="Text 8">
            <a:extLst xmlns:a="http://schemas.openxmlformats.org/drawingml/2006/main">
              <a:ext uri="{FF2B5EF4-FFF2-40B4-BE49-F238E27FC236}">
                <a16:creationId xmlns:a16="http://schemas.microsoft.com/office/drawing/2014/main" id="{BD713278-2AE9-4F52-BC9F-1E76C4D4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01 · DEADLINE</a:t>
            </a:r>
          </a:p>
        </p:txBody>
      </p:sp>
      <p:sp>
        <p:nvSpPr>
          <p:cNvPr id="32" name="Shape 9">
            <a:extLst xmlns:a="http://schemas.openxmlformats.org/drawingml/2006/main">
              <a:ext uri="{FF2B5EF4-FFF2-40B4-BE49-F238E27FC236}">
                <a16:creationId xmlns:a16="http://schemas.microsoft.com/office/drawing/2014/main" id="{119ACF3B-8E70-4451-986A-BC5B33B5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36" name="Text 12">
            <a:extLst xmlns:a="http://schemas.openxmlformats.org/drawingml/2006/main">
              <a:ext uri="{FF2B5EF4-FFF2-40B4-BE49-F238E27FC236}">
                <a16:creationId xmlns:a16="http://schemas.microsoft.com/office/drawing/2014/main" id="{12F16069-DB6E-42C4-A916-3A648717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05.30</a:t>
            </a:r>
          </a:p>
        </p:txBody>
      </p:sp>
      <p:sp>
        <p:nvSpPr>
          <p:cNvPr id="37" name="Text 13">
            <a:extLst xmlns:a="http://schemas.openxmlformats.org/drawingml/2006/main">
              <a:ext uri="{FF2B5EF4-FFF2-40B4-BE49-F238E27FC236}">
                <a16:creationId xmlns:a16="http://schemas.microsoft.com/office/drawing/2014/main" id="{51980742-5472-46D5-BBFB-EAE104C1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02 · DEADLINE</a:t>
            </a:r>
          </a:p>
        </p:txBody>
      </p:sp>
      <p:sp>
        <p:nvSpPr>
          <p:cNvPr id="51" name="Shape 14">
            <a:extLst xmlns:a="http://schemas.openxmlformats.org/drawingml/2006/main">
              <a:ext uri="{FF2B5EF4-FFF2-40B4-BE49-F238E27FC236}">
                <a16:creationId xmlns:a16="http://schemas.microsoft.com/office/drawing/2014/main" id="{43537C3E-3D2D-4F19-A412-547BA82E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4" name="Text 17">
            <a:extLst xmlns:a="http://schemas.openxmlformats.org/drawingml/2006/main">
              <a:ext uri="{FF2B5EF4-FFF2-40B4-BE49-F238E27FC236}">
                <a16:creationId xmlns:a16="http://schemas.microsoft.com/office/drawing/2014/main" id="{690B71BF-2C76-4D13-9F1C-1D1D49C0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06.15</a:t>
            </a:r>
          </a:p>
        </p:txBody>
      </p:sp>
      <p:sp>
        <p:nvSpPr>
          <p:cNvPr id="55" name="Text 18">
            <a:extLst xmlns:a="http://schemas.openxmlformats.org/drawingml/2006/main">
              <a:ext uri="{FF2B5EF4-FFF2-40B4-BE49-F238E27FC236}">
                <a16:creationId xmlns:a16="http://schemas.microsoft.com/office/drawing/2014/main" id="{801F2E21-1A64-48F4-9EB9-C6EB4785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03 · DEADLINE</a:t>
            </a:r>
          </a:p>
        </p:txBody>
      </p:sp>
      <p:sp>
        <p:nvSpPr>
          <p:cNvPr id="56" name="Shape 19">
            <a:extLst xmlns:a="http://schemas.openxmlformats.org/drawingml/2006/main">
              <a:ext uri="{FF2B5EF4-FFF2-40B4-BE49-F238E27FC236}">
                <a16:creationId xmlns:a16="http://schemas.microsoft.com/office/drawing/2014/main" id="{2736ACC0-27E8-4A0C-9177-0FBF9BF5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9" name="Text 22">
            <a:extLst xmlns:a="http://schemas.openxmlformats.org/drawingml/2006/main">
              <a:ext uri="{FF2B5EF4-FFF2-40B4-BE49-F238E27FC236}">
                <a16:creationId xmlns:a16="http://schemas.microsoft.com/office/drawing/2014/main" id="{E9D31FC1-4BC2-43ED-8BF6-AB7E2B71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06.30</a:t>
            </a:r>
          </a:p>
        </p:txBody>
      </p:sp>
      <p:sp>
        <p:nvSpPr>
          <p:cNvPr id="60" name="Text 23">
            <a:extLst xmlns:a="http://schemas.openxmlformats.org/drawingml/2006/main">
              <a:ext uri="{FF2B5EF4-FFF2-40B4-BE49-F238E27FC236}">
                <a16:creationId xmlns:a16="http://schemas.microsoft.com/office/drawing/2014/main" id="{B2F62955-4A21-43C6-ADCE-6C8D4E83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04 · DEADLINE</a:t>
            </a:r>
          </a:p>
        </p:txBody>
      </p:sp>
      <p:sp>
        <p:nvSpPr>
          <p:cNvPr id="61" name="Shape 24">
            <a:extLst xmlns:a="http://schemas.openxmlformats.org/drawingml/2006/main">
              <a:ext uri="{FF2B5EF4-FFF2-40B4-BE49-F238E27FC236}">
                <a16:creationId xmlns:a16="http://schemas.microsoft.com/office/drawing/2014/main" id="{B09ABEB9-FDDB-49CB-B6C7-FEAA8C47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</p:spTree>
    <p:extLst>
      <p:ext uri="{BB962C8B-B14F-4D97-AF65-F5344CB8AC3E}">
        <p14:creationId xmlns:p14="http://schemas.microsoft.com/office/powerpoint/2010/main" val="5048230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4.2  测试与验收情况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5c7978e59a4c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5.1  小组分工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43be40078c41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5B1E27-B13F-4025-AF3D-12626A48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617" y="1438103"/>
            <a:ext cx="9710531" cy="43961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5101F59-0547-4625-9D11-56ED6460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4" y="3286495"/>
            <a:ext cx="56769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敬请</a:t>
            </a:r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各位老师同学批评指正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5611ECF-9700-4D3A-B594-A59298F4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3" y="2340358"/>
            <a:ext cx="5600885" cy="76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汇报结束     感谢观看</a:t>
            </a:r>
          </a:p>
        </p:txBody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D0843B20-529F-4BA5-A985-F6B812D8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8478" y="4643854"/>
            <a:ext cx="1299044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ABF4C17-E7B2-4183-A778-509571B4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457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1EE79FE-A7C6-4974-8B17-3C0741C2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831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1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8ff979354345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99" y="188082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2270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2026-05-26T13:34:47.3300000Z</dcterms:created>
  <dcterms:modified xsi:type="dcterms:W3CDTF">2026-05-26T13:34:47.3300000Z</dcterms:modified>
</coreProperties>
</file>