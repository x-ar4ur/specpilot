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a13bb55914932" /><Relationship Type="http://schemas.openxmlformats.org/officeDocument/2006/relationships/extended-properties" Target="/docProps/app.xml" Id="R8215b98b35904a30" /><Relationship Type="http://schemas.openxmlformats.org/officeDocument/2006/relationships/officeDocument" Target="/ppt/presentation.xml" Id="Re660dedba4794e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d7889e847f43c3"/>
  </p:sldMasterIdLst>
  <p:notesMasterIdLst>
    <p:notesMasterId xmlns:r="http://schemas.openxmlformats.org/officeDocument/2006/relationships" r:id="R355218b35ca247d1"/>
  </p:notesMasterIdLst>
  <p:sldIdLst>
    <p:sldId xmlns:r="http://schemas.openxmlformats.org/officeDocument/2006/relationships" id="256" r:id="R0bd738eedc63470c"/>
    <p:sldId xmlns:r="http://schemas.openxmlformats.org/officeDocument/2006/relationships" id="257" r:id="R24a34c4db2384ce6"/>
    <p:sldId xmlns:r="http://schemas.openxmlformats.org/officeDocument/2006/relationships" id="258" r:id="Ra85e747fc700467c"/>
    <p:sldId xmlns:r="http://schemas.openxmlformats.org/officeDocument/2006/relationships" id="259" r:id="R3f3650ca42fa4ab8"/>
    <p:sldId xmlns:r="http://schemas.openxmlformats.org/officeDocument/2006/relationships" id="260" r:id="R2a869a8d2d5e41b5"/>
    <p:sldId xmlns:r="http://schemas.openxmlformats.org/officeDocument/2006/relationships" id="261" r:id="R29309ddaf69c4d97"/>
    <p:sldId xmlns:r="http://schemas.openxmlformats.org/officeDocument/2006/relationships" id="262" r:id="Rfbd817239fdb490a"/>
    <p:sldId xmlns:r="http://schemas.openxmlformats.org/officeDocument/2006/relationships" id="263" r:id="R98d3f5a380ed4054"/>
    <p:sldId xmlns:r="http://schemas.openxmlformats.org/officeDocument/2006/relationships" id="264" r:id="R63aac975381c4e01"/>
    <p:sldId xmlns:r="http://schemas.openxmlformats.org/officeDocument/2006/relationships" id="265" r:id="Rf542dc5a34fd407a"/>
    <p:sldId xmlns:r="http://schemas.openxmlformats.org/officeDocument/2006/relationships" id="266" r:id="Rfdc5adf597b24bec"/>
    <p:sldId xmlns:r="http://schemas.openxmlformats.org/officeDocument/2006/relationships" id="267" r:id="Rd8634cab23564113"/>
    <p:sldId xmlns:r="http://schemas.openxmlformats.org/officeDocument/2006/relationships" id="268" r:id="R46ce9f3eb48046f7"/>
    <p:sldId xmlns:r="http://schemas.openxmlformats.org/officeDocument/2006/relationships" id="269" r:id="Ref9e6728274944fe"/>
    <p:sldId xmlns:r="http://schemas.openxmlformats.org/officeDocument/2006/relationships" id="270" r:id="Raef012b2e3e54bc0"/>
    <p:sldId xmlns:r="http://schemas.openxmlformats.org/officeDocument/2006/relationships" id="271" r:id="R70df0742d43a400d"/>
    <p:sldId xmlns:r="http://schemas.openxmlformats.org/officeDocument/2006/relationships" id="272" r:id="R2888a841f8cb4105"/>
    <p:sldId xmlns:r="http://schemas.openxmlformats.org/officeDocument/2006/relationships" id="273" r:id="R9aa981c19ec34308"/>
    <p:sldId xmlns:r="http://schemas.openxmlformats.org/officeDocument/2006/relationships" id="274" r:id="Rd6236fcd271b4247"/>
    <p:sldId xmlns:r="http://schemas.openxmlformats.org/officeDocument/2006/relationships" id="275" r:id="R5526ee167f84469e"/>
    <p:sldId xmlns:r="http://schemas.openxmlformats.org/officeDocument/2006/relationships" id="276" r:id="Rc207e5de3bbc40b2"/>
    <p:sldId xmlns:r="http://schemas.openxmlformats.org/officeDocument/2006/relationships" id="277" r:id="R52bd08d927bb40a4"/>
    <p:sldId xmlns:r="http://schemas.openxmlformats.org/officeDocument/2006/relationships" id="278" r:id="R8d9e096f4cc54188"/>
    <p:sldId xmlns:r="http://schemas.openxmlformats.org/officeDocument/2006/relationships" id="279" r:id="Rfc96877788c74372"/>
    <p:sldId xmlns:r="http://schemas.openxmlformats.org/officeDocument/2006/relationships" id="280" r:id="Rdf08821e6bcd420c"/>
    <p:sldId xmlns:r="http://schemas.openxmlformats.org/officeDocument/2006/relationships" id="281" r:id="R0a3d17dc5b4f40c9"/>
    <p:sldId xmlns:r="http://schemas.openxmlformats.org/officeDocument/2006/relationships" id="282" r:id="Rc48553257b5b45e7"/>
    <p:sldId xmlns:r="http://schemas.openxmlformats.org/officeDocument/2006/relationships" id="283" r:id="Rbf58006132ce4291"/>
    <p:sldId xmlns:r="http://schemas.openxmlformats.org/officeDocument/2006/relationships" id="284" r:id="Ra94abeaac0fe4a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7889e847f43c3" /><Relationship Type="http://schemas.openxmlformats.org/officeDocument/2006/relationships/theme" Target="/ppt/theme/theme1.xml" Id="R92efb92d89a34a31" /><Relationship Type="http://schemas.openxmlformats.org/officeDocument/2006/relationships/notesMaster" Target="/ppt/notesMasters/notesMaster1.xml" Id="R355218b35ca247d1" /><Relationship Type="http://schemas.openxmlformats.org/officeDocument/2006/relationships/presProps" Target="/ppt/presProps.xml" Id="Rb23b8e5c76b343b5" /><Relationship Type="http://schemas.openxmlformats.org/officeDocument/2006/relationships/viewProps" Target="/ppt/viewProps.xml" Id="R2b8826880eec4d60" /><Relationship Type="http://schemas.openxmlformats.org/officeDocument/2006/relationships/tableStyles" Target="/ppt/tableStyles.xml" Id="R33460fd957f04ead" /><Relationship Type="http://schemas.openxmlformats.org/officeDocument/2006/relationships/slide" Target="/ppt/slides/slide1.xml" Id="R0bd738eedc63470c" /><Relationship Type="http://schemas.openxmlformats.org/officeDocument/2006/relationships/slide" Target="/ppt/slides/slide2.xml" Id="R24a34c4db2384ce6" /><Relationship Type="http://schemas.openxmlformats.org/officeDocument/2006/relationships/slide" Target="/ppt/slides/slide3.xml" Id="Ra85e747fc700467c" /><Relationship Type="http://schemas.openxmlformats.org/officeDocument/2006/relationships/slide" Target="/ppt/slides/slide4.xml" Id="R3f3650ca42fa4ab8" /><Relationship Type="http://schemas.openxmlformats.org/officeDocument/2006/relationships/slide" Target="/ppt/slides/slide5.xml" Id="R2a869a8d2d5e41b5" /><Relationship Type="http://schemas.openxmlformats.org/officeDocument/2006/relationships/slide" Target="/ppt/slides/slide6.xml" Id="R29309ddaf69c4d97" /><Relationship Type="http://schemas.openxmlformats.org/officeDocument/2006/relationships/slide" Target="/ppt/slides/slide7.xml" Id="Rfbd817239fdb490a" /><Relationship Type="http://schemas.openxmlformats.org/officeDocument/2006/relationships/slide" Target="/ppt/slides/slide8.xml" Id="R98d3f5a380ed4054" /><Relationship Type="http://schemas.openxmlformats.org/officeDocument/2006/relationships/slide" Target="/ppt/slides/slide9.xml" Id="R63aac975381c4e01" /><Relationship Type="http://schemas.openxmlformats.org/officeDocument/2006/relationships/slide" Target="/ppt/slides/slide10.xml" Id="Rf542dc5a34fd407a" /><Relationship Type="http://schemas.openxmlformats.org/officeDocument/2006/relationships/slide" Target="/ppt/slides/slide11.xml" Id="Rfdc5adf597b24bec" /><Relationship Type="http://schemas.openxmlformats.org/officeDocument/2006/relationships/slide" Target="/ppt/slides/slide12.xml" Id="Rd8634cab23564113" /><Relationship Type="http://schemas.openxmlformats.org/officeDocument/2006/relationships/slide" Target="/ppt/slides/slide13.xml" Id="R46ce9f3eb48046f7" /><Relationship Type="http://schemas.openxmlformats.org/officeDocument/2006/relationships/slide" Target="/ppt/slides/slide14.xml" Id="Ref9e6728274944fe" /><Relationship Type="http://schemas.openxmlformats.org/officeDocument/2006/relationships/slide" Target="/ppt/slides/slide15.xml" Id="Raef012b2e3e54bc0" /><Relationship Type="http://schemas.openxmlformats.org/officeDocument/2006/relationships/slide" Target="/ppt/slides/slide16.xml" Id="R70df0742d43a400d" /><Relationship Type="http://schemas.openxmlformats.org/officeDocument/2006/relationships/slide" Target="/ppt/slides/slide17.xml" Id="R2888a841f8cb4105" /><Relationship Type="http://schemas.openxmlformats.org/officeDocument/2006/relationships/slide" Target="/ppt/slides/slide18.xml" Id="R9aa981c19ec34308" /><Relationship Type="http://schemas.openxmlformats.org/officeDocument/2006/relationships/slide" Target="/ppt/slides/slide19.xml" Id="Rd6236fcd271b4247" /><Relationship Type="http://schemas.openxmlformats.org/officeDocument/2006/relationships/slide" Target="/ppt/slides/slide20.xml" Id="R5526ee167f84469e" /><Relationship Type="http://schemas.openxmlformats.org/officeDocument/2006/relationships/slide" Target="/ppt/slides/slide21.xml" Id="Rc207e5de3bbc40b2" /><Relationship Type="http://schemas.openxmlformats.org/officeDocument/2006/relationships/slide" Target="/ppt/slides/slide22.xml" Id="R52bd08d927bb40a4" /><Relationship Type="http://schemas.openxmlformats.org/officeDocument/2006/relationships/slide" Target="/ppt/slides/slide23.xml" Id="R8d9e096f4cc54188" /><Relationship Type="http://schemas.openxmlformats.org/officeDocument/2006/relationships/slide" Target="/ppt/slides/slide24.xml" Id="Rfc96877788c74372" /><Relationship Type="http://schemas.openxmlformats.org/officeDocument/2006/relationships/slide" Target="/ppt/slides/slide25.xml" Id="Rdf08821e6bcd420c" /><Relationship Type="http://schemas.openxmlformats.org/officeDocument/2006/relationships/slide" Target="/ppt/slides/slide26.xml" Id="R0a3d17dc5b4f40c9" /><Relationship Type="http://schemas.openxmlformats.org/officeDocument/2006/relationships/slide" Target="/ppt/slides/slide27.xml" Id="Rc48553257b5b45e7" /><Relationship Type="http://schemas.openxmlformats.org/officeDocument/2006/relationships/slide" Target="/ppt/slides/slide28.xml" Id="Rbf58006132ce4291" /><Relationship Type="http://schemas.openxmlformats.org/officeDocument/2006/relationships/slide" Target="/ppt/slides/slide29.xml" Id="Ra94abeaac0fe4a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4be5e5d8e0e47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0ee3f590144d8a" /><Relationship Type="http://schemas.openxmlformats.org/officeDocument/2006/relationships/notesMaster" Target="/ppt/notesMasters/notesMaster1.xml" Id="R9b3c343bb30b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5658034bbb4103" /><Relationship Type="http://schemas.openxmlformats.org/officeDocument/2006/relationships/notesMaster" Target="/ppt/notesMasters/notesMaster1.xml" Id="R0e849ca93e3b40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61199e8b0647c4" /><Relationship Type="http://schemas.openxmlformats.org/officeDocument/2006/relationships/notesMaster" Target="/ppt/notesMasters/notesMaster1.xml" Id="R58c793d054b040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3f99ffb435445a" /><Relationship Type="http://schemas.openxmlformats.org/officeDocument/2006/relationships/notesMaster" Target="/ppt/notesMasters/notesMaster1.xml" Id="Rf4ff3dedf78546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562b5300b641c3" /><Relationship Type="http://schemas.openxmlformats.org/officeDocument/2006/relationships/notesMaster" Target="/ppt/notesMasters/notesMaster1.xml" Id="Rc3c9ca7cec0a4a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fd1040e99d4c98" /><Relationship Type="http://schemas.openxmlformats.org/officeDocument/2006/relationships/notesMaster" Target="/ppt/notesMasters/notesMaster1.xml" Id="R5730e8471c6544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608f63a9f24366" /><Relationship Type="http://schemas.openxmlformats.org/officeDocument/2006/relationships/notesMaster" Target="/ppt/notesMasters/notesMaster1.xml" Id="Rc3062758b2044a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ba67e81127482d" /><Relationship Type="http://schemas.openxmlformats.org/officeDocument/2006/relationships/notesMaster" Target="/ppt/notesMasters/notesMaster1.xml" Id="R9274f2b2316542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14e04f4922444d" /><Relationship Type="http://schemas.openxmlformats.org/officeDocument/2006/relationships/notesMaster" Target="/ppt/notesMasters/notesMaster1.xml" Id="R6537fc50127c4e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ee42540c6b4672" /><Relationship Type="http://schemas.openxmlformats.org/officeDocument/2006/relationships/notesMaster" Target="/ppt/notesMasters/notesMaster1.xml" Id="R853851d4021543b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93c236c2224ea6" /><Relationship Type="http://schemas.openxmlformats.org/officeDocument/2006/relationships/notesMaster" Target="/ppt/notesMasters/notesMaster1.xml" Id="Rbec5bf4e3c7145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7b1116783d45e1" /><Relationship Type="http://schemas.openxmlformats.org/officeDocument/2006/relationships/notesMaster" Target="/ppt/notesMasters/notesMaster1.xml" Id="R5b8d36ac809d42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5d9f824d994f53" /><Relationship Type="http://schemas.openxmlformats.org/officeDocument/2006/relationships/notesMaster" Target="/ppt/notesMasters/notesMaster1.xml" Id="Rc40906dd731b497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7c8fb39c28643f6" /><Relationship Type="http://schemas.openxmlformats.org/officeDocument/2006/relationships/notesMaster" Target="/ppt/notesMasters/notesMaster1.xml" Id="R58ea8323a9a54b4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a5cb696845a40fb" /><Relationship Type="http://schemas.openxmlformats.org/officeDocument/2006/relationships/notesMaster" Target="/ppt/notesMasters/notesMaster1.xml" Id="R7a8a4e6fd5954a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c3119010ca48c9" /><Relationship Type="http://schemas.openxmlformats.org/officeDocument/2006/relationships/notesMaster" Target="/ppt/notesMasters/notesMaster1.xml" Id="Rdf020795db1c41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052a65eca004332" /><Relationship Type="http://schemas.openxmlformats.org/officeDocument/2006/relationships/notesMaster" Target="/ppt/notesMasters/notesMaster1.xml" Id="Rf82cc1c683a44ee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c1888f8e5c4f9a" /><Relationship Type="http://schemas.openxmlformats.org/officeDocument/2006/relationships/notesMaster" Target="/ppt/notesMasters/notesMaster1.xml" Id="R69787cb07efe49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2a81a889ce7499f" /><Relationship Type="http://schemas.openxmlformats.org/officeDocument/2006/relationships/notesMaster" Target="/ppt/notesMasters/notesMaster1.xml" Id="R1e60edd9d9d441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83e6e43d824444" /><Relationship Type="http://schemas.openxmlformats.org/officeDocument/2006/relationships/notesMaster" Target="/ppt/notesMasters/notesMaster1.xml" Id="R41382d87902b42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08eee335dd04acd" /><Relationship Type="http://schemas.openxmlformats.org/officeDocument/2006/relationships/notesMaster" Target="/ppt/notesMasters/notesMaster1.xml" Id="R7381ee65ba854ca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da202309375470a" /><Relationship Type="http://schemas.openxmlformats.org/officeDocument/2006/relationships/notesMaster" Target="/ppt/notesMasters/notesMaster1.xml" Id="R1b905bd6af1147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6c0082bc6294e94" /><Relationship Type="http://schemas.openxmlformats.org/officeDocument/2006/relationships/notesMaster" Target="/ppt/notesMasters/notesMaster1.xml" Id="Re7903a74062a4c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b05f3bc51c64b78" /><Relationship Type="http://schemas.openxmlformats.org/officeDocument/2006/relationships/notesMaster" Target="/ppt/notesMasters/notesMaster1.xml" Id="R229db80cace0439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2f9539e4f80409f" /><Relationship Type="http://schemas.openxmlformats.org/officeDocument/2006/relationships/notesMaster" Target="/ppt/notesMasters/notesMaster1.xml" Id="R36225681703b4b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2f91a912ae941bb" /><Relationship Type="http://schemas.openxmlformats.org/officeDocument/2006/relationships/notesMaster" Target="/ppt/notesMasters/notesMaster1.xml" Id="Racb6d94c1d3e497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c6c4538ddd04f08" /><Relationship Type="http://schemas.openxmlformats.org/officeDocument/2006/relationships/notesMaster" Target="/ppt/notesMasters/notesMaster1.xml" Id="R665508444c7542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605a3c76b49421e" /><Relationship Type="http://schemas.openxmlformats.org/officeDocument/2006/relationships/notesMaster" Target="/ppt/notesMasters/notesMaster1.xml" Id="Rad7c920c24464b1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1b13906b4d4396" /><Relationship Type="http://schemas.openxmlformats.org/officeDocument/2006/relationships/notesMaster" Target="/ppt/notesMasters/notesMaster1.xml" Id="Rf9690a82cefc4c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4a2313b0346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4f3c0da454b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ced7683ad842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ab37b522a48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dc450e0b644b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31982d5c24b9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0b094cacf439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5fe4f31a9e4c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064f4014cd4a4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429747e80842b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a75ed762db41e3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f966d2fac65485a" /><Relationship Type="http://schemas.openxmlformats.org/officeDocument/2006/relationships/slideLayout" Target="/ppt/slideLayouts/slideLayout2.xml" Id="Rbda8d475acce4c48" /><Relationship Type="http://schemas.openxmlformats.org/officeDocument/2006/relationships/slideLayout" Target="/ppt/slideLayouts/slideLayout3.xml" Id="Rd5984bd6397946fd" /><Relationship Type="http://schemas.openxmlformats.org/officeDocument/2006/relationships/slideLayout" Target="/ppt/slideLayouts/slideLayout4.xml" Id="R9ecabe7b4cd8431d" /><Relationship Type="http://schemas.openxmlformats.org/officeDocument/2006/relationships/slideLayout" Target="/ppt/slideLayouts/slideLayout5.xml" Id="R694a6520cc654fc0" /><Relationship Type="http://schemas.openxmlformats.org/officeDocument/2006/relationships/slideLayout" Target="/ppt/slideLayouts/slideLayout6.xml" Id="R554c9c11174e4a36" /><Relationship Type="http://schemas.openxmlformats.org/officeDocument/2006/relationships/slideLayout" Target="/ppt/slideLayouts/slideLayout7.xml" Id="R98b618e818314eb9" /><Relationship Type="http://schemas.openxmlformats.org/officeDocument/2006/relationships/slideLayout" Target="/ppt/slideLayouts/slideLayout8.xml" Id="R2690a7a1564e4a3b" /><Relationship Type="http://schemas.openxmlformats.org/officeDocument/2006/relationships/slideLayout" Target="/ppt/slideLayouts/slideLayout9.xml" Id="Rd1099f63850d4625" /><Relationship Type="http://schemas.openxmlformats.org/officeDocument/2006/relationships/slideLayout" Target="/ppt/slideLayouts/slideLayout10.xml" Id="R640b87f926764df1" /><Relationship Type="http://schemas.openxmlformats.org/officeDocument/2006/relationships/slideLayout" Target="/ppt/slideLayouts/slideLayout11.xml" Id="R4fccd85d767a45fe" /><Relationship Type="http://schemas.openxmlformats.org/officeDocument/2006/relationships/slideLayout" Target="/ppt/slideLayouts/slideLayout12.xml" Id="R1911232f466548c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8d475acce4c48"/>
    <p:sldLayoutId xmlns:r="http://schemas.openxmlformats.org/officeDocument/2006/relationships" id="2147483650" r:id="Rd5984bd6397946fd"/>
    <p:sldLayoutId xmlns:r="http://schemas.openxmlformats.org/officeDocument/2006/relationships" id="2147483651" r:id="R9ecabe7b4cd8431d"/>
    <p:sldLayoutId xmlns:r="http://schemas.openxmlformats.org/officeDocument/2006/relationships" id="2147483652" r:id="R694a6520cc654fc0"/>
    <p:sldLayoutId xmlns:r="http://schemas.openxmlformats.org/officeDocument/2006/relationships" id="2147483653" r:id="R554c9c11174e4a36"/>
    <p:sldLayoutId xmlns:r="http://schemas.openxmlformats.org/officeDocument/2006/relationships" id="2147483654" r:id="R98b618e818314eb9"/>
    <p:sldLayoutId xmlns:r="http://schemas.openxmlformats.org/officeDocument/2006/relationships" id="2147483655" r:id="R2690a7a1564e4a3b"/>
    <p:sldLayoutId xmlns:r="http://schemas.openxmlformats.org/officeDocument/2006/relationships" id="2147483656" r:id="Rd1099f63850d4625"/>
    <p:sldLayoutId xmlns:r="http://schemas.openxmlformats.org/officeDocument/2006/relationships" id="2147483657" r:id="R640b87f926764df1"/>
    <p:sldLayoutId xmlns:r="http://schemas.openxmlformats.org/officeDocument/2006/relationships" id="2147483658" r:id="R4fccd85d767a45fe"/>
    <p:sldLayoutId xmlns:r="http://schemas.openxmlformats.org/officeDocument/2006/relationships" id="2147483659" r:id="R1911232f466548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f0f25545ff4227" /><Relationship Type="http://schemas.openxmlformats.org/officeDocument/2006/relationships/image" Target="/ppt/media/image.png" Id="R4ae3bd3c4048420d" /><Relationship Type="http://schemas.openxmlformats.org/officeDocument/2006/relationships/image" Target="/ppt/media/image2.png" Id="Rffe5b27e6f0f46b5" /><Relationship Type="http://schemas.openxmlformats.org/officeDocument/2006/relationships/notesSlide" Target="/ppt/notesSlides/notesSlide1.xml" Id="Ra6d65a6129774f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4a4630e72d4041" /><Relationship Type="http://schemas.openxmlformats.org/officeDocument/2006/relationships/image" Target="/ppt/media/image2.png" Id="Re41dd2a75e8c4b06" /><Relationship Type="http://schemas.openxmlformats.org/officeDocument/2006/relationships/notesSlide" Target="/ppt/notesSlides/notesSlide2.xml" Id="R55dd6589c78f49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f2c0c2713b44e33" /><Relationship Type="http://schemas.openxmlformats.org/officeDocument/2006/relationships/image" Target="/ppt/media/image2.png" Id="R65b5d22aaecb400c" /><Relationship Type="http://schemas.openxmlformats.org/officeDocument/2006/relationships/notesSlide" Target="/ppt/notesSlides/notesSlide3.xml" Id="R6f055c766ed741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dd512cba8204195" /><Relationship Type="http://schemas.openxmlformats.org/officeDocument/2006/relationships/image" Target="/ppt/media/image3.png" Id="R20a9e06a76a24681" /><Relationship Type="http://schemas.openxmlformats.org/officeDocument/2006/relationships/notesSlide" Target="/ppt/notesSlides/notesSlide4.xml" Id="R82f2d204036e4d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908bbd1a89e49dc" /><Relationship Type="http://schemas.openxmlformats.org/officeDocument/2006/relationships/image" Target="/ppt/media/image3.png" Id="R18166ae007ae413d" /><Relationship Type="http://schemas.openxmlformats.org/officeDocument/2006/relationships/notesSlide" Target="/ppt/notesSlides/notesSlide5.xml" Id="R0d8679a73ac74d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07bc56008c485a" /><Relationship Type="http://schemas.openxmlformats.org/officeDocument/2006/relationships/image" Target="/ppt/media/image2.png" Id="Rba6a8bc57f2e4dde" /><Relationship Type="http://schemas.openxmlformats.org/officeDocument/2006/relationships/notesSlide" Target="/ppt/notesSlides/notesSlide6.xml" Id="Re63e8507b0c446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5d05d6626d4697" /><Relationship Type="http://schemas.openxmlformats.org/officeDocument/2006/relationships/image" Target="/ppt/media/image3.png" Id="Rd07dc083e1c441fe" /><Relationship Type="http://schemas.openxmlformats.org/officeDocument/2006/relationships/notesSlide" Target="/ppt/notesSlides/notesSlide7.xml" Id="Re714944151d94f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3113ca77d64d48" /><Relationship Type="http://schemas.openxmlformats.org/officeDocument/2006/relationships/image" Target="/ppt/media/image3.png" Id="Rb8f47fc4d0a445ec" /><Relationship Type="http://schemas.openxmlformats.org/officeDocument/2006/relationships/notesSlide" Target="/ppt/notesSlides/notesSlide8.xml" Id="R2257e6ed8d2841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650c3fd272457e" /><Relationship Type="http://schemas.openxmlformats.org/officeDocument/2006/relationships/image" Target="/ppt/media/image3.png" Id="R522fbc0d65e244db" /><Relationship Type="http://schemas.openxmlformats.org/officeDocument/2006/relationships/notesSlide" Target="/ppt/notesSlides/notesSlide9.xml" Id="Ra6047a268a8f42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0de65e0d074ad9" /><Relationship Type="http://schemas.openxmlformats.org/officeDocument/2006/relationships/image" Target="/ppt/media/image2.png" Id="Rb8789da15c3f4d8d" /><Relationship Type="http://schemas.openxmlformats.org/officeDocument/2006/relationships/notesSlide" Target="/ppt/notesSlides/notesSlide10.xml" Id="R5ed3101d39694c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85b6823d6c414d" /><Relationship Type="http://schemas.openxmlformats.org/officeDocument/2006/relationships/image" Target="/ppt/media/image3.png" Id="R6ce75707b7844597" /><Relationship Type="http://schemas.openxmlformats.org/officeDocument/2006/relationships/notesSlide" Target="/ppt/notesSlides/notesSlide11.xml" Id="R05928491c3974c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cc8d1f4c8e46e1" /><Relationship Type="http://schemas.openxmlformats.org/officeDocument/2006/relationships/image" Target="/ppt/media/image3.png" Id="Rdb77d881f5664878" /><Relationship Type="http://schemas.openxmlformats.org/officeDocument/2006/relationships/notesSlide" Target="/ppt/notesSlides/notesSlide12.xml" Id="Rbca07025f14d4b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6a57d477384989" /><Relationship Type="http://schemas.openxmlformats.org/officeDocument/2006/relationships/image" Target="/ppt/media/image3.png" Id="R0cdf4b9953e84bbc" /><Relationship Type="http://schemas.openxmlformats.org/officeDocument/2006/relationships/notesSlide" Target="/ppt/notesSlides/notesSlide13.xml" Id="R604121b52a764d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a8debb24c7f4c2a" /><Relationship Type="http://schemas.openxmlformats.org/officeDocument/2006/relationships/image" Target="/ppt/media/image3.png" Id="R274664b9e8604dd4" /><Relationship Type="http://schemas.openxmlformats.org/officeDocument/2006/relationships/notesSlide" Target="/ppt/notesSlides/notesSlide14.xml" Id="R4c0e89c0acda4d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169ba1443e44797" /><Relationship Type="http://schemas.openxmlformats.org/officeDocument/2006/relationships/image" Target="/ppt/media/image3.png" Id="R56e11efb081b475b" /><Relationship Type="http://schemas.openxmlformats.org/officeDocument/2006/relationships/notesSlide" Target="/ppt/notesSlides/notesSlide15.xml" Id="R4e703b7f17d743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45ddb39c20b4763" /><Relationship Type="http://schemas.openxmlformats.org/officeDocument/2006/relationships/image" Target="/ppt/media/image3.png" Id="R449954321b224e08" /><Relationship Type="http://schemas.openxmlformats.org/officeDocument/2006/relationships/notesSlide" Target="/ppt/notesSlides/notesSlide16.xml" Id="R951da0218d8740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b1000d85f5b4761" /><Relationship Type="http://schemas.openxmlformats.org/officeDocument/2006/relationships/image" Target="/ppt/media/image3.png" Id="R3c30b8c30e204bfd" /><Relationship Type="http://schemas.openxmlformats.org/officeDocument/2006/relationships/notesSlide" Target="/ppt/notesSlides/notesSlide17.xml" Id="Rf47a723e1ef045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75d1983eb584a1f" /><Relationship Type="http://schemas.openxmlformats.org/officeDocument/2006/relationships/image" Target="/ppt/media/image3.png" Id="R79a66f163b75497b" /><Relationship Type="http://schemas.openxmlformats.org/officeDocument/2006/relationships/notesSlide" Target="/ppt/notesSlides/notesSlide18.xml" Id="R588de53f39cf42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1c12063c71b4153" /><Relationship Type="http://schemas.openxmlformats.org/officeDocument/2006/relationships/image" Target="/ppt/media/image3.png" Id="R57edd5ba9d054e98" /><Relationship Type="http://schemas.openxmlformats.org/officeDocument/2006/relationships/notesSlide" Target="/ppt/notesSlides/notesSlide19.xml" Id="R9f79f4dc99a048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1ac4286bb94ccd" /><Relationship Type="http://schemas.openxmlformats.org/officeDocument/2006/relationships/image" Target="/ppt/media/image3.png" Id="Rd78da670152b4b7e" /><Relationship Type="http://schemas.openxmlformats.org/officeDocument/2006/relationships/notesSlide" Target="/ppt/notesSlides/notesSlide20.xml" Id="R3c4e689e972a46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5fc2d67f0424a0d" /><Relationship Type="http://schemas.openxmlformats.org/officeDocument/2006/relationships/image" Target="/ppt/media/image3.png" Id="R98e0532335a0468a" /><Relationship Type="http://schemas.openxmlformats.org/officeDocument/2006/relationships/notesSlide" Target="/ppt/notesSlides/notesSlide21.xml" Id="Rb2f9c909daed432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83d915857845ef" /><Relationship Type="http://schemas.openxmlformats.org/officeDocument/2006/relationships/image" Target="/ppt/media/image3.png" Id="R183e716a5d404c65" /><Relationship Type="http://schemas.openxmlformats.org/officeDocument/2006/relationships/notesSlide" Target="/ppt/notesSlides/notesSlide22.xml" Id="R3d54626b2dc74d3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65e0f3076224392" /><Relationship Type="http://schemas.openxmlformats.org/officeDocument/2006/relationships/image" Target="/ppt/media/image3.png" Id="Re884f4bc519c4cbb" /><Relationship Type="http://schemas.openxmlformats.org/officeDocument/2006/relationships/notesSlide" Target="/ppt/notesSlides/notesSlide23.xml" Id="R8a78f78d6851455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8a226540afa42ce" /><Relationship Type="http://schemas.openxmlformats.org/officeDocument/2006/relationships/image" Target="/ppt/media/image3.png" Id="R24b62b384fef419c" /><Relationship Type="http://schemas.openxmlformats.org/officeDocument/2006/relationships/notesSlide" Target="/ppt/notesSlides/notesSlide24.xml" Id="R8141876423524e5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a4467149c22419d" /><Relationship Type="http://schemas.openxmlformats.org/officeDocument/2006/relationships/image" Target="/ppt/media/image2.png" Id="R1a4b7bbaaba9483f" /><Relationship Type="http://schemas.openxmlformats.org/officeDocument/2006/relationships/notesSlide" Target="/ppt/notesSlides/notesSlide25.xml" Id="R60b4131c489b44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cf2ee370a7b4602" /><Relationship Type="http://schemas.openxmlformats.org/officeDocument/2006/relationships/image" Target="/ppt/media/image3.png" Id="R0b29614b39a24f66" /><Relationship Type="http://schemas.openxmlformats.org/officeDocument/2006/relationships/notesSlide" Target="/ppt/notesSlides/notesSlide26.xml" Id="Rbaa5272fe90d4a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7e22052b67f4361" /><Relationship Type="http://schemas.openxmlformats.org/officeDocument/2006/relationships/image" Target="/ppt/media/image3.png" Id="R13317b10b223489f" /><Relationship Type="http://schemas.openxmlformats.org/officeDocument/2006/relationships/notesSlide" Target="/ppt/notesSlides/notesSlide27.xml" Id="Rcd7a527050e04ee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26fb126d2ca4d1f" /><Relationship Type="http://schemas.openxmlformats.org/officeDocument/2006/relationships/image" Target="/ppt/media/image3.png" Id="Rbdb690dc8c0049c8" /><Relationship Type="http://schemas.openxmlformats.org/officeDocument/2006/relationships/notesSlide" Target="/ppt/notesSlides/notesSlide28.xml" Id="R22200fa5c449495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f2b0d601c1942e2" /><Relationship Type="http://schemas.openxmlformats.org/officeDocument/2006/relationships/image" Target="/ppt/media/image2.png" Id="R7aaacb8c976e4aac" /><Relationship Type="http://schemas.openxmlformats.org/officeDocument/2006/relationships/notesSlide" Target="/ppt/notesSlides/notesSlide29.xml" Id="Ra38b639532fd48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3bd3c4048420d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5b27e6f0f46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dd2a75e8c4b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5d22aaecb40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9e06a76a24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4AEC0E-0CCF-4E1C-A519-3911CB60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26AD5FE-DB95-4FCD-9F3C-5957F222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862C8F-BAE0-4555-A5BA-DFE807B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B93288-24CE-4F75-963A-7FCAF348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C1BDF6-D2B1-4C3A-8465-DF72D515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69ACC2-E77F-49CB-8C0E-FA01508F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97DBC1-27CB-47AF-86BF-66020671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43788A7-7AB8-4AA5-BDC0-F845BA11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6BA218D-39FE-4E76-8CE3-D61ABABB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ECD64C-8E1A-418F-85D0-CAA01184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1BFF4A-33F8-4491-B51A-7CAB306E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D011417-EEAD-4612-9A2C-698F8EEF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D0CE109-1D62-482E-B806-CF8C8B3C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E91761-6832-4911-9160-099D9AE8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88D225C-87B4-47B1-8610-F13EAE97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A7199F2-7595-46DF-A25A-5C91424B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66ae007ae41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431F2A-2668-495A-81F6-AB7C1DBF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4C80A3-2C4F-44A4-86B2-B44DE7E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8499BF-F5EA-43B4-AC5F-09D486DC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D3060B-55D0-4E11-A87E-6CDA23C0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8006CF-D1F2-4193-8286-A34A4D32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13F528-7616-4469-A7DB-AF953B30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1304581-43F1-472E-8B77-C10F50B2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3B34E8-BF93-4218-9B6B-C834B728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C40EF16-3D7A-4094-B6CD-41CD1C6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5CBE33-2482-4300-8100-33DF69D4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967DD7-3827-4126-AE04-314D250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E899A0A-1B12-4543-9C00-A1E1122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50E317-563F-4E50-BE60-C3889585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4A0F62-06A1-4B6F-9CD0-A6E23434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521B1CD-F3D5-4D59-9F15-3ECCE85E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D0BF92E-15B6-40DF-80B6-FB5ED80C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7018436-0496-4219-A357-BAB5C56A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F03948-9AA9-4C89-8B62-69F2CCFD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E6D068-32AB-44A0-9416-C6AE950B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5A3827-FE08-4790-8A25-E1FACBE9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6B65BC-2453-4F51-9824-4C5BD632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6D9D62A-7D28-459A-AB7B-318F9D89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1F77A2D-5982-4BDB-8B85-F9C63D8A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E2B63D-55BB-490C-ABB1-58A87A7B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DF1633-F298-4365-A079-2AB0123E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A1A52AA-0EC0-4EEF-8890-134E3C9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a8bc57f2e4d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dc083e1c441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7291E3-9726-489F-A06C-D6C32AD7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90D9C8-E57C-4451-9CAB-175FF908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7994059-53F5-4FFE-9B3E-F6C393A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ECF55FF-0394-4A47-92DD-BD6B2D92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1DA667-744E-4294-9658-C88F257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230C653-8127-4973-B8D0-AAF96F58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3DF466-2580-4DE3-888D-F5BFF49D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3CEFDE-D0D4-4729-B74C-39515C82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00CD0A-14FA-4E4B-B0BA-6B3A1CB2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D97177-6A83-465C-9FCF-09BA0928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B11B71-AAF5-47F6-8B96-B3CE51F0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B22867-CDC0-4B81-B394-39714F72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02D7CA-3364-4A4A-A4DA-074FAFE6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235735-0238-4486-BEAC-FB7A759A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6FFF5A-C790-4F7A-BBED-A9C710F6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5DB964-F209-4B73-9D4F-AA5A5F3B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F3F264-8EB3-416F-8B82-A1A20094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5DBD0B-A42C-4690-B77F-44B35B26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3BFF72-431D-4069-9663-3539CB63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B650EF-2939-4D82-BE49-91D037C3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D8245E-93E2-4024-9691-0544D668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F26197-8331-4918-8EA2-A012A0F4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D046D87-023F-4222-B4C8-5B3A7AD9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E05EA19-B129-470A-B1D5-5ADA4127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95355A-4280-4BCD-B5FE-5171ED97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A11A112-6E20-4F8F-B4F1-A01FC972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A912620-2EFC-441C-AC25-F2C210A4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6DEB69-E068-47EF-8255-06A8DFD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33F58C-B87A-4762-AD76-DBAC0E58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BD8202-CB2C-4FFA-A22B-B30958D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002DBA-A7D6-46F3-817F-88226C41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78822BB-F7F0-45DA-9E25-80CFAA1D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663B525-F5DC-4377-BA5B-A6BBE052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178DE0-7DCF-463E-BB8D-2265A475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087B70F-9024-4AA9-8657-6AFE7CB0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B5E4881-A03E-4C12-B68B-58771330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94C9D3D-6BAE-4C8B-93AB-32E09D04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88854FD-E822-4647-8A7D-CF8C6126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513B2D5-1EEE-44DF-BFF5-63D71E5B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44AEFE7-7DCC-4269-980E-BD54991D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F50932E-38AB-46E3-8CC8-F123B517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5586027-0CDF-49A5-ADEC-C38B4AD1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2C9DBD9-B27E-4FE2-9AB7-6542318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A7D4065-B76A-4DDA-B0E2-6A538A2A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55A3EFB-6C8A-41AB-B34C-4C95386C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973E3E9-7F95-4D70-BFA2-7C10378A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5D19C08-AEBE-41E3-8013-5A51C5A6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47fc4d0a445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F53583A-F355-481F-B48E-DB8419C4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597AC52-CE9B-4CD1-B5B4-C116C040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9A53B33-A555-48E7-9AB4-71C1F9CA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C08377A-ADF0-459D-A8B7-54D186B6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281BED2B-8834-40F4-9720-86CB07F7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F63A91F-093B-42D7-8087-E074D3B9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346EC26-F3F2-4E34-9439-B8C83C5D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BFEC799-A383-4EAB-AC7C-93CDFCD6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32D63B8-13CD-43FD-BA00-E0AAAC71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0158BAF4-7881-4064-827C-51270D81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5DC5389-C85F-4996-984D-62EB4E47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219904F-0A64-438D-A55B-7C0E4C05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3F1B3C8-145E-416E-A23E-97CC2AF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9BDA4D7-F4C6-45A2-A2E6-6C1A711C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6F6F9AB-262C-48B3-BBFC-59189EE9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CE5EFEF-3D19-4811-B9F8-440EB952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9B1AF6E7-1EDF-49CF-9533-2B9AD453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369CF04-0E6F-46B9-9224-4694B5DF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0EED0600-C827-4F7C-94B7-21F16390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8672936-0BEF-43A3-B813-F78837C1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0416C8A-7EC0-44A1-A4DF-1B069768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72DF677A-989F-4831-8343-6BD12D13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2D7BB70-B737-4D7B-B18D-76F6316C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C335678-14D1-4441-9163-E9E1CE38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fbc0d65e244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0BD675B-D7E1-4796-AC7F-4F822677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E3CB9A6-D10E-45B0-8212-C136B8EC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DA1154E-8304-4776-A81D-30679197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8666C63-EB5A-46D7-AEC6-B268A13C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0C9C9C9-5677-4F5D-9C14-E613359B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BF93FE8-C22A-408F-BE3B-2DD47C13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5C9AFDB-1168-46AA-9E8E-D70D32AD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114CE3A-EB9E-407E-A72D-7520F39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8912D29-C3BC-4723-835C-4EB7B8A0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60C7583-91C7-43C9-A45D-16CABEC8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2F68023-1458-4E2C-B1B0-FB658BC3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AEB8F7E-9A07-4BA2-A66E-C218EF80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777C447-9DB2-4A15-92C4-5B8B416E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CC94382-B60D-43EC-82FA-23A54F1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9E997E0-3EC1-496C-B613-C034538F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361C731-F3EB-4A3E-8BFE-8094D0C4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A01F47E-39C9-44F9-9612-929FCC0E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54EC496E-5586-4F15-816A-1A89B29E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89da15c3f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75707b78445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0DF0328-53F1-4624-93B7-1088D9F2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13C15CF-49A6-4757-B9CD-B774B34D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A600CBB-D429-4507-9296-061F18A7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A29C6CF-CFF4-4537-B8EC-C848A8F8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CB8B8C-0ED8-444C-A332-4F2F64BD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2F3486-DBDE-4F81-8221-66FF7BD3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E0A1ED2-5E68-4551-9F16-AF330EAC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9A5DA40-69C0-4565-B725-80C0EC0F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C6D8D4A-3054-435A-8F01-A6F833DD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A75739-FE70-4A7D-889F-759B2AD9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42E41DF-FFBD-4D6F-9D12-1DA371BE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DE3386D-4862-4A69-9713-E3FAE598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50EB2E5-75A0-4736-B5D6-B6A28795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F165C4A-FB10-48C5-A2F6-B0F25623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264A81E-8BA2-4A35-941F-69346CBE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24DCE32-9227-4152-9BDC-082D18D2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7d881f56648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E50CDEA-9475-407C-91E9-01A90621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6630721-6993-4A5A-8831-E9532DD8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702A2A7-94ED-4C9B-80C4-441E3377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3CFC100-0306-4360-859A-C14A47A8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3BE2AE-89DF-47CE-93C1-F3E18EA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352738-E668-472C-87C3-D01BB992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81FDB9E-A042-4695-B6E9-01409F60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FF9786-F20B-4AD2-941F-AD6C0D47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DFF780C-BDE7-4A0F-BDCA-002DAB14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021E403-083B-4EAC-B3DA-B47C4AB0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1A43B8-80C4-4FF0-9D20-59B66804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4895793-C8C1-49B4-A34D-5FDFB4B5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C72B1FE-1762-4888-9D84-CB6609E0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3FC33C7-0BCF-4673-B0CA-120A592D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8666F9A-B7E9-4354-BD3A-A0AE5730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4A9B1BC-0450-42AD-8586-525A7E48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29E99AA-7D0F-49CB-BADE-5DB3D95A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49B3061-03CB-432A-B7BB-BF102FBE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7C18C2F-BD76-49EF-B9AC-2C8DF5F6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F318E52-0528-497D-AF9B-16048B78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11BEF31-705D-4F91-879B-5BE8A117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59204DA-2502-492B-8C7F-4D083E4E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73EE439-7CDF-4800-8F41-C5426088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AC5A0A0-06D1-419D-BAB6-2322458F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75B6D87-934F-4A46-BEF9-765A5803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753E49-7D78-4B6B-916B-28920C27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F21BCF9-AA93-418C-BC7F-2A03FF12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B9D607A-D8BE-47B5-933C-E4D7F494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4C40287-5CA0-40CC-B0F0-86FA2AE5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9653781-9769-47BC-A164-FAFDE3E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2A1B040-B980-46A9-B106-095DD599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5312DE1-E57C-430B-A3C4-84412F5B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F4CC9F4-B6E3-4DDD-8CAA-8B3F99BF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5300575-F098-46BC-A58E-F6328FD0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996F3B32-20AA-439B-A459-EBE65299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f4b9953e84b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42D006E-65AC-4D4F-AE10-1CB0FA67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E972BCC-055D-4E62-A700-9D8D4103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68557B6-46F8-47AA-A36B-10FB9874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B90FF16-8151-4D34-BC28-9625A040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259F3D-75E6-4902-9A23-513F8671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F334EF8-9924-4423-878B-DEC8F894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7301637-FBDB-4850-9F4C-4558DF93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4030EE-E9F1-4BC7-8A3B-E8765CCD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676366F-7AE1-45C6-A9F9-8D5E1454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78020E9-A33B-41E5-8551-2FFC5375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567BDDA-D8BB-458D-B873-EFEDBFC0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ADCD342-1F2C-4010-820D-DF908D0B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0770B26-F9B0-4B5F-92DA-27208A6C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0018679-20BF-4522-9587-095E4E9B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05487B7-A404-4021-AEAE-D35FC222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20E6713-59D2-487C-8C3D-8C41AA9A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0B80EB1-3D9E-47EB-AAA3-03349792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4F0C2F-C2B7-477D-9195-A7506F43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75762AC-3432-4650-8DAA-BEACBE7E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1536B89-E297-40B3-AC60-EE08A63A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A7D7FD1-5363-4075-89C1-4C31ECDF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B38CDDB-5452-4B4D-8EDD-A36DE79F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85BE9AB-201B-4CFE-85B3-906A1E11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BF68D6E-6E43-48BC-A9E8-D1D549FE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358E5B9-B5FB-402C-BD0C-7F5FF16B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ECF83C-B24A-48D7-9BDA-47B1335F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3462A02-14C8-4725-A2D0-DAA0085B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64A882-FC5B-4B24-AD57-B0F4E51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6B89D90-A7E6-4DB8-B557-1D551D2F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4AC3CFF-2997-48A9-AEC5-080F2EB5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C6FD393-B76D-488D-B124-A704A5C8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7D21EBF2-44AB-4F82-A56F-1C68CF35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5A2A1C-44CB-4D8B-92BE-AB9A2FDA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5974505-D656-4B3A-B90E-6F18F25C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F66744B-D40D-4A0A-BCB5-005D9CFD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F9EDAB8-9AB1-4A40-926B-73032B31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79A729B-F91D-437E-8F58-213F522C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319C6CF8-D6CA-4CAA-86B8-26363AE3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CA00D18-9784-4EC7-A0ED-96DECE5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5DDF56A-54E6-4ED8-AC2B-18B1464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372482A-0BA1-4168-89BA-FC28D25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94AFBF2-3D5D-4A4B-AEBC-7EE96C2C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E79930D-4C1E-4070-8D04-2B6C3B73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098A7DA-BD78-4D12-B40A-CAC4084F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66CDBAC-A733-4013-96FF-7A76193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4664b9e8604d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CBF71A-2198-409B-B9F6-06423DCC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9B4D43C-9E66-4BCA-8138-291307B2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8F93ECA-B065-466B-953E-96C44A65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62C7FF1-2548-4522-B294-297138F3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6D6DC01-6C6D-4BDB-AFB6-C6F72584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0D96E81-038C-4147-8F26-ADFC1DAB3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DB83B7A-D232-496E-9B1A-79D84EC8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A42C9D8-DF0B-4CCE-AB60-7C437FB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84ADEA3-8F74-46AE-8F70-C86A19FA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42BE77E-810E-4344-BD58-2C8EBAFC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152314B-B462-4A52-9099-1D6564F3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9D5073-FE51-4FD4-A486-9DEE84B4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44F20E1-F8C7-45AB-82CF-55768D5A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08AE673-4A8D-4E2A-8432-99D27447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38547D6-4F9E-47FD-A250-13EC5346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EDE3CAD-C0EB-4971-83CE-1E4EAEBC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64B2A87-4DB9-4AE6-B82B-0C3A2559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6B718FB-B3E3-4861-831E-C42C456B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7EE180E-3A76-4963-92EC-6504EFF4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E0F0502-D853-48CF-AB59-2543A9B9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3F2D045-9571-4DF3-B32D-13D39C1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575A214-8483-42B2-AE13-973E8AB6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E0A16C8-9063-40A6-BB92-1BB06925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32348F6-8EBA-46EC-AE12-780104B8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AF57860-4A18-4E99-8F8B-14281C80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FE9966E-0D00-405E-9D5C-86C7705F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35B149B-57C3-47D8-B5B2-58A87160D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1CC63B3-D984-49AC-8144-352464CE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95B782D-616F-4A64-9405-48B8F60F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54FF4AA-5D37-4082-9800-5D264E01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ED3708E-663A-4091-8A46-A98F1BC3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DB85B50-BD63-41FE-BA9B-DBBE849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101E8FC7-6896-4F5A-86E5-0514B824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F0114DD-9AAD-4B3E-8556-77AE0BC2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D13A53-83A2-4743-820C-94413CA1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39161BF-F88A-4754-9C5C-21DBCBBC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AF8DE05-8D3E-4949-BD51-A53F8E41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2C440C5-C1F9-40A1-9A44-3367470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C313961-37E7-428D-99E2-B4630D7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9C53E247-B5EA-4619-9A92-731C85BE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791AEB0-5D47-4550-9312-3E263E72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e11efb081b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D479D38-6414-453C-B2A9-14814C4D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33E3737-E6DD-4B60-983B-B27AA376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415C45-7735-49BB-80B9-82A5E457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D848857-331B-4165-9137-4B649FBB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0021D3F-FA93-4B9A-BF61-7FCD7BD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C26D6F7-8900-403C-8CF9-F8EB6B0A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F815568-7CE6-49E1-BC95-3A0CD29A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DDBB686-543E-4609-8264-AD944D16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B4A08BF-093E-4812-AD34-A6E7C9F1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AF2431D-624A-4B84-89A3-756FB601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797D544-AA9A-4767-95F4-740DF4BE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65DB064-4E76-4E3D-A677-4DF6E838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3FC7F33-FF6D-44D5-9E90-F92FD35D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0C2C81-DF09-456F-BBED-B2B7E44C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4F5A2AC-D132-467A-AE87-E263EB48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3F4551B-8CFF-42F1-A30B-1783159C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A5A24E2-3F7C-4A50-8A10-17FCB717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4C93E57-9B88-45DF-8EF8-319E800E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3C3F1CA-74BD-4469-A5B3-90F2DEB0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670609B-49CB-44A0-A103-0B4A9266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3ACD79A-515A-4A92-A2E8-4813C1DC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076ED1A-5542-4F8C-A2F1-E74BEB17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35B0F32-A26D-47BD-8CFE-95DF6D52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7917C88-8D3C-4062-99A0-F1CB8E01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2887EF1-6F73-4814-90BE-3205F165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0BDBBED-A7BB-48F3-86F3-84DA4CCC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49EBBF6-FA59-4699-88F0-700BB7C3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7DD8364-001A-41FC-855B-6F9F3CBD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0D2D1C6-64E4-41F4-9482-1E1B888A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75AEBA8-4F47-4478-9E16-832E3FBB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954321b224e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4B35DF7-EB61-43AF-98D7-8BE650DA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8F73A06-5197-43C8-93B2-32AD3FD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2A83392-1797-424E-A016-E1C9CBE8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48AB51E-70A6-4D6F-91A0-D4086F28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4D4716A-3655-4292-A510-E57137E1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D0F2924-AF7E-473A-9189-1EF4758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1135FF8-C8E4-4640-8024-623FD6E1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E316E54-4A94-4057-9F5D-BDC5173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6CD7FF9-CEA7-4744-95CD-624292F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7559FCB-34DF-47F0-B456-D51457AB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8BFCA50-7DA5-49BE-BCA6-5E4596FC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0E2AE45-1616-4F70-9BB9-984DEEA6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C680DE9-0E4B-4366-B349-148CE738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EC65B20-46A1-4506-BA9A-2E2813B6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C81B19E-406D-467F-8F52-B13DB1C9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A3FDAE6-FED2-4F73-9E35-6951A911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A1EE2C2-EEDF-459D-A099-FB856604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B0D3DF-5C88-4765-9F29-BA14721B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F824A4-F09D-4D12-AB28-6FA59C82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FAB7885-05AA-46ED-A5D8-EC7E6585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47491B1-C9C3-4C61-AB34-F07B153D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53F0DBC-5A24-459E-BA30-4DD4E4B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44F50BD-36CE-4882-834A-C58DCFF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27B4931-6B7E-48DA-905E-30D42A65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8D15F59-3D27-4FFE-A128-5A6DE3C1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B95706-F593-47E8-AC36-28929C35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E17B269-0AB1-4C8A-839B-A8C99FD3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1D8FAAB-147B-49CC-8FCC-0F226916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451C452-2EB2-48EF-B750-8C88D7C6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04A8D86-DEE8-41C1-A901-91907685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160E2F4-045B-4938-9FFD-DC2B1460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BAEBD12-2475-42DE-8FD4-4C0B1490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55F6B89-FB34-4314-8327-066EF34D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B551072-1065-4CC2-B006-DD56B9E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79B7E9B-B173-4EF5-902B-84CC9D2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06FB837-E3BB-4A7B-82B2-B326DEE6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B620580-4C87-40D5-8E7A-3A35AC6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C2A945A-3EB7-4555-8DC0-FFA96020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30b8c30e204b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634B7E-396D-4155-AFFB-86714AAD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694088-E98A-46B1-AB7D-5580BC7C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09FF7AA-6EE3-4D46-94C7-9AFF18DD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2A857EB-9465-4A0A-92E3-DDEC7737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ECC0F75-3E53-4026-89E2-FE286647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53889E4-2071-48C3-9CFF-E751BE03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CBBFCE1-798D-4591-9308-7893AFFF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61F584-7A8B-4EC2-A733-21B883A5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E8D3D8F-4C09-40C6-816F-1965B627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8B6FB36-D2AB-47EE-A8B0-E9953FA9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1F431EB-EF62-47B2-BAF7-5922155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7AD326D-FC2A-4E45-B8E9-406DF051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7A6A732-BBB7-417F-8721-44FCACBA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A03F86B-EA4D-4636-BE52-B94CC2E2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6403C31-3845-411A-9B77-3B6CAF20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E89F9E5-62BB-4AEF-9939-E20A28EC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9924836-F188-487D-83C6-EBFCFFEE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46C7905-E924-4CC5-919A-E298F927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4C09873-F8AE-4826-9883-D08FED22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6396B6D-BA78-48F1-874D-31200186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0CA563B-CCDA-4FE8-BE73-F21BEDC0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5B67851-E72A-4E44-9DE8-18B7B157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7534CDD-9313-4AE4-967D-6035CD5D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701B4D6-D3A5-43DB-B42A-4F8D833E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F4B71AC-6548-4AE2-A07B-E633FEB9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6580C4F-93FA-4C0E-B405-2203AA59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8C5C848-DF04-46FC-AD72-1A59259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957F2F5-DB13-4E1A-8138-D9F0AE7F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F17ACA7-B62D-44D2-9365-793C8939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B769D89-3DD2-48DC-B980-940D7B55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3770DF0-193B-4097-A77B-3E98D33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1B98318-AB38-4027-991F-BAF28DA1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65842F9-835C-4475-AC90-0BF0FC91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486688B1-BCCB-42D2-9C8E-BDE7F64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A2C9135-D535-44C9-A796-A70D3012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E32ADE1-3583-4C1F-BA7C-482F00A8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C6AE644-3112-4D41-A108-BCD69379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C21DDBF-B3B4-4DA8-AD55-CBCA25C8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7180CBB-A69C-4ED4-864B-7790628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66f163b7549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45AF7B-3784-4F53-A77A-2AA7294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9311A8-AC51-4A57-B983-F7FC881C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F52846E-041B-4D40-BA3A-CC81306A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FC7E2D3-2C37-4C7B-AD76-45D15A9B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68F1A7C-5C76-446D-B6F7-31FC179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1C5080B-326F-4305-B185-B81AA3E2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0842F9B-8F38-46D4-8C45-9C4971DB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17C041-4747-463C-8407-53CCBB62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933AAE3-D7C7-4CF7-86B4-63D8F701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27D24CE-77F0-4205-8342-07CE6C07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9FFD8B6-501D-413D-B59C-BE4884D8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8F82705-9823-462F-8E84-BA922CC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4D8F968-38DC-44F2-AEB6-D332180A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692DCF1-D6A8-48BC-B65E-990790B5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3E119F7-B924-44FC-914F-123BF0F9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AAC3F09-B24C-4968-8567-2D7CED5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F0C1611-B400-4BD9-9919-A09CB47C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391F2C6-6D2A-4DF1-BEEA-851BA4CD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dd5ba9d054e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4E710FB-2100-4357-8A3B-683392AE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4590182-5B3A-4484-93C2-B58FF2E0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3537AE8-D466-4C16-83A0-8954FF4B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F0BD11D-8D64-4018-9262-89333D3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03236101-FE32-422E-9C72-9874C696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AD65EB8-D202-46C4-99F7-0FC6EBD8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1F85872-DCF8-4821-987F-4C604683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E554D6D-1E91-4E48-B4E8-F6CA6ED3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74241DC-689F-41D1-8274-04BC4192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F398EC9-82BD-4D9A-B0B6-17A2C63F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1E645E5-DAAB-47ED-BB52-F8B30FC8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14E2821-2DC5-470B-93F0-FFEB6007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3AF9559-AE02-4B32-AD47-ECB8839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11DAA53-7595-44D5-A705-0857545F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02FA36F-0775-47C9-9566-AEB327B6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E027D16-A297-4416-A19B-12B6D47B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8da670152b4b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A04F7AC-2B1D-4E5E-A0C7-E253E7F4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B6E6A7B-52C3-4C6A-8B87-0F333D60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0B461EB-D2BE-46E4-AAC1-3500EFA8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4F9F0D-F430-4984-934B-67523DAF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6DED92F-0BF4-405C-8B50-ED3D37A5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AFCD07F-96F4-4529-967B-DF5BF1FC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678226A-0843-427B-87A6-A7AB7737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A6D207B-E27B-460A-8882-EF6B2158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B183871-609A-4B15-BE6F-F338E94A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22EA9D-95CF-4BE0-AA84-4A9525B1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7210B37-7300-4D82-A110-BAE97651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CCF2DEC-866C-4964-BA48-27C33DFE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9AB5EDC-98E7-4B52-8E7B-06AA1AB6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09E4B5D-E8A4-4B5C-ADE6-8511BF62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5C65259-66CE-47C2-BA50-B5CA8543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F6E820B-DF26-4953-8B25-8471C469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2ED485-6578-490D-89A9-21B1489D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8E673E-CD3C-4994-B3F2-66FF0A74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B2ABF4A-59E7-418E-B27B-5BC18DAE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E8C8E36-990F-4E64-9B72-372C6634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36AD58B-47AB-4E06-B1FA-F522659D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5895B00-4254-4E9C-8172-C433CF1B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0532335a046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D5A3AF7-DB17-4A6C-94D3-B1A45D27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C05C186-C8D5-4AA8-BF62-9B6F9CDA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0D4DDF8-7E1F-44F1-8510-5A55CDDD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710346-0241-4C71-B23E-0B4ADEFA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C5622F7-1B56-4336-BB0E-E50DD443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7EEB65D-96D3-419B-B58C-81D35388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DAA6352-1BA5-4C30-A10B-9C74FDF4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F23162B-EB22-47BC-89B1-C62BF13A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B62A0CD-45BA-47EE-839F-7D1FA8C0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5031271E-22CB-41B8-B76C-0A40702E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89320BE-A42D-42CD-AFAE-5EBB05BD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0B4024E-F106-4ADB-8E27-B7851142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07AE4ED-0634-4207-B49C-DC03B372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2B012B-28BF-4A14-81A1-8B4B248C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A19A91E-597C-4D94-A471-7E80833C6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8C5F4A7-E9B9-446C-A9C4-720B31C1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834256D-71C7-4E90-8766-92EC68ED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92EF11C-6DF4-4DDD-BD7F-1C93AA09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92EBA39-883C-473F-8D1E-0379F0DA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DF1403B-85F3-49B4-AFEB-59C12DCA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F517314-51D5-4FBE-AFFF-B962E0E2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D04D5B1-FB8E-43F6-97B9-762B6777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F4C7164-FECC-4843-B852-7310CEE0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3e716a5d404c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0F06D58-5B16-4B58-B52B-4D6FDA0E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4653065-F380-4573-9ABD-03746354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167AAF6-089D-4AA5-B054-918AB497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0BC680B-196D-4F25-985F-174F249E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95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98287F-9B4A-4E44-998A-B3E74AE2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B707566-9648-4306-827A-83E96029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D0DF88D-E41C-42E9-B095-F59318D1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50CE662-2A93-4526-919A-1223520D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67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A95C4F5-C411-4E5D-BC80-70ECC308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BA53F67-BA4B-40DE-8491-DFBAD114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EE02DFD-E397-4342-A963-44CCB6B3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24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3697210-BC3B-49E6-9E8E-DF303F21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8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AAA000E-231F-42EE-AFE3-4D530963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A41C33-EA37-4BC1-A65A-D09F2D6D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528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8E16A3E-6E23-4F37-A898-949D979B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E648F04-F1EF-4A8B-B7A3-C7A00EA3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100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68AC71-F7F0-45FF-AE8C-EF0AF0A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190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53179E6-D68E-4205-9130-64F2CF07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666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80999AB-9346-4CB5-8138-FB593D03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67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6FCB57D-4554-4653-9E5A-A5345073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81575"/>
            <a:ext cx="1866900" cy="-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0C0729F-C2D6-4A5B-BB07-D456350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190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3056E86-7778-4B51-A400-8B3EA552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61A6A80-817B-488F-90F6-44DA59D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5C48308-B06B-4E23-931E-46A82625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51C69A1-95FF-4163-9E53-41999142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5A5661A-979B-43A3-9032-EE5158E7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AE174EC-0FBF-4D4A-8FC9-D660041A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910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624E1E2-E5EC-4375-847D-CDF76EDA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B8AD4E2-D4AD-4D10-B82D-CB48F88B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172579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B69CE3D-7F9E-4073-A57A-56C4C3D9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4239254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1E30798E-C0CA-4276-BB53-9DA593A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CC923C5-BFF3-4D81-97C0-09551448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2897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C8550A9-1A52-4565-8277-E4D408ED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C47990D-A565-4EDB-9298-079ED38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72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7571E4C-9B80-43F8-8596-0969B06D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33550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805125C-5F66-4A99-9966-3D3E638E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92244E6-DB48-4148-A24B-B77AB98A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152021"/>
            <a:ext cx="1381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B42FD24-DF61-4344-82C8-6BF64DE7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780" y="2218696"/>
            <a:ext cx="13811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9379A6F-8001-420B-B73A-F7E78B53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30697BC-8B4C-42B4-AFD7-3579FF7F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1AF7CF2-85E0-4465-8514-04CC793C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0512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输出结果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DD999AD-7F20-4A76-9278-92A0EA72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1945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primary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secondary[]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reason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4f4bc519c4c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7F4920-68E5-4D5B-B4FF-BBEF7F60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12A9A3-079D-4F8A-98D2-7F8EA4A7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A6B3C0F-FCE2-4C95-9D3F-BF4D2C6E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8A8B88A-D145-403A-BF3A-0574F13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86829DA-70D6-4006-A681-47B18A0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8BADA39-22ED-4B2A-81E9-6610720D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E93F4A5-E66A-481F-A151-8280584A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EA10F87-557E-48AD-B9D4-6B38298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B891A3-0E58-483B-A171-8B640EDD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4E8BD92-BFFF-497E-AB69-3B2AF63A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F118827-BF2F-43D4-8D07-96E7D728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B2D2187-5D5A-44DB-B31E-A8B412F9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5701B2-549F-4E15-A4B3-F9482578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D271C1C-8F28-42F6-85B8-A4A47EF9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BD9EC27-E005-4419-A970-B2220F10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E075519-4E8A-4638-8C51-93DE537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A0B3A0F-E0A9-4CA8-92BB-EC3EEC04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F04EDC8-2276-418F-B688-231BF2FB7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570C6EF-B108-4702-A077-EB4B7B63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437F5D8-EE7F-4871-A3D5-DCE16510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9B2AD6F-AFBB-4FFE-9490-7CE0FB3E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722A9C8-7095-4DB1-937D-22153FC8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98DF031-AEE1-4478-A564-8D3ABCCF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06163C3-31D4-4C01-9069-0FD6BC98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68184A8-3D44-433F-9B62-C418A1F7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90DE0F9-DC5A-452D-BB9C-DE2606D0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3F5E273-54B0-44B1-80D0-29272FFE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b62b384fef41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8F3CFB4-9C2B-4FFF-B779-9A040391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161BC2E-965A-4709-BA34-EAD537F3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36E2C61-4B7E-4CF7-A8F4-9D1E4F6F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零 locator 场景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B6116D0-4332-4D81-B0C7-2D7F577C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只描述用户意图，提升 UI 改版泛化能力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8AC11DE-5EFE-4257-AACE-04F4B7E8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CC7AB87-2930-429D-BEF9-40DD3C0F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43BA382-7172-4DAE-9C64-2D5A70A4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零领域专用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DA518BB-D469-4D6A-8819-8A4120B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保留 Web Agent 实时 DOM 自主决策价值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6DFB9F3-D563-49D5-81A6-21098D52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54FC57E-5C4A-42D2-84C8-E4347D54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D782847-4BE6-43FD-AF24-1B332011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职责边界清晰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1B163F-4763-432D-8FA1-6AAC83CA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90825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执行，LangGraph 编排验证报告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C06B5ED-2F6D-49B3-A1B6-895B83F8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66E3EF7-7B14-4DA1-814E-2569E1DF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0">
            <a:solidFill>
              <a:srgbClr val="27AE6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174CCAD-D87C-4A6F-801B-D1187083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双通道验证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5F5A870-A88E-4D0E-A6C4-9E28C7B3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/ URL / 文本 + GLM-4.6V 视觉语义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AF8EF89-776E-44CA-A1AE-C3D75746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5E2C301-0DEA-4D5E-871A-2BEB93D3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0AE7D7A-8B17-416D-B735-9DA42511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可观察执行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F56A958-C65A-4BE1-ABDE-6ED16BD7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 事件流、节点状态图、截图时间线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9A2BA31-D45A-4679-B826-3D093CEF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3048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B9179B6-F844-4341-B6F8-0D8DB36F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147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E0A1C48-2EC4-4270-84BF-51C975A4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857625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手册证据约束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1268D69-A3B3-4BB4-901B-1055C1FC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171950"/>
            <a:ext cx="27241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source URLs + evidence quotes 降低幻觉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b7bbaaba948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29614b39a24f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0381757-41F8-437D-9919-0E016FEB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A574862-4EA7-49F7-BDA1-87C638C0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ECEBAAE-71B9-49F4-B3C6-908FBFC2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4A190F5-1447-4274-9A0B-0D7AF396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E68093F-6A07-434E-A7BA-234AE9EA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8A38DE-1F4D-489F-8DF6-F60783A8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98BAAD0-5177-4427-B707-E5A1278B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EF30501-15C7-433A-83A4-3146D3E1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27D43EC-5668-44B6-A42E-6C1A270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运行记录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A1FE02-DE13-4DD6-B8BB-A4D0098D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D08E36-650E-4ABB-A915-D329AAD6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7650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6+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64D616E-655A-4054-890B-7DF67BE1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2412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覆盖模块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FC47D24-7E26-418F-AFA3-5CBB25E2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2980CF4-4740-4075-81CA-6A3867522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功能点实现进度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AA90AC5-C58E-4707-9FE7-720F922B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2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CDAA66E-5973-4E5A-A4FC-BBA3604A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91025"/>
            <a:ext cx="619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80%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D72F4D7-4504-409B-948D-3B181B4E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33875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已实现 48 / 计划 60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D7526FC-6742-4B79-9633-E5776AE0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C128A01-5EE3-4CDE-B56A-61407487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测试场景类别分布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46B3D534-E308-4329-B373-F4266BB5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829050"/>
            <a:ext cx="247650" cy="838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E17DD9-C381-40CE-B76B-4CBF1608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4C48F8C-A974-4697-98E4-AB49532B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057650"/>
            <a:ext cx="247650" cy="6096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44B6EE1-26D2-4573-91C4-71AE3FBF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A4AF894-8656-4451-A58F-33A5895F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210050"/>
            <a:ext cx="247650" cy="4572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FED8A63-F9BA-42E7-8671-9F25226A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D424F72-3FE0-4945-9D08-A1919B63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400550"/>
            <a:ext cx="247650" cy="2667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381B2FA-FD9A-4F66-8EE8-CCF18483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3BEB059-4042-4CBE-809C-3B8AE3E9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2476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2ACA711-5F6A-41F6-BB03-926E650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95825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CB9A400-FAD9-4DEB-B516-3D6664A1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1360B6E-0901-4D9C-A1C9-13A33A97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已完成模块清单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9E2B5DA-508E-405A-92E8-99B84949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手册生成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30CBC1A-3A80-4C47-A50A-307814E3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767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功能点抽取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3934E4B-93D9-480E-B3FB-1E44133C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场景生成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835E59F-15E6-4368-B6E8-5628AFA8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434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browser-use执行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3FBA09E-20E4-41F3-901C-0A0B478A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验证器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FC38BD8-CE1B-41E9-83B9-A8326E49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101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✓ 报告导出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0BBE628-0382-4FD8-B3FE-1D49FF4D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76800"/>
            <a:ext cx="123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✓ Doctor检查</a:t>
            </a:r>
          </a:p>
        </p:txBody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17b10b22348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7A659B1-33D6-4765-BFD1-065323FB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152D6DA-2B7B-4EE6-868D-1C48D445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072DAF1-0122-40B2-822C-7CB24584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后端测试覆盖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93C7C22-1C96-4ACD-BB31-5E199999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schema 零 locator 校验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config 与 provider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artifact path 安全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manual pipeline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 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 generation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E8AC0A2-5445-4B95-961D-D932A2CA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01EFCE-9CDA-4A94-A7BB-C5BD7B59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7A1C0CA-9F7A-4F06-8E50-F2BE0FD5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前端测试覆盖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846034-804B-4476-8DF0-4DC56660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App Shell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手册生成页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场景表格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设置抽屉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Logo / 背景展示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C3D41D8-559C-484D-84E3-F3B5FADD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048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246578-ACB5-40AA-A0D6-57EBBC03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68FA6D5-78E6-4071-97AD-B679CABD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后续优化方向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CB3B625-4364-46DC-96A4-2486AD92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90825"/>
            <a:ext cx="27241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RepairPlanner 自动修补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 LLM-as-Judge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action 目标高亮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mutation 生成算法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更多真实 E2E 样本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FD2B1C6-9664-4FE0-83CD-72AAAD52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10125"/>
            <a:ext cx="9048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454B7C8-CBE1-4672-B4BB-35EA65CE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933950"/>
            <a:ext cx="847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真实 E2E 验收依赖测试账号、4ga 网络环境、文本模型 API key 和 GLM-4.6V API key。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690dc8c0049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800FADA-190C-4C1D-B582-0E01152D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4BA534-8DC1-420C-B8C2-03EC0206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FBFC1C1-0844-44E0-B158-4D6B6A49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李荣康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F4F8164-3F26-4B92-9DDE-2E3BDC3F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手册解析 / 功能点提取 / ChromaDB 索引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44AB5F-9CB2-400A-B687-EE37EA46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E8152A-4F8F-4D08-992A-F909F80B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A76D12E-DF48-4EC6-B594-DEC74437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FFFC563-5997-453D-9B25-72EB939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920BDA8-8B1B-4174-8A04-AE019F55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陈柏睿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CCA0845-E782-439C-A159-80E8976F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测试场景生成 / Prompt / 证据校验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E8557B-A607-471E-9388-6A2D4BF4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C5F3FCD-3DA2-4924-AAA7-8643629E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702BAD3-EC86-4898-B36C-F3DD439C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82E5EA6-5398-4B57-84C9-F0A113F0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43258B7-F4EA-4764-BF70-F6136238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许文硕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B7769BF-B7F0-46AD-A94D-FC186B50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智能体层 / browser-use / LangGraph / 验证分类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A26D0D7-9D1F-45BC-BBE1-D253050D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DCA0D6D-0A10-48CD-98E1-829B19B8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B967781-816B-4C9D-8809-E73FF762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C111CC9-F28A-4F97-9CC4-8F563C2C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DF7CF1F-4770-4A11-80E6-ADD10106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黄良宏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455DC79-DAD6-41E1-96AD-6DC2F8A3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评估指标 / 前端可视化 / 报告页面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0D60EB3-C8BC-479C-9332-AC5707CB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0E1C419-8B1C-4BCE-BC6C-EF79E152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3811DA7-2D47-49A7-BBA4-B9593CFE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195262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36A2EC4-699C-4E94-AE58-A678F83E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524125"/>
            <a:ext cx="6667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0">
            <a:solidFill>
              <a:srgbClr val="E74C3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E0695BA-8B79-48AE-99BE-07A85FA9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16287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Team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B1AD9EF-BCE0-476E-8CF2-BA3C06A1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981325"/>
            <a:ext cx="1628775" cy="923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需求讨论 / 代码审查 / 测试 / 答辩材料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819D242-8778-4970-ACF1-AE4DECE6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286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05C75F0-67B6-4EF7-B77C-DF30496B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815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acb8c976e4a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2026-05-26T13:30:57.1860000Z</dcterms:created>
  <dcterms:modified xsi:type="dcterms:W3CDTF">2026-05-26T13:30:57.1860000Z</dcterms:modified>
</coreProperties>
</file>