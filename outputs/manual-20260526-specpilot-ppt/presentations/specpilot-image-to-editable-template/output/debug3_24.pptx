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c63123eab945e7" /><Relationship Type="http://schemas.openxmlformats.org/officeDocument/2006/relationships/extended-properties" Target="/docProps/app.xml" Id="Rce8aaa4897d944ab" /><Relationship Type="http://schemas.openxmlformats.org/officeDocument/2006/relationships/officeDocument" Target="/ppt/presentation.xml" Id="R1c4486dac32b46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83311d288146da"/>
  </p:sldMasterIdLst>
  <p:notesMasterIdLst>
    <p:notesMasterId xmlns:r="http://schemas.openxmlformats.org/officeDocument/2006/relationships" r:id="R4e74ca38779349d1"/>
  </p:notesMasterIdLst>
  <p:sldIdLst>
    <p:sldId xmlns:r="http://schemas.openxmlformats.org/officeDocument/2006/relationships" id="256" r:id="Rbbf45f87d47d43ad"/>
    <p:sldId xmlns:r="http://schemas.openxmlformats.org/officeDocument/2006/relationships" id="257" r:id="R9709703341b646d8"/>
    <p:sldId xmlns:r="http://schemas.openxmlformats.org/officeDocument/2006/relationships" id="258" r:id="R08af6df34aeb443c"/>
    <p:sldId xmlns:r="http://schemas.openxmlformats.org/officeDocument/2006/relationships" id="259" r:id="R66d7908de8ae428c"/>
    <p:sldId xmlns:r="http://schemas.openxmlformats.org/officeDocument/2006/relationships" id="260" r:id="R4174ce9a4dce4e49"/>
    <p:sldId xmlns:r="http://schemas.openxmlformats.org/officeDocument/2006/relationships" id="261" r:id="Rfcab7e7395af432f"/>
    <p:sldId xmlns:r="http://schemas.openxmlformats.org/officeDocument/2006/relationships" id="262" r:id="R0a261382d4eb4201"/>
    <p:sldId xmlns:r="http://schemas.openxmlformats.org/officeDocument/2006/relationships" id="263" r:id="R59e6445acc064d4e"/>
    <p:sldId xmlns:r="http://schemas.openxmlformats.org/officeDocument/2006/relationships" id="264" r:id="R1247689dcfda47ac"/>
    <p:sldId xmlns:r="http://schemas.openxmlformats.org/officeDocument/2006/relationships" id="265" r:id="Red7b08bada254c69"/>
    <p:sldId xmlns:r="http://schemas.openxmlformats.org/officeDocument/2006/relationships" id="266" r:id="R6eb1c23803854686"/>
    <p:sldId xmlns:r="http://schemas.openxmlformats.org/officeDocument/2006/relationships" id="267" r:id="R872164126f8048ec"/>
    <p:sldId xmlns:r="http://schemas.openxmlformats.org/officeDocument/2006/relationships" id="268" r:id="R9b50e12a18c540fe"/>
    <p:sldId xmlns:r="http://schemas.openxmlformats.org/officeDocument/2006/relationships" id="269" r:id="R427af650a77b4bdb"/>
    <p:sldId xmlns:r="http://schemas.openxmlformats.org/officeDocument/2006/relationships" id="270" r:id="Ra020bfe910d04841"/>
    <p:sldId xmlns:r="http://schemas.openxmlformats.org/officeDocument/2006/relationships" id="271" r:id="R14b2ba058d4644d8"/>
    <p:sldId xmlns:r="http://schemas.openxmlformats.org/officeDocument/2006/relationships" id="272" r:id="Ra24126ecf24e42d0"/>
    <p:sldId xmlns:r="http://schemas.openxmlformats.org/officeDocument/2006/relationships" id="273" r:id="R543b6eea6a9e4da0"/>
    <p:sldId xmlns:r="http://schemas.openxmlformats.org/officeDocument/2006/relationships" id="274" r:id="R5a374b2fa3574194"/>
    <p:sldId xmlns:r="http://schemas.openxmlformats.org/officeDocument/2006/relationships" id="275" r:id="R64ff8093a3eb4e8c"/>
    <p:sldId xmlns:r="http://schemas.openxmlformats.org/officeDocument/2006/relationships" id="276" r:id="Re33e01e1ad594895"/>
    <p:sldId xmlns:r="http://schemas.openxmlformats.org/officeDocument/2006/relationships" id="277" r:id="Rd52f0f74122d4b6f"/>
    <p:sldId xmlns:r="http://schemas.openxmlformats.org/officeDocument/2006/relationships" id="278" r:id="R9ce02755f3d64179"/>
    <p:sldId xmlns:r="http://schemas.openxmlformats.org/officeDocument/2006/relationships" id="279" r:id="R63926bcf6ef647bb"/>
    <p:sldId xmlns:r="http://schemas.openxmlformats.org/officeDocument/2006/relationships" id="280" r:id="Red0b3e91eb2b4f09"/>
    <p:sldId xmlns:r="http://schemas.openxmlformats.org/officeDocument/2006/relationships" id="281" r:id="R973a23a4f9964964"/>
    <p:sldId xmlns:r="http://schemas.openxmlformats.org/officeDocument/2006/relationships" id="282" r:id="R2fb28538c1a04fcd"/>
    <p:sldId xmlns:r="http://schemas.openxmlformats.org/officeDocument/2006/relationships" id="283" r:id="R3ce8ae6bfbe94858"/>
    <p:sldId xmlns:r="http://schemas.openxmlformats.org/officeDocument/2006/relationships" id="284" r:id="Rcc6e150e0c474df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83311d288146da" /><Relationship Type="http://schemas.openxmlformats.org/officeDocument/2006/relationships/theme" Target="/ppt/theme/theme1.xml" Id="R785b58750f6042b6" /><Relationship Type="http://schemas.openxmlformats.org/officeDocument/2006/relationships/notesMaster" Target="/ppt/notesMasters/notesMaster1.xml" Id="R4e74ca38779349d1" /><Relationship Type="http://schemas.openxmlformats.org/officeDocument/2006/relationships/presProps" Target="/ppt/presProps.xml" Id="R705d305365784bed" /><Relationship Type="http://schemas.openxmlformats.org/officeDocument/2006/relationships/viewProps" Target="/ppt/viewProps.xml" Id="Rf43028241da043b2" /><Relationship Type="http://schemas.openxmlformats.org/officeDocument/2006/relationships/tableStyles" Target="/ppt/tableStyles.xml" Id="Rf17b00c036294c12" /><Relationship Type="http://schemas.openxmlformats.org/officeDocument/2006/relationships/slide" Target="/ppt/slides/slide1.xml" Id="Rbbf45f87d47d43ad" /><Relationship Type="http://schemas.openxmlformats.org/officeDocument/2006/relationships/slide" Target="/ppt/slides/slide2.xml" Id="R9709703341b646d8" /><Relationship Type="http://schemas.openxmlformats.org/officeDocument/2006/relationships/slide" Target="/ppt/slides/slide3.xml" Id="R08af6df34aeb443c" /><Relationship Type="http://schemas.openxmlformats.org/officeDocument/2006/relationships/slide" Target="/ppt/slides/slide4.xml" Id="R66d7908de8ae428c" /><Relationship Type="http://schemas.openxmlformats.org/officeDocument/2006/relationships/slide" Target="/ppt/slides/slide5.xml" Id="R4174ce9a4dce4e49" /><Relationship Type="http://schemas.openxmlformats.org/officeDocument/2006/relationships/slide" Target="/ppt/slides/slide6.xml" Id="Rfcab7e7395af432f" /><Relationship Type="http://schemas.openxmlformats.org/officeDocument/2006/relationships/slide" Target="/ppt/slides/slide7.xml" Id="R0a261382d4eb4201" /><Relationship Type="http://schemas.openxmlformats.org/officeDocument/2006/relationships/slide" Target="/ppt/slides/slide8.xml" Id="R59e6445acc064d4e" /><Relationship Type="http://schemas.openxmlformats.org/officeDocument/2006/relationships/slide" Target="/ppt/slides/slide9.xml" Id="R1247689dcfda47ac" /><Relationship Type="http://schemas.openxmlformats.org/officeDocument/2006/relationships/slide" Target="/ppt/slides/slide10.xml" Id="Red7b08bada254c69" /><Relationship Type="http://schemas.openxmlformats.org/officeDocument/2006/relationships/slide" Target="/ppt/slides/slide11.xml" Id="R6eb1c23803854686" /><Relationship Type="http://schemas.openxmlformats.org/officeDocument/2006/relationships/slide" Target="/ppt/slides/slide12.xml" Id="R872164126f8048ec" /><Relationship Type="http://schemas.openxmlformats.org/officeDocument/2006/relationships/slide" Target="/ppt/slides/slide13.xml" Id="R9b50e12a18c540fe" /><Relationship Type="http://schemas.openxmlformats.org/officeDocument/2006/relationships/slide" Target="/ppt/slides/slide14.xml" Id="R427af650a77b4bdb" /><Relationship Type="http://schemas.openxmlformats.org/officeDocument/2006/relationships/slide" Target="/ppt/slides/slide15.xml" Id="Ra020bfe910d04841" /><Relationship Type="http://schemas.openxmlformats.org/officeDocument/2006/relationships/slide" Target="/ppt/slides/slide16.xml" Id="R14b2ba058d4644d8" /><Relationship Type="http://schemas.openxmlformats.org/officeDocument/2006/relationships/slide" Target="/ppt/slides/slide17.xml" Id="Ra24126ecf24e42d0" /><Relationship Type="http://schemas.openxmlformats.org/officeDocument/2006/relationships/slide" Target="/ppt/slides/slide18.xml" Id="R543b6eea6a9e4da0" /><Relationship Type="http://schemas.openxmlformats.org/officeDocument/2006/relationships/slide" Target="/ppt/slides/slide19.xml" Id="R5a374b2fa3574194" /><Relationship Type="http://schemas.openxmlformats.org/officeDocument/2006/relationships/slide" Target="/ppt/slides/slide20.xml" Id="R64ff8093a3eb4e8c" /><Relationship Type="http://schemas.openxmlformats.org/officeDocument/2006/relationships/slide" Target="/ppt/slides/slide21.xml" Id="Re33e01e1ad594895" /><Relationship Type="http://schemas.openxmlformats.org/officeDocument/2006/relationships/slide" Target="/ppt/slides/slide22.xml" Id="Rd52f0f74122d4b6f" /><Relationship Type="http://schemas.openxmlformats.org/officeDocument/2006/relationships/slide" Target="/ppt/slides/slide23.xml" Id="R9ce02755f3d64179" /><Relationship Type="http://schemas.openxmlformats.org/officeDocument/2006/relationships/slide" Target="/ppt/slides/slide24.xml" Id="R63926bcf6ef647bb" /><Relationship Type="http://schemas.openxmlformats.org/officeDocument/2006/relationships/slide" Target="/ppt/slides/slide25.xml" Id="Red0b3e91eb2b4f09" /><Relationship Type="http://schemas.openxmlformats.org/officeDocument/2006/relationships/slide" Target="/ppt/slides/slide26.xml" Id="R973a23a4f9964964" /><Relationship Type="http://schemas.openxmlformats.org/officeDocument/2006/relationships/slide" Target="/ppt/slides/slide27.xml" Id="R2fb28538c1a04fcd" /><Relationship Type="http://schemas.openxmlformats.org/officeDocument/2006/relationships/slide" Target="/ppt/slides/slide28.xml" Id="R3ce8ae6bfbe94858" /><Relationship Type="http://schemas.openxmlformats.org/officeDocument/2006/relationships/slide" Target="/ppt/slides/slide29.xml" Id="Rcc6e150e0c474d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5ea246fdeae4b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3df851a9164e65" /><Relationship Type="http://schemas.openxmlformats.org/officeDocument/2006/relationships/notesMaster" Target="/ppt/notesMasters/notesMaster1.xml" Id="Rffab279231594e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5916614b184a93" /><Relationship Type="http://schemas.openxmlformats.org/officeDocument/2006/relationships/notesMaster" Target="/ppt/notesMasters/notesMaster1.xml" Id="R9d4e5167b5ca40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2afd14072a4636" /><Relationship Type="http://schemas.openxmlformats.org/officeDocument/2006/relationships/notesMaster" Target="/ppt/notesMasters/notesMaster1.xml" Id="R5af4bec928594a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05b2cb9a944848" /><Relationship Type="http://schemas.openxmlformats.org/officeDocument/2006/relationships/notesMaster" Target="/ppt/notesMasters/notesMaster1.xml" Id="R32d02a4de3cb48e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2d02d651e64447" /><Relationship Type="http://schemas.openxmlformats.org/officeDocument/2006/relationships/notesMaster" Target="/ppt/notesMasters/notesMaster1.xml" Id="R159ff6fab1d349b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a099e2dbb1c4835" /><Relationship Type="http://schemas.openxmlformats.org/officeDocument/2006/relationships/notesMaster" Target="/ppt/notesMasters/notesMaster1.xml" Id="R033e78a86575446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fdcc5193a3548d3" /><Relationship Type="http://schemas.openxmlformats.org/officeDocument/2006/relationships/notesMaster" Target="/ppt/notesMasters/notesMaster1.xml" Id="R59b923ab3abc4f9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50c1b81655544ec" /><Relationship Type="http://schemas.openxmlformats.org/officeDocument/2006/relationships/notesMaster" Target="/ppt/notesMasters/notesMaster1.xml" Id="Ra1e8119ec53b40a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9d0ffa6e7804e11" /><Relationship Type="http://schemas.openxmlformats.org/officeDocument/2006/relationships/notesMaster" Target="/ppt/notesMasters/notesMaster1.xml" Id="Rcd1baa6bb3664e5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7103970454844e2" /><Relationship Type="http://schemas.openxmlformats.org/officeDocument/2006/relationships/notesMaster" Target="/ppt/notesMasters/notesMaster1.xml" Id="Rdc931cbffb8746d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47b0c6366b04838" /><Relationship Type="http://schemas.openxmlformats.org/officeDocument/2006/relationships/notesMaster" Target="/ppt/notesMasters/notesMaster1.xml" Id="Rf151b11b5df2469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fd9bb9bc9af4da3" /><Relationship Type="http://schemas.openxmlformats.org/officeDocument/2006/relationships/notesMaster" Target="/ppt/notesMasters/notesMaster1.xml" Id="R0a3816d5c2644e7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927832acdb94604" /><Relationship Type="http://schemas.openxmlformats.org/officeDocument/2006/relationships/notesMaster" Target="/ppt/notesMasters/notesMaster1.xml" Id="R58449612b55f48a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4f164e77cef4dcd" /><Relationship Type="http://schemas.openxmlformats.org/officeDocument/2006/relationships/notesMaster" Target="/ppt/notesMasters/notesMaster1.xml" Id="Rbdf1b7e4732345a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c28b1cba2604aa0" /><Relationship Type="http://schemas.openxmlformats.org/officeDocument/2006/relationships/notesMaster" Target="/ppt/notesMasters/notesMaster1.xml" Id="R445e0ef39f43481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361ec11514b41f9" /><Relationship Type="http://schemas.openxmlformats.org/officeDocument/2006/relationships/notesMaster" Target="/ppt/notesMasters/notesMaster1.xml" Id="R8f946619dae348f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9d4a8d971fb463d" /><Relationship Type="http://schemas.openxmlformats.org/officeDocument/2006/relationships/notesMaster" Target="/ppt/notesMasters/notesMaster1.xml" Id="Ra7886d020b40462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6f8f9d2572e4445" /><Relationship Type="http://schemas.openxmlformats.org/officeDocument/2006/relationships/notesMaster" Target="/ppt/notesMasters/notesMaster1.xml" Id="Rc28594358c254d9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b8a7a1fba144ba7" /><Relationship Type="http://schemas.openxmlformats.org/officeDocument/2006/relationships/notesMaster" Target="/ppt/notesMasters/notesMaster1.xml" Id="R78edf82df73344a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7c6c3d8b1f84428" /><Relationship Type="http://schemas.openxmlformats.org/officeDocument/2006/relationships/notesMaster" Target="/ppt/notesMasters/notesMaster1.xml" Id="R6f420695979d407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87dfe094e5e4aee" /><Relationship Type="http://schemas.openxmlformats.org/officeDocument/2006/relationships/notesMaster" Target="/ppt/notesMasters/notesMaster1.xml" Id="R0a8f04db358a4a9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a37e1c0ac9643c7" /><Relationship Type="http://schemas.openxmlformats.org/officeDocument/2006/relationships/notesMaster" Target="/ppt/notesMasters/notesMaster1.xml" Id="Re4d710b32c4c4c0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43d81a134474547" /><Relationship Type="http://schemas.openxmlformats.org/officeDocument/2006/relationships/notesMaster" Target="/ppt/notesMasters/notesMaster1.xml" Id="R4623d8f3a9594ac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3a74866743241de" /><Relationship Type="http://schemas.openxmlformats.org/officeDocument/2006/relationships/notesMaster" Target="/ppt/notesMasters/notesMaster1.xml" Id="Rdc29af3d7ae744d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a12725cf5e0456b" /><Relationship Type="http://schemas.openxmlformats.org/officeDocument/2006/relationships/notesMaster" Target="/ppt/notesMasters/notesMaster1.xml" Id="R72a07a27d006490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98f1f4752444482" /><Relationship Type="http://schemas.openxmlformats.org/officeDocument/2006/relationships/notesMaster" Target="/ppt/notesMasters/notesMaster1.xml" Id="R476e030c029746f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5c80c2be4f4455f" /><Relationship Type="http://schemas.openxmlformats.org/officeDocument/2006/relationships/notesMaster" Target="/ppt/notesMasters/notesMaster1.xml" Id="R37cb2323f21e4ea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f8231706d134774" /><Relationship Type="http://schemas.openxmlformats.org/officeDocument/2006/relationships/notesMaster" Target="/ppt/notesMasters/notesMaster1.xml" Id="R57125d802fb14f5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52e5a24b700455d" /><Relationship Type="http://schemas.openxmlformats.org/officeDocument/2006/relationships/notesMaster" Target="/ppt/notesMasters/notesMaster1.xml" Id="Rb8140b662ae84e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cae3c16d25489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32e8604f6b49d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5dc305d6114c4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10dc53c9b44a4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72067fb1a6408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871fbf3d69440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dd463fac0d4a2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07005af8b5417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e248b3b880448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7957f904774aa4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ea036fac394258" /></Relationships>
</file>

<file path=ppt/slideLayouts/slideLayout2.xml><?xml version="1.0" encoding="utf-8"?>
<p:sldLayout xmlns:p="http://schemas.openxmlformats.org/presentationml/2006/main" type="objTx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5B2BC33-62B7-407F-BB27-413D667AC08F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4B827BC-7C6A-4043-B1A7-28E8FC9A2843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7346A8B-D538-4AB2-A384-1527A91E394D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CBA7FB73-C062-451E-9246-F10B852B0857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EF22D85A-3C1C-42B3-B57C-AECC00DF7D0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C6EF025-1420-47D9-A2EF-C714CDF6F8D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64ABCAF-B23B-48AF-A590-09B50630C95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33F3589-5ED0-4252-A61F-A42B7EB08B9C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58580F6-CF76-4CDB-949C-421A0A0A9B8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E7D9FD6-41AB-46F7-845E-587C8291750B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43CC5C6-8054-442E-B401-E628BECCAB1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60CB3C3-183B-47F0-BF48-7EE0761D4C7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450EEC10-5BC4-4C56-91CA-2C74E21BAB3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C53AD91B-799A-45CB-AE8E-A95079D2A98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B61619D-36E2-402F-BF54-B7E675F6BC65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6C45D95-CA64-463F-8303-EB8732457481}"/>
              </a:ext>
            </a:extLst>
          </p:cNvPr>
          <p:cNvSpPr/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601A51D-ED68-4245-9D1B-5B49EEF485C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60EFF1B-AADF-41B4-82F6-2BC7E328FA19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C9ABA4E-35B0-4F1A-AC9A-617D3AE219C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6B8501E-2E54-4E7E-BE00-C4B477193BA2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8506479E-85AD-44E2-821A-04EA70F3BFFB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4016E07-F6B0-41C9-ADC8-042DD928A4C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AAFF367-92DB-4449-BE0F-C83564E3768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F063D46-A9F1-482F-AB1C-52928A74BB20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BBC8C71-601B-4676-ACBC-945022B14D37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7275C810-747D-4D44-B27C-A70759C982B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951EDBE-FB0B-48A3-A929-1A5603C05212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1B1686A6-27E6-498B-9556-9A3E9F0DB72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6BDE453F-A641-46FE-86D8-48B4AC6695D3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23539DA3-0AD5-4872-BDE1-917A16310827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3AC4E60-1128-4DFA-86EB-E1FBF4ED639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5475826-7E35-4AD7-8C4E-778301FC91C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AD1073B-A181-4782-8FA8-69E82BF4523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D06C58D-B60B-46B1-940F-658824C89CE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A3A50D0-0CE3-4225-8575-B5965B67010D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6C69E8E-4163-4A0C-BFBA-E057B91C5115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2ABEA7B-3BFC-4C04-A0EF-516873D06636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B56D2CCC-5921-4AD5-BADC-D3E512DC1B6C}"/>
              </a:ext>
            </a:extLst>
          </p:cNvPr>
          <p:cNvSpPr/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74165C6-6E3C-40F9-8A07-B568BEC2384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D9700A9-9E74-4A74-8450-49C4F5394B6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65EF7B12-BFBD-4E65-995D-B7DD8699B259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9E2B8F5-632F-4FE7-BAAF-9E9B0872A65A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816D912-67DB-48F5-905A-AED250DAF696}"/>
              </a:ext>
            </a:extLst>
          </p:cNvPr>
          <p:cNvSpPr/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EF29C8E-6B15-4DDF-908A-77222494907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A04EAC4-6DFC-4E24-8CD3-15AA6E8B94E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7D9960A-5224-431D-8D0F-C8A872A3629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1B1D06A-5393-4764-8130-11F10C99C893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D23CC81-5C72-4866-A072-4E114BFB9D90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1322F73-935A-4AB5-9D45-EB2724565552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ABB10A3-54B1-4F19-83B7-AFEB9142D6D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B79EA4F-A556-4BCE-B0D0-94D524BB9CF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2554723-71B4-48E8-A7B2-4834C541A6BE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1EF5C1E-A3D7-46BC-84A6-9D043E8DEAB2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F184AF9-034D-4210-AD29-949027A2A115}"/>
              </a:ext>
            </a:extLst>
          </p:cNvPr>
          <p:cNvSpPr/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B72CC5E-5177-48E4-9CCF-4C5B485B5129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6E3B853-7CF5-4592-90DA-56FB384FA4B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DE515C5-3FFA-4F25-91DE-92DAC061790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F094B46-3548-4643-BBB1-BC856B748D0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3bf2cd6749546de" /><Relationship Type="http://schemas.openxmlformats.org/officeDocument/2006/relationships/slideLayout" Target="/ppt/slideLayouts/slideLayout2.xml" Id="Rb479f8aa1f5f45c2" /><Relationship Type="http://schemas.openxmlformats.org/officeDocument/2006/relationships/slideLayout" Target="/ppt/slideLayouts/slideLayout3.xml" Id="R63a4d4103e434ea4" /><Relationship Type="http://schemas.openxmlformats.org/officeDocument/2006/relationships/slideLayout" Target="/ppt/slideLayouts/slideLayout4.xml" Id="R220c143d53804416" /><Relationship Type="http://schemas.openxmlformats.org/officeDocument/2006/relationships/slideLayout" Target="/ppt/slideLayouts/slideLayout5.xml" Id="Rd849a449a1a0487f" /><Relationship Type="http://schemas.openxmlformats.org/officeDocument/2006/relationships/slideLayout" Target="/ppt/slideLayouts/slideLayout6.xml" Id="R131e7c2a5ab943ce" /><Relationship Type="http://schemas.openxmlformats.org/officeDocument/2006/relationships/slideLayout" Target="/ppt/slideLayouts/slideLayout7.xml" Id="Ra570588bba8648b1" /><Relationship Type="http://schemas.openxmlformats.org/officeDocument/2006/relationships/slideLayout" Target="/ppt/slideLayouts/slideLayout8.xml" Id="Ra522054d40a046e3" /><Relationship Type="http://schemas.openxmlformats.org/officeDocument/2006/relationships/slideLayout" Target="/ppt/slideLayouts/slideLayout9.xml" Id="Re966d336d3bc4047" /><Relationship Type="http://schemas.openxmlformats.org/officeDocument/2006/relationships/slideLayout" Target="/ppt/slideLayouts/slideLayout10.xml" Id="Ref7f2c5117754a29" /><Relationship Type="http://schemas.openxmlformats.org/officeDocument/2006/relationships/slideLayout" Target="/ppt/slideLayouts/slideLayout11.xml" Id="R09189d40db8b4fa3" /><Relationship Type="http://schemas.openxmlformats.org/officeDocument/2006/relationships/slideLayout" Target="/ppt/slideLayouts/slideLayout12.xml" Id="Raade7f7882124d4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260851FD-6DAA-4D95-90B2-CCAE93D636B8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57B427D-99CE-4777-B4D6-73A400A6961F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BF18D23-AB65-4357-B080-2ED76CBE928E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16DD303-9416-48A3-ADC5-653A2A106938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7903E8B-4945-4223-9743-CDC9652C24C3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79f8aa1f5f45c2"/>
    <p:sldLayoutId xmlns:r="http://schemas.openxmlformats.org/officeDocument/2006/relationships" id="2147483650" r:id="R63a4d4103e434ea4"/>
    <p:sldLayoutId xmlns:r="http://schemas.openxmlformats.org/officeDocument/2006/relationships" id="2147483651" r:id="R220c143d53804416"/>
    <p:sldLayoutId xmlns:r="http://schemas.openxmlformats.org/officeDocument/2006/relationships" id="2147483652" r:id="Rd849a449a1a0487f"/>
    <p:sldLayoutId xmlns:r="http://schemas.openxmlformats.org/officeDocument/2006/relationships" id="2147483653" r:id="R131e7c2a5ab943ce"/>
    <p:sldLayoutId xmlns:r="http://schemas.openxmlformats.org/officeDocument/2006/relationships" id="2147483654" r:id="Ra570588bba8648b1"/>
    <p:sldLayoutId xmlns:r="http://schemas.openxmlformats.org/officeDocument/2006/relationships" id="2147483655" r:id="Ra522054d40a046e3"/>
    <p:sldLayoutId xmlns:r="http://schemas.openxmlformats.org/officeDocument/2006/relationships" id="2147483656" r:id="Re966d336d3bc4047"/>
    <p:sldLayoutId xmlns:r="http://schemas.openxmlformats.org/officeDocument/2006/relationships" id="2147483657" r:id="Ref7f2c5117754a29"/>
    <p:sldLayoutId xmlns:r="http://schemas.openxmlformats.org/officeDocument/2006/relationships" id="2147483658" r:id="R09189d40db8b4fa3"/>
    <p:sldLayoutId xmlns:r="http://schemas.openxmlformats.org/officeDocument/2006/relationships" id="2147483659" r:id="Raade7f7882124d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df372066a4c47c2" /><Relationship Type="http://schemas.openxmlformats.org/officeDocument/2006/relationships/image" Target="/ppt/media/image.png" Id="R67ac419c375840e4" /><Relationship Type="http://schemas.openxmlformats.org/officeDocument/2006/relationships/image" Target="/ppt/media/image2.png" Id="Ra680129265724b11" /><Relationship Type="http://schemas.openxmlformats.org/officeDocument/2006/relationships/notesSlide" Target="/ppt/notesSlides/notesSlide1.xml" Id="Re56a318859bd44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c2a40b8e464059" /><Relationship Type="http://schemas.openxmlformats.org/officeDocument/2006/relationships/image" Target="/ppt/media/image2.png" Id="Re37359ecbe234734" /><Relationship Type="http://schemas.openxmlformats.org/officeDocument/2006/relationships/notesSlide" Target="/ppt/notesSlides/notesSlide2.xml" Id="R65a2ea9ad93945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85f220c1c494b67" /><Relationship Type="http://schemas.openxmlformats.org/officeDocument/2006/relationships/image" Target="/ppt/media/image2.png" Id="R583ffe1237b24d28" /><Relationship Type="http://schemas.openxmlformats.org/officeDocument/2006/relationships/notesSlide" Target="/ppt/notesSlides/notesSlide3.xml" Id="Rbf60f178477a4f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531f31415444d27" /><Relationship Type="http://schemas.openxmlformats.org/officeDocument/2006/relationships/image" Target="/ppt/media/image3.png" Id="Re5c5b1c2d37c4623" /><Relationship Type="http://schemas.openxmlformats.org/officeDocument/2006/relationships/notesSlide" Target="/ppt/notesSlides/notesSlide4.xml" Id="Rca65b6de09864a5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a84499c262b4164" /><Relationship Type="http://schemas.openxmlformats.org/officeDocument/2006/relationships/image" Target="/ppt/media/image3.png" Id="R590d9d5883014c1b" /><Relationship Type="http://schemas.openxmlformats.org/officeDocument/2006/relationships/notesSlide" Target="/ppt/notesSlides/notesSlide5.xml" Id="Rda04ce3b02924f8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9261a596def40d7" /><Relationship Type="http://schemas.openxmlformats.org/officeDocument/2006/relationships/image" Target="/ppt/media/image2.png" Id="R3c7d8ab764ef4e91" /><Relationship Type="http://schemas.openxmlformats.org/officeDocument/2006/relationships/notesSlide" Target="/ppt/notesSlides/notesSlide6.xml" Id="R594f60f2499344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de4d70ba301419e" /><Relationship Type="http://schemas.openxmlformats.org/officeDocument/2006/relationships/image" Target="/ppt/media/image3.png" Id="R8f617af9e4ae457d" /><Relationship Type="http://schemas.openxmlformats.org/officeDocument/2006/relationships/notesSlide" Target="/ppt/notesSlides/notesSlide7.xml" Id="Rb332785eb98149d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42fe0a3a7f74898" /><Relationship Type="http://schemas.openxmlformats.org/officeDocument/2006/relationships/image" Target="/ppt/media/image3.png" Id="Rb5a339e5c17f4f43" /><Relationship Type="http://schemas.openxmlformats.org/officeDocument/2006/relationships/notesSlide" Target="/ppt/notesSlides/notesSlide8.xml" Id="R45c9af6d08ee488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9a9072fc42140fc" /><Relationship Type="http://schemas.openxmlformats.org/officeDocument/2006/relationships/image" Target="/ppt/media/image3.png" Id="Rd8f1d28f991a42c4" /><Relationship Type="http://schemas.openxmlformats.org/officeDocument/2006/relationships/notesSlide" Target="/ppt/notesSlides/notesSlide9.xml" Id="Rca37b9803111460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d0240080fde4182" /><Relationship Type="http://schemas.openxmlformats.org/officeDocument/2006/relationships/image" Target="/ppt/media/image2.png" Id="R13a46330e5e841a7" /><Relationship Type="http://schemas.openxmlformats.org/officeDocument/2006/relationships/notesSlide" Target="/ppt/notesSlides/notesSlide10.xml" Id="R19a1bd2f92a84f0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9cf5575bcf34762" /><Relationship Type="http://schemas.openxmlformats.org/officeDocument/2006/relationships/image" Target="/ppt/media/image3.png" Id="R8500f257e3f1433d" /><Relationship Type="http://schemas.openxmlformats.org/officeDocument/2006/relationships/notesSlide" Target="/ppt/notesSlides/notesSlide11.xml" Id="Rd650a7e775e5472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6756f86f4984a0b" /><Relationship Type="http://schemas.openxmlformats.org/officeDocument/2006/relationships/image" Target="/ppt/media/image3.png" Id="Rfbc39afdafcc4b31" /><Relationship Type="http://schemas.openxmlformats.org/officeDocument/2006/relationships/notesSlide" Target="/ppt/notesSlides/notesSlide12.xml" Id="R4c00184fe3c9475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54d66d032a747e2" /><Relationship Type="http://schemas.openxmlformats.org/officeDocument/2006/relationships/image" Target="/ppt/media/image3.png" Id="R4eabd0523ff84d5d" /><Relationship Type="http://schemas.openxmlformats.org/officeDocument/2006/relationships/notesSlide" Target="/ppt/notesSlides/notesSlide13.xml" Id="R206aaafcdb394b7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41311f20daa47be" /><Relationship Type="http://schemas.openxmlformats.org/officeDocument/2006/relationships/image" Target="/ppt/media/image3.png" Id="R65589264dfb943fa" /><Relationship Type="http://schemas.openxmlformats.org/officeDocument/2006/relationships/notesSlide" Target="/ppt/notesSlides/notesSlide14.xml" Id="Re4a86f33b27345d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ae17c60de5842a2" /><Relationship Type="http://schemas.openxmlformats.org/officeDocument/2006/relationships/image" Target="/ppt/media/image3.png" Id="Rcc8662385dd043d7" /><Relationship Type="http://schemas.openxmlformats.org/officeDocument/2006/relationships/notesSlide" Target="/ppt/notesSlides/notesSlide15.xml" Id="Re89a0460b39a4bd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550cebd1d1e46c7" /><Relationship Type="http://schemas.openxmlformats.org/officeDocument/2006/relationships/image" Target="/ppt/media/image3.png" Id="R3ee67a4fed70401e" /><Relationship Type="http://schemas.openxmlformats.org/officeDocument/2006/relationships/notesSlide" Target="/ppt/notesSlides/notesSlide16.xml" Id="R017ae6df7af4439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8c61a03acf94148" /><Relationship Type="http://schemas.openxmlformats.org/officeDocument/2006/relationships/image" Target="/ppt/media/image3.png" Id="Redc05cf86de94083" /><Relationship Type="http://schemas.openxmlformats.org/officeDocument/2006/relationships/notesSlide" Target="/ppt/notesSlides/notesSlide17.xml" Id="Rc74935a9bae44c8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0c3afc78d734b32" /><Relationship Type="http://schemas.openxmlformats.org/officeDocument/2006/relationships/image" Target="/ppt/media/image3.png" Id="R7027698466564ff2" /><Relationship Type="http://schemas.openxmlformats.org/officeDocument/2006/relationships/notesSlide" Target="/ppt/notesSlides/notesSlide18.xml" Id="Re8a7ea86d02146a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96ab5b11f894c59" /><Relationship Type="http://schemas.openxmlformats.org/officeDocument/2006/relationships/image" Target="/ppt/media/image3.png" Id="Rb0209faed9a74d34" /><Relationship Type="http://schemas.openxmlformats.org/officeDocument/2006/relationships/notesSlide" Target="/ppt/notesSlides/notesSlide19.xml" Id="R9d9bb1a8454b478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48bf96458134d92" /><Relationship Type="http://schemas.openxmlformats.org/officeDocument/2006/relationships/image" Target="/ppt/media/image3.png" Id="Rd88e16ce15ba4c3d" /><Relationship Type="http://schemas.openxmlformats.org/officeDocument/2006/relationships/notesSlide" Target="/ppt/notesSlides/notesSlide20.xml" Id="Re5e6ffdbab4a4d6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2471268fdff4290" /><Relationship Type="http://schemas.openxmlformats.org/officeDocument/2006/relationships/image" Target="/ppt/media/image3.png" Id="R1fb6345bbce0441b" /><Relationship Type="http://schemas.openxmlformats.org/officeDocument/2006/relationships/notesSlide" Target="/ppt/notesSlides/notesSlide21.xml" Id="Re57ae19c65d64a6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76c05f713a1493b" /><Relationship Type="http://schemas.openxmlformats.org/officeDocument/2006/relationships/image" Target="/ppt/media/image3.png" Id="R1d25412c4ab542c3" /><Relationship Type="http://schemas.openxmlformats.org/officeDocument/2006/relationships/notesSlide" Target="/ppt/notesSlides/notesSlide22.xml" Id="Rb5dc5a0842fc4bb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3c074d8a5a04de0" /><Relationship Type="http://schemas.openxmlformats.org/officeDocument/2006/relationships/image" Target="/ppt/media/image3.png" Id="Re691d73cd8df4cd8" /><Relationship Type="http://schemas.openxmlformats.org/officeDocument/2006/relationships/notesSlide" Target="/ppt/notesSlides/notesSlide23.xml" Id="R994fc9b8da6b415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b53249afe914024" /><Relationship Type="http://schemas.openxmlformats.org/officeDocument/2006/relationships/image" Target="/ppt/media/image3.png" Id="Re4c518bc06a944b9" /><Relationship Type="http://schemas.openxmlformats.org/officeDocument/2006/relationships/notesSlide" Target="/ppt/notesSlides/notesSlide24.xml" Id="R08523eb9a210475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4fd4f4c993b4542" /><Relationship Type="http://schemas.openxmlformats.org/officeDocument/2006/relationships/image" Target="/ppt/media/image2.png" Id="R559d92ca695e470d" /><Relationship Type="http://schemas.openxmlformats.org/officeDocument/2006/relationships/notesSlide" Target="/ppt/notesSlides/notesSlide25.xml" Id="R394d4c72c3364e2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793df37b584451a" /><Relationship Type="http://schemas.openxmlformats.org/officeDocument/2006/relationships/image" Target="/ppt/media/image3.png" Id="Ra42ed6d893dc48bc" /><Relationship Type="http://schemas.openxmlformats.org/officeDocument/2006/relationships/notesSlide" Target="/ppt/notesSlides/notesSlide26.xml" Id="Ra1fe53e2699f4fe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60c83c378684d6d" /><Relationship Type="http://schemas.openxmlformats.org/officeDocument/2006/relationships/image" Target="/ppt/media/image3.png" Id="Rf7c6f795e7f74416" /><Relationship Type="http://schemas.openxmlformats.org/officeDocument/2006/relationships/notesSlide" Target="/ppt/notesSlides/notesSlide27.xml" Id="R6f3112e15cff4f4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9a0ead569ae4ccb" /><Relationship Type="http://schemas.openxmlformats.org/officeDocument/2006/relationships/image" Target="/ppt/media/image3.png" Id="Rbd98a269296d4d54" /><Relationship Type="http://schemas.openxmlformats.org/officeDocument/2006/relationships/notesSlide" Target="/ppt/notesSlides/notesSlide28.xml" Id="R41c1db57fb96438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cbe74d2b8dd467d" /><Relationship Type="http://schemas.openxmlformats.org/officeDocument/2006/relationships/image" Target="/ppt/media/image2.png" Id="R8cd33210fde5477e" /><Relationship Type="http://schemas.openxmlformats.org/officeDocument/2006/relationships/notesSlide" Target="/ppt/notesSlides/notesSlide29.xml" Id="R73536271092c482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ac419c375840e4"/>
          <a:srcRect xmlns:a="http://schemas.openxmlformats.org/drawingml/2006/main" l="49938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" y="-2407"/>
            <a:ext cx="6103614" cy="6860407"/>
          </a:xfrm>
          <a:prstGeom xmlns:a="http://schemas.openxmlformats.org/drawingml/2006/main" prst="rect">
            <a:avLst/>
          </a:prstGeom>
        </p:spPr>
      </p:pic>
      <p:sp>
        <p:nvSpPr>
          <p:cNvPr id="31" name="直角三角形 30">
            <a:extLst xmlns:a="http://schemas.openxmlformats.org/drawingml/2006/main">
              <a:ext uri="{FF2B5EF4-FFF2-40B4-BE49-F238E27FC236}">
                <a16:creationId xmlns:a16="http://schemas.microsoft.com/office/drawing/2014/main" id="{FBDC6FBC-5B15-4B27-993E-4AF8EAC8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39426"/>
            <a:ext cx="2129742" cy="3418574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6D9FE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直角三角形 29">
            <a:extLst xmlns:a="http://schemas.openxmlformats.org/drawingml/2006/main">
              <a:ext uri="{FF2B5EF4-FFF2-40B4-BE49-F238E27FC236}">
                <a16:creationId xmlns:a16="http://schemas.microsoft.com/office/drawing/2014/main" id="{20110538-D038-431A-B0C4-CECA9F1B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00668"/>
            <a:ext cx="1842392" cy="295733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直角三角形 34">
            <a:extLst xmlns:a="http://schemas.openxmlformats.org/drawingml/2006/main">
              <a:ext uri="{FF2B5EF4-FFF2-40B4-BE49-F238E27FC236}">
                <a16:creationId xmlns:a16="http://schemas.microsoft.com/office/drawing/2014/main" id="{277EC6E2-AA3C-42BF-B054-90ABA1A8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9783" y="-69784"/>
            <a:ext cx="1384433" cy="1524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任意多边形: 形状 42">
            <a:extLst xmlns:a="http://schemas.openxmlformats.org/drawingml/2006/main">
              <a:ext uri="{FF2B5EF4-FFF2-40B4-BE49-F238E27FC236}">
                <a16:creationId xmlns:a16="http://schemas.microsoft.com/office/drawing/2014/main" id="{23212421-3CB9-4A6F-B6C5-B3393AE2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927971" y="-8678"/>
            <a:ext cx="1012807" cy="2939977"/>
          </a:xfrm>
          <a:custGeom xmlns:a="http://schemas.openxmlformats.org/drawingml/2006/main">
            <a:rect l="l" t="t" r="r" b="b"/>
            <a:pathLst>
              <a:path w="1012807" h="2939977">
                <a:moveTo>
                  <a:pt x="1012807" y="0"/>
                </a:moveTo>
                <a:lnTo>
                  <a:pt x="930817" y="0"/>
                </a:lnTo>
                <a:lnTo>
                  <a:pt x="0" y="2939977"/>
                </a:lnTo>
                <a:lnTo>
                  <a:pt x="81990" y="2939977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直角三角形 7">
            <a:extLst xmlns:a="http://schemas.openxmlformats.org/drawingml/2006/main">
              <a:ext uri="{FF2B5EF4-FFF2-40B4-BE49-F238E27FC236}">
                <a16:creationId xmlns:a16="http://schemas.microsoft.com/office/drawing/2014/main" id="{D8BFF7DE-2B79-4692-BE2E-B1CBA969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062258" y="-2407"/>
            <a:ext cx="2129742" cy="3418574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6D9FE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直角三角形 8">
            <a:extLst xmlns:a="http://schemas.openxmlformats.org/drawingml/2006/main">
              <a:ext uri="{FF2B5EF4-FFF2-40B4-BE49-F238E27FC236}">
                <a16:creationId xmlns:a16="http://schemas.microsoft.com/office/drawing/2014/main" id="{B9D108E0-DBE7-42E5-9538-1E6F1343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349608" y="-8678"/>
            <a:ext cx="1842392" cy="295733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D6EEEC42-9EA5-455A-A84E-6278B55A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663" y="2107887"/>
            <a:ext cx="7966365" cy="13234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40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基于大模型的测试场景生成</a:t>
            </a:r>
          </a:p>
          <a:p xmlns:a="http://schemas.openxmlformats.org/drawingml/2006/main">
            <a:pPr algn="r">
              <a:buNone/>
            </a:pPr>
            <a:r>
              <a:rPr sz="40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与自主 Web 测试智能体</a:t>
            </a:r>
          </a:p>
        </p:txBody>
      </p:sp>
      <p:sp>
        <p:nvSpPr>
          <p:cNvPr id="6" name="直接连接符 5">
            <a:extLst xmlns:a="http://schemas.openxmlformats.org/drawingml/2006/main">
              <a:ext uri="{FF2B5EF4-FFF2-40B4-BE49-F238E27FC236}">
                <a16:creationId xmlns:a16="http://schemas.microsoft.com/office/drawing/2014/main" id="{F36C15F6-4A95-4F0F-A80F-A850FB65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983" y="3538910"/>
            <a:ext cx="6042821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7499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17DBEDCC-1672-4670-8F72-9D9E1586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9596" y="3624437"/>
            <a:ext cx="4967368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LLM-driven Test Scenario Generation &amp; Autonomous Web Testing Agent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67BF95EB-F667-4E5B-A28F-E2ED4906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587" y="4567221"/>
            <a:ext cx="1454244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AF1E8716-F2BA-4FBE-B4A1-ADD1598C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444" y="5234176"/>
            <a:ext cx="2191584" cy="4671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E7F860F4-B985-41EB-952D-80AA4436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587" y="5283080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汇报人：第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E8BC879B-757F-4BAD-BFCA-40E899F4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073" y="6147784"/>
            <a:ext cx="151836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2026年5月26日</a:t>
            </a:r>
          </a:p>
        </p:txBody>
      </p:sp>
      <p:pic>
        <p:nvPicPr>
          <p:cNvPr id="53" name="图片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80129265724b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95036" y="153223"/>
            <a:ext cx="2554357" cy="538993"/>
          </a:xfrm>
          <a:prstGeom xmlns:a="http://schemas.openxmlformats.org/drawingml/2006/main" prst="rect">
            <a:avLst/>
          </a:prstGeom>
        </p:spPr>
      </p:pic>
      <p:sp>
        <p:nvSpPr>
          <p:cNvPr id="20" name="任意多边形: 形状 19">
            <a:extLst xmlns:a="http://schemas.openxmlformats.org/drawingml/2006/main">
              <a:ext uri="{FF2B5EF4-FFF2-40B4-BE49-F238E27FC236}">
                <a16:creationId xmlns:a16="http://schemas.microsoft.com/office/drawing/2014/main" id="{51BCB211-765B-4881-ABBA-67F77D32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319846" y="4401599"/>
            <a:ext cx="1112045" cy="2456401"/>
          </a:xfrm>
          <a:custGeom xmlns:a="http://schemas.openxmlformats.org/drawingml/2006/main">
            <a:rect l="l" t="t" r="r" b="b"/>
            <a:pathLst>
              <a:path w="1751" h="3868">
                <a:moveTo>
                  <a:pt x="1222" y="0"/>
                </a:moveTo>
                <a:lnTo>
                  <a:pt x="1751" y="0"/>
                </a:lnTo>
                <a:lnTo>
                  <a:pt x="527" y="3868"/>
                </a:lnTo>
                <a:lnTo>
                  <a:pt x="0" y="3868"/>
                </a:lnTo>
                <a:lnTo>
                  <a:pt x="1222" y="10"/>
                </a:lnTo>
                <a:lnTo>
                  <a:pt x="1219" y="10"/>
                </a:lnTo>
                <a:lnTo>
                  <a:pt x="1222" y="0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07985768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流程图: 可选过程 25">
            <a:extLst xmlns:a="http://schemas.openxmlformats.org/drawingml/2006/main">
              <a:ext uri="{FF2B5EF4-FFF2-40B4-BE49-F238E27FC236}">
                <a16:creationId xmlns:a16="http://schemas.microsoft.com/office/drawing/2014/main" id="{E6FCCC0D-E720-45DE-904B-A797E02E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232204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椭圆 14">
            <a:extLst xmlns:a="http://schemas.openxmlformats.org/drawingml/2006/main">
              <a:ext uri="{FF2B5EF4-FFF2-40B4-BE49-F238E27FC236}">
                <a16:creationId xmlns:a16="http://schemas.microsoft.com/office/drawing/2014/main" id="{43035C86-4A89-4F83-B8CF-C0BF38AD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8650" y="1968500"/>
            <a:ext cx="3240000" cy="324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DEAA8B84-074A-4B66-AA69-4611251F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127375"/>
            <a:ext cx="1790065" cy="922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5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19F6F6DE-D3F1-42A9-AD32-449FC43C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1295704"/>
            <a:ext cx="2748915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研究背景及意义</a:t>
            </a:r>
          </a:p>
        </p:txBody>
      </p:sp>
      <p:sp>
        <p:nvSpPr>
          <p:cNvPr id="27" name="椭圆 26">
            <a:extLst xmlns:a="http://schemas.openxmlformats.org/drawingml/2006/main">
              <a:ext uri="{FF2B5EF4-FFF2-40B4-BE49-F238E27FC236}">
                <a16:creationId xmlns:a16="http://schemas.microsoft.com/office/drawing/2014/main" id="{F450EE56-BD1B-43EC-B44E-773F2AEB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129951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ABE0A2E6-89EE-4219-9AC1-1CF69F15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132554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29" name="流程图: 可选过程 28">
            <a:extLst xmlns:a="http://schemas.openxmlformats.org/drawingml/2006/main">
              <a:ext uri="{FF2B5EF4-FFF2-40B4-BE49-F238E27FC236}">
                <a16:creationId xmlns:a16="http://schemas.microsoft.com/office/drawing/2014/main" id="{45259BEA-6F2B-4D4D-9330-BBAF6BCB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187879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1A4E0E0A-36C9-40E9-B29A-996C8C2C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2251379"/>
            <a:ext cx="269494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研究目标与方案</a:t>
            </a:r>
          </a:p>
        </p:txBody>
      </p:sp>
      <p:sp>
        <p:nvSpPr>
          <p:cNvPr id="31" name="椭圆 30">
            <a:extLst xmlns:a="http://schemas.openxmlformats.org/drawingml/2006/main">
              <a:ext uri="{FF2B5EF4-FFF2-40B4-BE49-F238E27FC236}">
                <a16:creationId xmlns:a16="http://schemas.microsoft.com/office/drawing/2014/main" id="{A3003164-CE5B-40C6-8807-85A8E7B8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2255189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B21867E7-A5A1-40D8-80D6-E8B193E2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2281224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33" name="流程图: 可选过程 32">
            <a:extLst xmlns:a="http://schemas.openxmlformats.org/drawingml/2006/main">
              <a:ext uri="{FF2B5EF4-FFF2-40B4-BE49-F238E27FC236}">
                <a16:creationId xmlns:a16="http://schemas.microsoft.com/office/drawing/2014/main" id="{CB40E0FD-5F44-4828-99E9-C97F418B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141649"/>
            <a:ext cx="3805555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E1E9B471-47C2-43BD-A24D-016D1762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3205149"/>
            <a:ext cx="269494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研究框架介绍</a:t>
            </a:r>
          </a:p>
        </p:txBody>
      </p:sp>
      <p:sp>
        <p:nvSpPr>
          <p:cNvPr id="35" name="椭圆 34">
            <a:extLst xmlns:a="http://schemas.openxmlformats.org/drawingml/2006/main">
              <a:ext uri="{FF2B5EF4-FFF2-40B4-BE49-F238E27FC236}">
                <a16:creationId xmlns:a16="http://schemas.microsoft.com/office/drawing/2014/main" id="{B17F5E05-D170-44B6-BA4E-7A3862E0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3208959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4B07CFF6-85BC-461F-9B11-2FBFDAEF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3234994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37" name="流程图: 可选过程 36">
            <a:extLst xmlns:a="http://schemas.openxmlformats.org/drawingml/2006/main">
              <a:ext uri="{FF2B5EF4-FFF2-40B4-BE49-F238E27FC236}">
                <a16:creationId xmlns:a16="http://schemas.microsoft.com/office/drawing/2014/main" id="{081AC40C-2817-4E08-B5EF-F2B7F54A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092244"/>
            <a:ext cx="380619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5EBAD52D-FFE9-492C-BFA2-DDF59264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4155744"/>
            <a:ext cx="274828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研究进度安排</a:t>
            </a:r>
          </a:p>
        </p:txBody>
      </p:sp>
      <p:sp>
        <p:nvSpPr>
          <p:cNvPr id="39" name="椭圆 38">
            <a:extLst xmlns:a="http://schemas.openxmlformats.org/drawingml/2006/main">
              <a:ext uri="{FF2B5EF4-FFF2-40B4-BE49-F238E27FC236}">
                <a16:creationId xmlns:a16="http://schemas.microsoft.com/office/drawing/2014/main" id="{2F1E23AB-3E3F-4A6D-B85B-9BAE3719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415955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9042C2BE-59F2-4025-80AB-3D48CC25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418558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04</a:t>
            </a:r>
          </a:p>
        </p:txBody>
      </p:sp>
      <p:sp>
        <p:nvSpPr>
          <p:cNvPr id="41" name="流程图: 可选过程 40">
            <a:extLst xmlns:a="http://schemas.openxmlformats.org/drawingml/2006/main">
              <a:ext uri="{FF2B5EF4-FFF2-40B4-BE49-F238E27FC236}">
                <a16:creationId xmlns:a16="http://schemas.microsoft.com/office/drawing/2014/main" id="{CFCBD5CC-0295-49A8-BC85-56198CF5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048554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34785A9E-51FF-4CF5-91C8-2ACF997A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5112054"/>
            <a:ext cx="2125345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小组分工</a:t>
            </a:r>
          </a:p>
        </p:txBody>
      </p:sp>
      <p:sp>
        <p:nvSpPr>
          <p:cNvPr id="43" name="椭圆 42">
            <a:extLst xmlns:a="http://schemas.openxmlformats.org/drawingml/2006/main">
              <a:ext uri="{FF2B5EF4-FFF2-40B4-BE49-F238E27FC236}">
                <a16:creationId xmlns:a16="http://schemas.microsoft.com/office/drawing/2014/main" id="{38F727AF-092B-45EA-851D-0572CD8C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511586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6980DEC6-7196-49C2-9CF3-FE339FE4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514189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05</a:t>
            </a:r>
          </a:p>
        </p:txBody>
      </p:sp>
      <p:pic>
        <p:nvPicPr>
          <p:cNvPr id="48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7359ecbe2347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1832" y="351944"/>
            <a:ext cx="3267572" cy="6894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49959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2EEF5748-A1BE-45B4-843B-EA94B4B0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FB8BC298-0524-4D8D-8535-479387CE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D268123A-7C8F-48FC-8B19-AD3F5270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592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E343A0A1-3CC0-4083-AB0C-CA694AAD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2229" y="2782669"/>
            <a:ext cx="338772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B77E53CA-5C65-4106-A7AD-CAD40457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2505" y="3606757"/>
            <a:ext cx="258699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Background and Significance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D9385D7-63EB-4B96-A059-21268544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6690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3ffe1237b24d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2710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74A6671-D989-4460-8AC1-77728FF7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02C34EA-4DCD-4F53-9074-FD041DF5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38" y="0"/>
            <a:ext cx="2011817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355836C-A950-4A2B-A32B-6363CFE8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7C7E32B-A3CF-4666-86A5-5657E6AE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0BC898A-C73D-4520-9BBC-F05395EA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023CB556-E9C7-4976-9AE4-BDE2D4AC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3583B483-B7A7-4629-A9F7-9A868AA2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c5b1c2d37c46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48D3EC0F-DB7B-48DD-A354-7069A9D8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257E2E7D-C342-491F-B11E-F3D2A0D8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08C51AC-3886-4E1B-84C1-F3702CEE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C48649A8-C9B5-4E39-89C0-EA2B58A6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1CB34D15-A6F0-40AB-B46A-723E71B1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61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C999504-BE27-4AB4-8610-1F5A39B8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1432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1.1  研究背景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F70E048-6BEB-4AA8-9032-DA0789AD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6DDA083-DD90-492D-83D4-AC08656A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8C18184-3664-49FE-A9D5-5085D262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5CF8FD0-9B87-4A6E-B2BD-B7F7C3C9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真实 Web 流程复杂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B063A43-BD4A-4271-B7B6-10FD9E949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页面动态、权限状态、弹窗与异步加载交织，传统脚本维护成本高。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57696B2-487B-4803-9289-6BB86758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5A96ADF-AF02-4DB8-8E4D-B39CF04C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8B2AE23-8F0C-403D-9759-99F4DF58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LLM Agent 仍易失败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DC360E5-C208-433B-A215-3C5B293C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缺少待测系统领域知识时，容易输出与手册或 UI 不一致的操作。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D3F7E4B-A64E-4F98-81D7-38FDC150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86C7A30-AAB7-438A-BAB0-F079747F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4414C0F-0FB1-4168-B0C1-94CD74D6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完成后难以判定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6855CD8-BB5C-439B-97BD-55FB6F57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Agent 自报成功不等于功能正确，需要 Trace、截图和验证器复核。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4BE773D-BA97-4144-A6ED-9837590D7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1000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6FAFF"/>
          </a:solidFill>
          <a:ln xmlns:a="http://schemas.openxmlformats.org/drawingml/2006/main" w="12383">
            <a:solidFill>
              <a:srgbClr val="C9DAF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D3E3E16-460B-4F93-9C42-3F155224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481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核心问题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52792D3-4C35-4ABE-B343-BB458F13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43375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如何把 4ga Boards 手册中的功能描述，变成可执行、可验证、可追溯的 Web 测试任务？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061CA11-B135-4B3C-8B93-50FD27C8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19625"/>
            <a:ext cx="7334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SpecPilot 的回答：手册证据约束生成，零 locator 保持意图表达，browser-use 自主执行，验证器给出可复查结论。</a:t>
            </a:r>
          </a:p>
        </p:txBody>
      </p:sp>
    </p:spTree>
    <p:extLst>
      <p:ext uri="{BB962C8B-B14F-4D97-AF65-F5344CB8AC3E}">
        <p14:creationId xmlns:p14="http://schemas.microsoft.com/office/powerpoint/2010/main" val="99903338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74A6671-D989-4460-8AC1-77728FF7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02C34EA-4DCD-4F53-9074-FD041DF5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38" y="0"/>
            <a:ext cx="2011817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355836C-A950-4A2B-A32B-6363CFE8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7C7E32B-A3CF-4666-86A5-5657E6AE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0BC898A-C73D-4520-9BBC-F05395EA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023CB556-E9C7-4976-9AE4-BDE2D4AC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3583B483-B7A7-4629-A9F7-9A868AA2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0d9d5883014c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48D3EC0F-DB7B-48DD-A354-7069A9D8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257E2E7D-C342-491F-B11E-F3D2A0D8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08C51AC-3886-4E1B-84C1-F3702CEE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C48649A8-C9B5-4E39-89C0-EA2B58A6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1CB34D15-A6F0-40AB-B46A-723E71B1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61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C999504-BE27-4AB4-8610-1F5A39B8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1432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1.2  研究意义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F70E048-6BEB-4AA8-9032-DA0789AD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F707E5F-6338-4DB7-9A15-79EE9D9D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D761A80-0765-4D39-913C-AD7F759E4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E25D027-D963-4799-93E9-46B7A400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ED404B4-4BDA-4948-B5CF-8B7C0927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软件手册转为结构化测试知识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B03BB42-23D2-482B-8329-1C1BFE46D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030A2F1-5429-4AF0-B3D2-1A7FF4A7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CD349EE-058E-40B2-92C6-83D2C43F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B2DA93D-122D-4FDF-8600-8199EC30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5B4A04B-50F5-48CF-B394-2658B21F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自然语言步骤，不绑定 DOM locator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DDAED1F-17C3-4887-8E83-22F286FA7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A95BA4E-0D81-4EA9-ADB3-2C8244A3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E79A3CD-F801-48C6-BE30-5BA2026D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2862677-6959-403A-94B1-1BFACBA5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执行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F9E639C-352F-4D55-A134-63F7D71F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Web Agent 自主完成页面操作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5786E30-87B2-4AE4-9141-817A6852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B57F36A-4E8A-4962-A321-B3D255078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C69E09B-0DCA-44BB-91FC-10A998D0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C8F2C97-F267-4807-8B47-AABE90DD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7ECF041-A01C-455D-B9DA-F3473E638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确定性验证 + 视觉验证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8998F0F-4FEC-45F6-8842-627745CF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0E18110-484A-447B-851D-0C9AC12F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92A83B6-76F8-4C43-9127-9053B9D1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6160089-A51B-4DD0-ACF0-36656246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诊断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664C731-BBAE-49E7-9D3A-975EAC43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失败分类与报告归档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A16ADC3-CE76-4939-A8C9-BBB823AA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381500"/>
            <a:ext cx="9620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12383">
            <a:solidFill>
              <a:srgbClr val="F3D6A2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C33E05E-DE79-4E90-AE91-023D3E659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8A57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8A5700"/>
                </a:solidFill>
                <a:latin typeface="微软雅黑"/>
                <a:ea typeface="微软雅黑"/>
                <a:cs typeface="微软雅黑"/>
              </a:rPr>
              <a:t>形成“手册证据 → 测试场景 → 智能体执行 → 结果验证 → 失败分析”的闭环，而不是只让大模型写测试用例。</a:t>
            </a:r>
          </a:p>
        </p:txBody>
      </p:sp>
    </p:spTree>
    <p:extLst>
      <p:ext uri="{BB962C8B-B14F-4D97-AF65-F5344CB8AC3E}">
        <p14:creationId xmlns:p14="http://schemas.microsoft.com/office/powerpoint/2010/main" val="99903338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C53D25DD-8F22-4F68-9717-D555EFF2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ADC7355D-A963-4EF5-A54D-94BD284E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1CDF316-1371-4DD2-8047-DD78F3FF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ADFE3324-AB82-4283-A144-831DD98F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40" y="2816963"/>
            <a:ext cx="3416320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7A87E50E-1656-4AF9-900E-068E0B99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8376" y="3606757"/>
            <a:ext cx="337624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Objectives and Methodology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7A1EA1C-2086-40E7-BDCD-768E9DE1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7d8ab764ef4e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41624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DC4B7F6-BF62-4E53-B146-01F852D6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A051C895-FBF6-4A5A-BC63-BF84752C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89B0B3E7-7DD8-45DE-939C-F9A8FB31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F2445862-16EA-4A7B-819F-88AA98D2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B3F42468-B0D9-4785-A6E3-C45E4487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48820B60-34E7-4E08-AA74-87AE879A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9296B7C1-6589-4D9E-B954-249E6FCA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617af9e4ae45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50FE17C1-9624-4A9F-9B57-784B471C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CD71BD3E-851B-4639-9ACA-3D4E4AE9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D892374-7818-4381-B65B-28BA4F09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7C97C541-360D-4782-8469-E7B26CBD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C6D0E936-EFA9-40A4-BDDA-02749B0C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B89FB35-04FF-43FB-9AC5-472301A1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2.1  总体流程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847CDFFF-8A37-44E4-9E15-9D0F90F8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3DE8B78-95CA-4940-A94A-B22947693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7B7D19C-1B54-4BA7-8195-EBBADCF6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5824CAF-61FA-4CD3-9828-50E15B7F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0DBE610-9EA2-4E18-B408-AC4789F1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4ga 手册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F8A8ED6-8A3D-4B5D-AB0B-8A4EC910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英文 user/admin manual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5A0733F-090E-489C-849F-DDDA94A6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F62ECC6-AFE9-4E64-800E-3A69006E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3DC0C90-3449-43C8-A63B-CD5D27AC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5BC8B25-4F4A-445F-AEB9-0AABD2CE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179434C-92B0-4FBD-8ECB-7090D072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清洗切片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F7122D8-0A42-4153-B19D-7B4BCAFA5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Markdown + heading path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ED81C5A-F420-4203-A7E3-987CEC09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E59DCF8-D5B2-435B-B6A2-682E8B1A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26602BC-FC0D-4A86-B8CE-EEC3BF67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AD5F1A4-80CA-47D7-8399-DF879648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400E6F1-EE42-4D32-93A7-24A1F7F99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向量索引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5A9D8DB-ED6C-47F5-A23D-631BE693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ChromaDB evidence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51E796C-E934-4D28-B09A-FC187BB5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AA4F4E1-E725-41BB-8E39-5E5F1AF3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A3EA370-E24D-476E-9FE5-7441C3E8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4A219FA-2276-416C-8117-96885DF65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D74D324-FE36-4749-A8B5-83E0D5DC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场景生成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7A85F1F-9C51-483F-B181-1305803FA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Feature + Scenario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B9C7559-B08B-44C9-A3A7-F3A333AE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763C792-47BB-4BA6-ACFB-8591BAFD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73D6922-B61E-4452-913B-A9BC1CDC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CCC6D3F-D0BB-4E9C-9544-5A179E616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2D69716-D0D0-4786-BEE2-FBC7C520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自主执行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42A7135-5EDA-461E-BDA2-95508987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DBB15C9-3803-4628-A7F8-1FFDD5C2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427BDCE-835E-49F6-A818-7040D97B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F741C35-807F-4E76-B9DE-02A5BCDE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159FBF5-C8EC-470C-8589-100D54AD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26A4D53-A0CE-4C0A-825E-D6082439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验证报告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8D28BB7-0DEE-45E7-A9C4-A432F0E9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DOM/视觉/分类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C5B0E0E-F5EF-454E-844D-10018C62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E623360-29A9-4773-AFB0-E290D12E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8420DF1-4229-4FC5-ABE7-6CFB6565F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边界 1：零 locator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DA5DBBD-D7B8-464E-87A3-7F0B6849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场景只表达用户意图，不写 selector、xpath、DOM id 或 element index。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EF0661E-AB8A-405F-AF98-F11AB91F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6E7D008-E80B-4B1D-B2C7-DE020C2C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6703633-7D20-41D4-9881-F312B3D8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边界 2：browser-use 唯一执行器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C777A33-10E3-44F6-9B2A-E641466F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不使用 Playwright fallback，保持自然语言任务到 Agent 自主执行的路线。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579C58B-4F2C-4374-81A1-C878865C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A72B3A9-51FF-4047-BB32-9E59F3C9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3FC0153-3164-490E-92EB-6EA1C1F8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边界 3：本地可追溯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D8A7CAF-F03E-4130-BD86-86BE133C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Trace、截图、验证结果和报告统一归档到 data/runs/{run_id}/。</a:t>
            </a:r>
          </a:p>
        </p:txBody>
      </p:sp>
    </p:spTree>
    <p:extLst>
      <p:ext uri="{BB962C8B-B14F-4D97-AF65-F5344CB8AC3E}">
        <p14:creationId xmlns:p14="http://schemas.microsoft.com/office/powerpoint/2010/main" val="410192030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3F5AD5A7-F10F-48AD-9516-B0900162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2.2  研究目标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1515B250-3F65-47D0-A517-C1F5DB30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118" name="矩形 117">
            <a:extLst xmlns:a="http://schemas.openxmlformats.org/drawingml/2006/main">
              <a:ext uri="{FF2B5EF4-FFF2-40B4-BE49-F238E27FC236}">
                <a16:creationId xmlns:a16="http://schemas.microsoft.com/office/drawing/2014/main" id="{E10E5026-9769-4FDA-A3C2-689FB4FF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9" name="矩形 118">
            <a:extLst xmlns:a="http://schemas.openxmlformats.org/drawingml/2006/main">
              <a:ext uri="{FF2B5EF4-FFF2-40B4-BE49-F238E27FC236}">
                <a16:creationId xmlns:a16="http://schemas.microsoft.com/office/drawing/2014/main" id="{651D5F33-4A49-48C5-A33C-ABFDF222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0" name="文本框 119">
            <a:extLst xmlns:a="http://schemas.openxmlformats.org/drawingml/2006/main">
              <a:ext uri="{FF2B5EF4-FFF2-40B4-BE49-F238E27FC236}">
                <a16:creationId xmlns:a16="http://schemas.microsoft.com/office/drawing/2014/main" id="{CCE41962-D964-415D-8B26-F787AF6B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4" name="文本框 123">
            <a:extLst xmlns:a="http://schemas.openxmlformats.org/drawingml/2006/main">
              <a:ext uri="{FF2B5EF4-FFF2-40B4-BE49-F238E27FC236}">
                <a16:creationId xmlns:a16="http://schemas.microsoft.com/office/drawing/2014/main" id="{AF17376A-7459-49B5-8BB1-B818CD00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30" name="文本框 129">
            <a:extLst xmlns:a="http://schemas.openxmlformats.org/drawingml/2006/main">
              <a:ext uri="{FF2B5EF4-FFF2-40B4-BE49-F238E27FC236}">
                <a16:creationId xmlns:a16="http://schemas.microsoft.com/office/drawing/2014/main" id="{599D3835-85B7-47C1-A1A6-FA9C570D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31" name="文本框 130">
            <a:extLst xmlns:a="http://schemas.openxmlformats.org/drawingml/2006/main">
              <a:ext uri="{FF2B5EF4-FFF2-40B4-BE49-F238E27FC236}">
                <a16:creationId xmlns:a16="http://schemas.microsoft.com/office/drawing/2014/main" id="{FC780630-B8AC-4195-898D-6F897807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32" name="文本框 131">
            <a:extLst xmlns:a="http://schemas.openxmlformats.org/drawingml/2006/main">
              <a:ext uri="{FF2B5EF4-FFF2-40B4-BE49-F238E27FC236}">
                <a16:creationId xmlns:a16="http://schemas.microsoft.com/office/drawing/2014/main" id="{E921E35E-305E-4103-9911-93174566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133" name="图片 1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a339e5c17f4f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134" name="直接连接符 133">
            <a:extLst xmlns:a="http://schemas.openxmlformats.org/drawingml/2006/main">
              <a:ext uri="{FF2B5EF4-FFF2-40B4-BE49-F238E27FC236}">
                <a16:creationId xmlns:a16="http://schemas.microsoft.com/office/drawing/2014/main" id="{4AA1076A-267F-432B-BDC2-E686E3C7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5" name="直接连接符 134">
            <a:extLst xmlns:a="http://schemas.openxmlformats.org/drawingml/2006/main">
              <a:ext uri="{FF2B5EF4-FFF2-40B4-BE49-F238E27FC236}">
                <a16:creationId xmlns:a16="http://schemas.microsoft.com/office/drawing/2014/main" id="{D4DF99EB-20A1-447A-8A73-DDECF521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6" name="直接连接符 135">
            <a:extLst xmlns:a="http://schemas.openxmlformats.org/drawingml/2006/main">
              <a:ext uri="{FF2B5EF4-FFF2-40B4-BE49-F238E27FC236}">
                <a16:creationId xmlns:a16="http://schemas.microsoft.com/office/drawing/2014/main" id="{50870E47-F85E-4953-9B7F-757B3AF8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7" name="直接连接符 136">
            <a:extLst xmlns:a="http://schemas.openxmlformats.org/drawingml/2006/main">
              <a:ext uri="{FF2B5EF4-FFF2-40B4-BE49-F238E27FC236}">
                <a16:creationId xmlns:a16="http://schemas.microsoft.com/office/drawing/2014/main" id="{8089A8E7-8F7B-4127-B817-9C735EC3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8" name="等腰三角形 137">
            <a:extLst xmlns:a="http://schemas.openxmlformats.org/drawingml/2006/main">
              <a:ext uri="{FF2B5EF4-FFF2-40B4-BE49-F238E27FC236}">
                <a16:creationId xmlns:a16="http://schemas.microsoft.com/office/drawing/2014/main" id="{4A263288-6E46-4B9E-817D-3C7EB473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52A4A668-0ED3-4F82-95C2-FBECD22CB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D30A34A9-EB64-4168-941C-625DB7D7C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48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487B0C1D-51AD-4938-BB5E-04164AAB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已抽取功能点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8B3FBE68-BD78-49CB-99D5-8026ACE0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38C4A96D-35C6-4922-AE65-9D981DF6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62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38061A50-3E6B-4CC4-B3C5-5CE59084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已生成测试场景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C5C9F611-DE6A-45CB-AE78-818BA807D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E96DD9C6-AF1A-4625-917D-5CB8338BD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30AACBF8-3D6E-4B05-952D-CA15286D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本地运行记录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9B29141A-D27C-48EE-BEA0-ABA53A1E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62200"/>
            <a:ext cx="338137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3FAFF"/>
          </a:solidFill>
          <a:ln xmlns:a="http://schemas.openxmlformats.org/drawingml/2006/main" w="12383">
            <a:solidFill>
              <a:srgbClr val="BBD9F4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120C40F1-68D0-476B-8884-F86343B1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098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可运行本地闭环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3F54EAA5-74E3-45C0-8718-F1FB02EC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337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从手册到执行记录，已形成端到端系统形态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233C90A7-9134-44C0-BE6B-CF03329F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11D8B05C-D396-4C84-B033-E41B91CC5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528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FAB1775D-6F9A-48BF-88ED-58E2F910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052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自动抽取 4ga Boards 主要功能点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4F1F967A-0016-4DB6-831B-ABCA2CC6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76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BE4A2372-D4E8-4CCB-8CE5-B755987C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719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CEB2FA72-FDB7-44F1-80E3-0CC4174C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243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生成结构化、可执行、带证据的测试场景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9A370C80-6FBA-46A4-BF14-FF43E3C2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58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4AB476E5-792A-43F2-A632-964FE408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910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736BA5CD-50E2-4D1D-B9C5-4B65F73F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7434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实时展示 Agent 节点状态、动作、截图与事件流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C225D43D-2C7C-40D5-9B8F-961D4DBF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149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8DCA3B19-D0C7-4F46-9C51-CA82B3EA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01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1EF1E375-CDF4-4EEB-B975-9FD4721C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1625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对执行结果进行验证、失败分类和报告归档</a:t>
            </a:r>
          </a:p>
        </p:txBody>
      </p:sp>
    </p:spTree>
    <p:extLst>
      <p:ext uri="{BB962C8B-B14F-4D97-AF65-F5344CB8AC3E}">
        <p14:creationId xmlns:p14="http://schemas.microsoft.com/office/powerpoint/2010/main" val="104861567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C5DA7CA1-70B9-4E2A-ACCE-A2B0364C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2.3  总体架构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27FAC13A-C4B2-4A07-B247-B6FC609D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  <p:sp>
        <p:nvSpPr>
          <p:cNvPr id="100" name="矩形 99">
            <a:extLst xmlns:a="http://schemas.openxmlformats.org/drawingml/2006/main">
              <a:ext uri="{FF2B5EF4-FFF2-40B4-BE49-F238E27FC236}">
                <a16:creationId xmlns:a16="http://schemas.microsoft.com/office/drawing/2014/main" id="{F352DA87-3D00-4C14-AB17-254EA311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1" name="矩形 100">
            <a:extLst xmlns:a="http://schemas.openxmlformats.org/drawingml/2006/main">
              <a:ext uri="{FF2B5EF4-FFF2-40B4-BE49-F238E27FC236}">
                <a16:creationId xmlns:a16="http://schemas.microsoft.com/office/drawing/2014/main" id="{73B58A2F-2613-4675-91B4-F5E92759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2" name="文本框 101">
            <a:extLst xmlns:a="http://schemas.openxmlformats.org/drawingml/2006/main">
              <a:ext uri="{FF2B5EF4-FFF2-40B4-BE49-F238E27FC236}">
                <a16:creationId xmlns:a16="http://schemas.microsoft.com/office/drawing/2014/main" id="{E4E5C484-F627-4B59-AD16-6479AC5B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03" name="文本框 102">
            <a:extLst xmlns:a="http://schemas.openxmlformats.org/drawingml/2006/main">
              <a:ext uri="{FF2B5EF4-FFF2-40B4-BE49-F238E27FC236}">
                <a16:creationId xmlns:a16="http://schemas.microsoft.com/office/drawing/2014/main" id="{68569EF0-A4A4-4B56-B77A-6F56F2FA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04" name="文本框 103">
            <a:extLst xmlns:a="http://schemas.openxmlformats.org/drawingml/2006/main">
              <a:ext uri="{FF2B5EF4-FFF2-40B4-BE49-F238E27FC236}">
                <a16:creationId xmlns:a16="http://schemas.microsoft.com/office/drawing/2014/main" id="{27BB5293-4B48-4EB3-82A0-C3EEE4BA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05" name="文本框 104">
            <a:extLst xmlns:a="http://schemas.openxmlformats.org/drawingml/2006/main">
              <a:ext uri="{FF2B5EF4-FFF2-40B4-BE49-F238E27FC236}">
                <a16:creationId xmlns:a16="http://schemas.microsoft.com/office/drawing/2014/main" id="{8EC6E344-EBC5-475B-A47E-1A6F0836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06" name="文本框 105">
            <a:extLst xmlns:a="http://schemas.openxmlformats.org/drawingml/2006/main">
              <a:ext uri="{FF2B5EF4-FFF2-40B4-BE49-F238E27FC236}">
                <a16:creationId xmlns:a16="http://schemas.microsoft.com/office/drawing/2014/main" id="{98566DDC-D397-4A51-A9F8-B89FDBEC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107" name="图片 10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f1d28f991a42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108" name="直接连接符 107">
            <a:extLst xmlns:a="http://schemas.openxmlformats.org/drawingml/2006/main">
              <a:ext uri="{FF2B5EF4-FFF2-40B4-BE49-F238E27FC236}">
                <a16:creationId xmlns:a16="http://schemas.microsoft.com/office/drawing/2014/main" id="{86C1ED2F-F6CB-41FD-8287-03980FA3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9" name="直接连接符 108">
            <a:extLst xmlns:a="http://schemas.openxmlformats.org/drawingml/2006/main">
              <a:ext uri="{FF2B5EF4-FFF2-40B4-BE49-F238E27FC236}">
                <a16:creationId xmlns:a16="http://schemas.microsoft.com/office/drawing/2014/main" id="{B7050A9C-5873-4754-8D9D-B127A3FB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0" name="直接连接符 109">
            <a:extLst xmlns:a="http://schemas.openxmlformats.org/drawingml/2006/main">
              <a:ext uri="{FF2B5EF4-FFF2-40B4-BE49-F238E27FC236}">
                <a16:creationId xmlns:a16="http://schemas.microsoft.com/office/drawing/2014/main" id="{1DDF999B-915D-4CD2-999C-FAA9327E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1" name="直接连接符 110">
            <a:extLst xmlns:a="http://schemas.openxmlformats.org/drawingml/2006/main">
              <a:ext uri="{FF2B5EF4-FFF2-40B4-BE49-F238E27FC236}">
                <a16:creationId xmlns:a16="http://schemas.microsoft.com/office/drawing/2014/main" id="{4EE3BF20-BD17-4CC5-BA20-DD86AC12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2" name="等腰三角形 111">
            <a:extLst xmlns:a="http://schemas.openxmlformats.org/drawingml/2006/main">
              <a:ext uri="{FF2B5EF4-FFF2-40B4-BE49-F238E27FC236}">
                <a16:creationId xmlns:a16="http://schemas.microsoft.com/office/drawing/2014/main" id="{8B64758C-5507-40E3-90A1-72C6F587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6B86C66B-92ED-4F78-90C2-4F99797BD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933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8151F21-BA46-4B23-AC3B-ADBB83A3C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2574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Next.js 中文控制台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1F86124-D7A9-41AA-8B96-EB3EDA077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76475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Dashboard / Features / Scenarios / Live Run / Reports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53DFD763-2357-44EE-A2E8-B286003F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33675"/>
            <a:ext cx="8991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F1C8F031-06A7-4991-97C1-60535E29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8479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REST API + SSE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9DC5A8F6-4CE9-4956-8FA6-E0D82FC3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67025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运行创建、事件推送、报告导出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E70E6D3-C5D5-4614-8520-D7A9B412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324225"/>
            <a:ext cx="86487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51C99AB-99B5-43B4-A83D-495CC6F9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4385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FastAPI 后端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EA7B2C1-4BBC-4A42-B94E-3ECD905F8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5757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SQLModel / SQLite / ChromaDB / Artifact storage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B2E250F7-C75B-4C5B-ABF9-468A0EF7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914775"/>
            <a:ext cx="8305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DF9BD6F-6FA6-4C34-8217-E4AF5BBD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0290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LangGraph Workflow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2436D1DA-827F-473E-BFF8-8541B7BB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48125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ScenarioLoader → BrowserUseRun → Verifier → Reporter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B415A36F-A9B9-4BFC-B67D-3D78DDD7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505325"/>
            <a:ext cx="79629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04F94FBA-55A0-4846-863C-5D44E648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6196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77217D70-84C8-4A19-AA11-BDCD4BCBC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638675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DeepSeek / OpenAI-compatible / Browser Use hosted LLM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1600FB43-5C0C-472A-9495-3914429C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95875"/>
            <a:ext cx="7620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A55719E4-147D-4E8D-9831-6BE064A3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2101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验证与报告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27EE5B59-8FE2-46D8-9C57-FC949F3D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29225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Deterministic Verifier + GLM-4.6V + FailureClassifier</a:t>
            </a:r>
          </a:p>
        </p:txBody>
      </p:sp>
    </p:spTree>
    <p:extLst>
      <p:ext uri="{BB962C8B-B14F-4D97-AF65-F5344CB8AC3E}">
        <p14:creationId xmlns:p14="http://schemas.microsoft.com/office/powerpoint/2010/main" val="7184916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0A7C0DCB-7EEF-4038-B0F9-818B301C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DD40740B-FE96-4EF6-86AD-CF918FD9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07EA6693-60B7-4D50-B21C-80AEA1D9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326ABAB6-7A09-46C0-A59D-4BA7229D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3028" y="2753201"/>
            <a:ext cx="295465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B176D3F8-51CC-4A58-AF83-F49915A1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3024" y="3612894"/>
            <a:ext cx="3005951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Framework Introduction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28486A4-1558-4BFD-A981-FF400CBF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a46330e5e841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95604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  整体技术栈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00f257e3f143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5D6F38E-8F11-4F19-BB64-E67A8B45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45B1E9D-7BDF-48B0-B121-394738F6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14D5DE6-1205-49F3-8B2A-FB3D1D70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前端展示层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4B26B37-5A37-4A38-8007-95D544B6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9557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Next.js App Router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TypeScript / Tailwind CSS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Radix UI / Lucide Icons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React Flow / TanStack Query / Recharts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1CBBB22-8207-42E2-971A-4B43BCF5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40A38EB-4758-4A37-A1D5-86426DF9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3346083-5BDF-4E48-BF53-988E4E85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8125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后端服务层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086B00F-4945-436B-95BA-5E3CAA7C6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9557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FastAPI / SQLModel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SQLite / ChromaDB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sse-starlette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persistence + artifacts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8EC6AF0-3412-428D-A467-6468F568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192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D28BC57-9B96-4642-AA0E-1E8E4F6C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192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C120290-E35E-4F0C-ADDE-9B261BCB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智能体层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E9DE3D1-0E1B-4D29-A66B-24E1B24C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2912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LangGraph workflow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OpenAI-compatible adapter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langchain-deepseek adapter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AA00F3D-F1FC-4DA3-90BC-9AC1C909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7192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029A2BB-DE2D-46A8-9D13-E450289A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7192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9390BA7-9D66-4288-84C3-75714C82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1480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验证与存储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984ADD5-F7EB-4ACC-B0C9-B4749B458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2912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Deterministic Verifier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GLM-4.6V adapter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data/runs/{run_id}/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3.2  系统模块划分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c39afdafcc4b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DDA713E-F326-4197-9E1B-7F90D356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66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A64356F-53EC-498C-BEAB-72D90A57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622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DOC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D764777-A510-44F7-88D4-1B42A243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1907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9E6C7AE-EEB5-496C-B1BE-1D1C40EF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241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手册知识层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ACB10E8-6B89-4CF5-9674-68158BC9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43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爬取 / 清洗 / 切片 / 索引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914FCD1-2231-4901-9325-AAB40A88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860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37883EF-5FB1-4936-BB9D-4256C6B2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764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9494628-EB3F-4D78-BC0A-9B2057CFB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52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B72DF3D-FF47-40B5-A8C2-7E1AA546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480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SCN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156829E-4F2E-4D08-B9E2-1C8E1BD14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8765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6D3F98C-483E-47B6-A1C8-A77D2A94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0099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场景生成层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555E450-8BF1-4848-88CB-CD16AFC6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289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功能点抽取 / 零 locator 场景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0F323FF-46CD-4579-9F6A-FE9ED32A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718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8FDA76C-BE4E-4BB3-87F0-41945B2E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622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75469F1-D1E7-4139-8819-4A31CBAB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38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A49BE4B-B8E8-49B1-990F-A011EA46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338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AGT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C28AC58-F695-4C5B-AB64-6DB2D00D3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623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55EE620-9AF4-46F8-81D6-4B1ACDE0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957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智能体执行层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6F2096B-9691-4985-8829-1D6A1E19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147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任务构造 / browser-use 执行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457D1FD-C19C-4B8E-800E-2F057799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576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15D7262A-4935-4336-8AE8-DC18B700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480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F2479D1-211B-49E0-BFD5-B49DCFC7C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24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68A320C0-C7DB-4B0C-AC59-4049B281A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196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CHK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0BBDE55-521B-4E8A-8DF0-26C9341C3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481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2F1E758A-90EB-4407-B6D1-69049575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815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验证与诊断层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8958BB1D-021E-404A-ADE2-0A427EEE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005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确定性验证 / GLM 视觉 / 分类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2792FE46-EC01-4E4F-AC8D-34184F3F3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434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AAB7DC2F-465F-4711-8BF2-753921C3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338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DA1C4AE5-E66F-46C1-95FC-83BFEA98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10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653A1178-506E-4A27-B01D-14ACC3D3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05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UI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D61588E2-E3BC-4AEA-8EF3-CF8584782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9339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8E8087C4-F4F9-4FF5-95A5-F7BA0ABE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673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前端控制台层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5BB66A1B-A723-4ED5-94B3-2B055799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863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状态可视化 / 报告 / 运行历史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DE0B7D3B-0315-48B8-A048-92C3D639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0292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E552005B-4FC0-4CFB-A183-1B5B931B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0196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3.3  手册知识层与场景生成层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abd0523ff84d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4439059-DF34-495F-BEF3-085B55C8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8A6B451-4E04-4F8F-AECE-06663249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31878D7-ADB9-45D2-AFFA-099D49B3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2E906DC-9817-43FC-8570-6B1FF894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手册页面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C819477-7CA9-4097-A880-04A65A33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02C24F5-A9DB-4352-8820-9827B745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553C3A6-62B1-47BE-A861-25A6F788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6833B80-AC12-40A6-89C6-98F8501F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36025B9-D87A-4C59-977C-1751A165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D58885B-97AA-48E8-A4D5-DAE92457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爬取清洗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E9F08EB-D4CD-4A3C-B482-ED896350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D4492D0-939B-4F0D-8252-89B2A86E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A5CF81F-B26A-4570-A8FB-4C6C2F87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984FCF6-671C-4D43-B21F-7A212C22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8F8BA0E-D1D5-46E4-A4EE-C5F57A9D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89C6BA2-BF4B-4D7F-99C4-4E485F26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标题切片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8E9EE3E-56FA-4986-BE50-A7A31586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52E7418-8EC1-46B5-A763-EDBEFBA1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6A5D59B-1929-41B2-B74B-E4A3B110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76BE8EB-9620-461E-B5B7-6B593497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3C3F3346-962F-449B-9FF4-607495E1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B5CA14D-AA9E-47A4-A90B-B4344296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ChromaDB索引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D557CA8C-EE39-429E-854D-83AC4417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00FD594-9873-4AEE-BEAD-BCA704A2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319C2A01-B385-46B3-AB66-2153ECD9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67BEEC7C-526D-4425-8A4A-07C4C2EA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D6A15A5-6905-4884-B2EE-8049D65E6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F0D1BFEF-A884-459C-8643-CB4553A9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功能点抽取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61B30881-5675-494D-8EFD-FAF0C8CC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B07A495-7B6C-492E-9E53-47CEE994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CEDD9217-E907-432D-B3C5-34C8A033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CF980223-B6D9-4D55-983C-571B81D4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29655514-9F83-4712-BC4D-90CC64D9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D28321F0-9509-408F-8FDD-FEB2A89B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零locator场景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2829193D-97CD-4236-B579-8AAAE90D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487E422A-698F-4F35-8A88-15C358585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43D77D85-DCB2-47E9-8DF3-38B04C84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2A8E1785-0F83-4118-8BE8-733DAABF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92012877-16F9-485D-8688-B213AE43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CCACA6B0-D4AA-4A1F-A52C-BA2B0B50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校验入库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CCD00950-C54E-4AEA-8B23-8A68DEEB8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5651DC60-E9E2-4DF9-B93A-267B5046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10287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8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E0D2B896-7657-4A00-A776-EC16278D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29075"/>
            <a:ext cx="771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手册知识层：URL / title / heading path / manual section / content hash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7B9E2553-7724-416F-A965-6F4A736F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72000"/>
            <a:ext cx="10287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FFD"/>
          </a:solidFill>
          <a:ln xmlns:a="http://schemas.openxmlformats.org/drawingml/2006/main" w="12383">
            <a:solidFill>
              <a:srgbClr val="BFE8E4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93208390-20B3-4B15-B91F-E602A5A1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434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场景生成层：Feature → Scenario → evidence quotes → 零 locator 校验 → SQLite 持久化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3.4  后端 API 与数据存储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589264dfb943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2932DD2-F7FA-4C6A-8D2E-373FB6DE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B52C2FE-FF07-42C0-ABA5-B1EC19342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3B6C7CB-6248-4523-BF87-1B96EB82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前端请求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7DA7B19-522B-41E4-B197-31098065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90825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/api/features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/api/scenarios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27850C7-99E3-4BFC-BB67-3BFDB563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67000"/>
            <a:ext cx="11239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930219D-DC67-4494-83DC-A1082342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146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2E22810-7DCC-4171-9653-265964FC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A00C30D-E1A1-43A5-B5D6-D503C2DE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0F68E45-A6F1-4810-AF32-044D4F12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81375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手册生成任务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1A54068-6407-4D5F-B285-96D07D42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95700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/api/pipeline/manual-to-scenarios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F640B64-94C4-4CBC-A543-60E38CC2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71875"/>
            <a:ext cx="11239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3857760-AE9B-4713-A069-0ED19D9C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194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D9661FC-7627-4FA4-82D9-573CC0499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9F34E73-A223-4702-AA53-2843FB51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E971EB2-C05B-4B00-98BB-47E1524E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86250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运行请求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6D8D2AF-84CC-450D-8636-86BE6B73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00575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/api/runs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/events / artifacts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9571CA50-A064-493C-9400-B1263567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76750"/>
            <a:ext cx="11239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507FF69-DB17-4599-9EDD-B32ACA5D7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243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950855B9-288E-4ABE-B90F-F0B40D495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28875"/>
            <a:ext cx="2857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6FEFD"/>
          </a:solidFill>
          <a:ln xmlns:a="http://schemas.openxmlformats.org/drawingml/2006/main" w="12383">
            <a:solidFill>
              <a:srgbClr val="70D3CB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2B45914-765F-454A-A084-0BD01921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714625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FastAPI 后端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A2F461E-1006-4D34-BAB8-CB3D1C45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90875"/>
            <a:ext cx="1238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/api/features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/api/scenarios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/api/runs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/api/settings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/api/doctor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5CDFE0F-642C-473B-9C50-19291AD0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4312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B6CE7E2-6F3E-498D-95F9-80267F60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764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SQLite 元数据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200E5A52-5779-418B-B8E1-95EAA134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62200"/>
            <a:ext cx="695325" cy="3048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CC648E31-5433-4ABC-9F53-93996318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098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6A0AD902-897A-4ECE-A847-FC1B7F6D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81300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7178720-5CF5-424E-9B23-9AC466EF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146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ChromaDB 索引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172B10DC-2784-4B8F-9F02-466090608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3333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B6C0D73A-5B95-409A-AF0D-BF83AF6E5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479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F5436C1A-7EBF-44F4-8E01-6A2C3647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1947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7316AEB8-A16D-44DA-BE32-0EEEA3EE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5282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Artifacts 文件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AB505E6E-83D4-45D8-BA2E-24D332C4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9715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C916E67F-B1B0-42AC-BD9D-AF8010FE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39B687C9-AD02-40C2-92C0-344980A2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57650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02F58C91-91BC-4C8B-AB88-0FF41A7C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910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SSE 事件流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4BE87F5C-4E66-452B-9F52-40550761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16097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0322D53E-69A7-4D14-AF70-DC390F7D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243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DA99924B-A80C-4198-8EE7-A31B9C43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9582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0EC18719-5A0C-4012-B0FF-18E10001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291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报告导出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AB94349D-F2D1-4F4C-BCF4-7DEDEF26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22479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31DE5312-041A-4154-81F0-DB395C76F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62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3.5  前端控制台与可视化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8662385dd043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0BE2339-3172-4AC3-913F-85F9D9E7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6572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9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6086283-F074-444A-B9BD-41E4D4AA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6572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B2F63"/>
          </a:solidFill>
          <a:ln xmlns:a="http://schemas.openxmlformats.org/drawingml/2006/main" w="12383">
            <a:solidFill>
              <a:srgbClr val="0B2F63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97A3004-807D-4D63-BF51-F7A38CF2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57425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SpecPilot 中文控制台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8996502-D681-466F-A5FE-48FBA400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1F2AE1C-F605-4B84-BC2C-9687F8E8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工作台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5950873-35BA-444C-A3F8-7743FEC0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4A714BD-4C35-4C24-9E57-8EAE64CBA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功能点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3E9DF71-CBD9-4A58-9643-715F38B1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BCA91C8-86F6-476F-B3F6-97EB843F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测试场景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3DDB3FB-3664-431F-94CF-F5F573A3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3E875AA-1742-46FD-8318-3AAC6A02C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执行过程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5296E2B-89E5-455D-B4D6-D216A21C7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E4C5497-F087-44F2-B188-B40477FA3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执行记录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DF8A45C-44E8-4C23-9D80-357590446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813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12602CC-A0DE-44DA-8B08-04E3E214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242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48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DFC0BBE-852B-4F13-B6E9-31AF4FE3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5718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功能点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EEA8A60D-5EEC-4950-9214-2D21DC27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813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C7359CA-2F11-43C8-8DB3-326F2C76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5242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62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11108A1-769C-4A56-A943-2F3B4E8B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5718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36A5355-7631-408A-88A8-3F1ABA8E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3813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8FB9A23-6A24-4199-BB85-9FADE490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5242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1258949-2CA9-4828-A31D-C614F6DA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718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运行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DB3E34A-BB42-4678-979B-BCA9D671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429125"/>
            <a:ext cx="2667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BB7D0CB-0724-4B7B-AC5A-E14D611A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910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SSE 实时事件流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80C14C4B-B2CB-4F4C-A8AC-36363B04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429125"/>
            <a:ext cx="261937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198E146-B28C-4448-8F86-FDACD3B6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5910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报告与运行历史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215F0CB-D91C-4FAB-8D40-C67AF8C1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42AEBA94-A677-4902-BA89-0C9BBF42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16DFFB6C-DE07-47F2-847A-60E8875C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24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控制台职责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FA5368C8-9FFE-4DA5-9ABF-D53FD96D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38450"/>
            <a:ext cx="28194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用中文界面串起功能点、场景、运行、报告四类工作流；通过实时事件流让智能体执行过程可观察、可解释、可复盘。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3.6  智能体层总体设计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e67a4fed7040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9197C88-2D02-4CF5-9884-3DFF37956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0"/>
            <a:ext cx="106680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AAD3F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E49A3BF-B939-426E-91B2-E747ACE89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714625"/>
            <a:ext cx="4000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233067E-C8C3-4B17-A543-571BB4292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3370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browser-use 内部 Agent loop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0A5C77D-3ABC-4933-924E-EF7511C2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337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B3AB9A1-0158-436D-9A32-C579A2B7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86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2A1A749-01B4-45D0-8A1E-1EC3EB76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81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9DA8616-E394-4283-B489-6ABED442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4861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观察页面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0C9A6F7-CC0D-47FF-841D-000E1314E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7623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DOM + screenshot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3916D1F-EC29-44DB-8700-2566F72D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3337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2BBE3EF-E9E8-47CF-B6DA-A0BB3158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486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D011D25-4DFE-4F6C-ACDA-D67ADCC2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581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B6F56D6-A6F5-47DC-8D22-FB6F4C16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4861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规划动作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5C0D325-5A78-480A-A2F7-42E86A93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7623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click/input/drag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ADDB516-B165-4F19-B29F-B11B64A8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814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1BDA0BD-116B-4544-BA40-37D48E3B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33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2751E37-8D5B-42A5-8281-22EF39B57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291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5E1B428-C849-40C7-B234-77D29214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1338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执行动作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3E1AB8C-3F18-41F9-A340-1881BE28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100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本地浏览器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45BA2742-4502-48F5-8D5C-D925E924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9814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2973C6C-7BA9-4C9B-A21D-5C1982F6B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133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746D3C7-D5F8-453C-B5B2-B384BDE0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2291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E8CEBD4-0BE4-4003-96AE-59D0F3A6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1338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返回轨迹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0BAB665-1B91-46C0-9E3D-CE46FBC5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4100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history + errors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5BD0ABB-9F28-4700-9133-8D85141C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19375"/>
            <a:ext cx="4762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465BF8CB-84DA-4E2F-BB2B-C34FE805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7655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LangGraph 外部工作流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96BA33F-44FB-46FB-9853-66566172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3375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3D591E0D-0C53-4BD8-A479-767C4D43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5757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ScenarioLoader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E1F92535-4A20-469E-B05A-58182238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3375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8FA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1311DCF5-5CFC-4A8D-9482-0B2829C91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5757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BrowserUseRun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AA31A482-84C4-4885-9ABA-8ED898059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3375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707218C8-0D86-4AB6-AF76-BA36583FC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5757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TraceCollector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46352470-7552-40A6-94C1-1D59CA0F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243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B0AAF872-7FEE-490A-89F6-96CD26E5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4812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Verifier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23093D59-D606-420F-A5FD-76BBEE66C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243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54707C6B-6309-46B4-878B-43A26EE3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4812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1EEC1007-A667-41D0-9E57-51B7CE22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243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F0423C5A-3CA7-40AA-9823-391A53F62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4812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Reporter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4C03CF19-1A62-4C28-8104-E62082F6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14875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2F6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0B2F63"/>
                </a:solidFill>
                <a:latin typeface="微软雅黑"/>
                <a:ea typeface="微软雅黑"/>
                <a:cs typeface="微软雅黑"/>
              </a:rPr>
              <a:t>职责边界：browser-use 负责单场景内部执行 loop；LangGraph 负责执行前后编排、记录、验证、分类和报告。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3.7  LangGraph 的作用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c05cf86de940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B9CAB5F-F920-4DC1-AB07-E18B1E4C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D6C4DF9-0A2D-492A-99CB-E7B7CE8A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ScenarioLoader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6F6DA75-7DBA-4BD4-9BA3-E45641F2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4F430C8-696F-4E0C-B2B0-B02C1632C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6F8FF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5D72B55-9675-4388-ACC3-67302CB80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BrowserUseRun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66DCC1F-EB92-47D9-BEF7-A7C799D2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94D7010-CC80-48C0-AD6F-0C9859CC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2E93272-89A1-40CB-993E-6944A4E4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TraceCollector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4E94096-88CF-4316-A87A-C93D0706A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17E92EE-2CC6-4779-AF48-A154DB6B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8634622-57DB-475A-82ED-64888260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DeterministicVerifier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F5D2417-4BC5-4651-AAC3-D128F932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1A2A4C8-6D80-4F5E-BED5-2D98D165C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269DD6E-3F6C-42F1-AE64-42113D4E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VisionVerifier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1D3EFE6-6D0D-43B1-82D1-B148B304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F9A1797-46F5-4475-A79D-B555ABB6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521779FF-F38F-4A5F-AE1B-9C448B24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07B610A-656C-4939-B1EA-E64C4AF7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7E0A7A5F-DF4E-4A6F-9CE1-4B119114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2CB0A610-8D9B-4CFA-A695-ACF4E29D8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RepairPlanner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081109C7-885F-4050-852E-A68F97619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879928D-A3A9-4106-BFD8-C3797D0F7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69C56393-32FF-4AAC-85C2-3AACF0A4D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Reporter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980800C-32C3-4821-86A2-94314AC0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D9238C2C-D4F9-4EF8-822E-5285CB96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9203ED0-899C-4492-A2B9-85301BAC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固定运行阶段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013393D7-C52E-44AB-B5C1-61318A17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把一次 Agent 测试运行拆成可观测节点。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0EA4A5F-CE00-4B07-A27C-11025548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4F001A84-2CE8-42AB-A484-B5D220DF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515CE986-A132-48ED-A3C5-743AE882A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支撑实时可视化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7CCC22B-1A90-4565-9049-853EB9DB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React Flow 根据 TraceEvent 展示节点流转。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8AF1B76E-BCFC-4638-B864-3D05C93C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4435A56C-FFAD-4A83-9366-422F1F20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DA47AD6D-2EB8-4664-BC6B-A8AF3559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便于后续扩展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52EF6CD1-E850-40E2-AB1A-90046C99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可插入二次验证、修补策略或人工审核节点。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16929D88-0593-43F8-8C73-FD8E84196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EE0391A5-3D61-4741-91D1-CF9A7A74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A32DF5DC-F11C-471A-915A-CBD434D9A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不替代 browser-use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14C5BC1E-3842-43D4-99D2-40936DC0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不重新规划每一次 click，避免职责重叠。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3.8  从测试场景到 Agent 任务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27698466564f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0F42DE4-8073-4DF4-BD23-0584804F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381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142F0AD-8167-4613-A02D-F036B1AB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8E17905-8C15-403D-95BB-9584EEE6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19375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TestScenario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9D4ED8E-9667-4E4C-93FB-A91F5E51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33700"/>
            <a:ext cx="20574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title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preconditions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test_data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steps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expectations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BFCD3FA-988F-4B5B-97F6-ACE3345F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861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99E68CC-0BDE-4973-95A3-327D8704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76500"/>
            <a:ext cx="2762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351D674-6194-4071-8A39-6071C9E4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765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31238FB-50A3-4416-8A9D-E82D873D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619375"/>
            <a:ext cx="2438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TaskBuilder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23698EB-4F21-472D-810A-AE93A2C07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933700"/>
            <a:ext cx="24384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字段筛选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敏感信息过滤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内容转换与规范化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补充执行规则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BB19F25-50E9-468D-A25D-F4EFA8E07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861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0B5DCF8-51F7-47A4-9FD6-FFF83C924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76500"/>
            <a:ext cx="2762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6DF8F32-1777-4106-8404-19D8384E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765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BBFE0D9-3B54-4BA2-BC73-E00B9950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619375"/>
            <a:ext cx="2438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browser-use 任务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7F76D02-0193-4F24-A76B-05DBC663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933700"/>
            <a:ext cx="24384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场景标题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前置条件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非敏感测试数据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操作步骤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执行规则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5476424-E850-4C21-A1D9-032D7D04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10125"/>
            <a:ext cx="3429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2F0"/>
          </a:solidFill>
          <a:ln xmlns:a="http://schemas.openxmlformats.org/drawingml/2006/main" w="12383">
            <a:solidFill>
              <a:srgbClr val="F4B0A8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348198F-2AA3-406F-BF55-B48DD9CC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972050"/>
            <a:ext cx="30003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rPr>
              <a:t>password / token / api_key 不进入任务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2A09307-EA10-4E94-BD80-15D5FF04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10125"/>
            <a:ext cx="3619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0FFF7"/>
          </a:solidFill>
          <a:ln xmlns:a="http://schemas.openxmlformats.org/drawingml/2006/main" w="12383">
            <a:solidFill>
              <a:srgbClr val="B9EBC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185E820-8B29-456E-8DFC-7BBF2B2F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972050"/>
            <a:ext cx="3238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expectations 只交给后置验证器，避免 Agent 迎合答案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3.9  为什么选择 browser-use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209faed9a74d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4D69177-3339-4E2D-8390-C305C3E8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4476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A532DDA-6A26-4123-95FA-11C79DB5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B2F63"/>
          </a:solidFill>
          <a:ln xmlns:a="http://schemas.openxmlformats.org/drawingml/2006/main" w="12383">
            <a:solidFill>
              <a:srgbClr val="0B2F63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3C73DDA-A75F-459E-9128-B3880756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52675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Playwright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12AE221-E580-4422-B548-DC436FDF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051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脚本驱动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4B1E6CD-C098-4BCF-9B12-04474A0E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670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依赖 locator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105B9DD-FE5C-4476-B40B-00E21EE8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290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确定性 E2E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3DE20C4-882B-4357-91ED-F8F5DFE6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909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适合已知流程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ECD2EFF-618C-4601-A36B-037FE386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38375"/>
            <a:ext cx="4476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E2FFEC1-F174-4FF9-A96D-95C2319D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38375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C420B1A-97C0-4661-9CC3-5B55C934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352675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browser-use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180206C-A891-4300-9C42-59C9CE2A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9051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自然语言任务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DB6E2BB-8790-4386-8241-B4A2927F4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2670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运行时观察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74BAD53-BFBA-405F-BA60-291D9884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290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自主规划动作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6411BEE-D2C0-41EB-AE8D-C5ED41503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9909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返回执行轨迹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DF11303-A0B7-47CA-A803-06562ED4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095875"/>
            <a:ext cx="8096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2383">
            <a:solidFill>
              <a:srgbClr val="F1CE78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79D60909-BD43-40AD-906F-9D99A000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219700"/>
            <a:ext cx="7524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A65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9A6500"/>
                </a:solidFill>
                <a:latin typeface="微软雅黑"/>
                <a:ea typeface="微软雅黑"/>
                <a:cs typeface="微软雅黑"/>
              </a:rPr>
              <a:t>手册场景需要 Agent 自主执行：没有 selector，只有自然语言意图。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3.10  运行编排与实时事件流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8e16ce15ba4c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C7763BE-D197-4898-A273-9631EF2A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2857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F839DE4-149C-4818-81A4-9419B12D2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14625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后端 Run Executor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7EF6F6A-C13D-4067-812F-B167180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90875"/>
            <a:ext cx="1905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9035155-3CDF-44A3-B2D2-7C0A0BC8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5755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创建 run_id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43334D0-4449-4678-94B0-6884D4B2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52825"/>
            <a:ext cx="1905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33C7EE2-1E2C-4407-A80D-8060AC97F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Browser Use 执行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5ADFA0A-4C39-474C-B9AE-DB05F4EA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14775"/>
            <a:ext cx="1905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D40E9AB-DB76-4A33-A806-27F1AA6A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8145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校验与分类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3F0DE56-4B8D-4D60-8F9A-DFE2FB52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76725"/>
            <a:ext cx="1905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3F95045-02C7-481F-BC2A-22462448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4340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写入 trace.jsonl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6ADBE90-9764-4A4A-8FC9-C69B2871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337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4913E04-163A-4D4F-B951-26108819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23812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7C0D47F-C799-4686-9F1A-7BC4585B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6667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E7029CF-910F-49E4-8DDB-7F3ED4C7B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619375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TraceEvent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5020EE1-AA83-40C8-AD72-369AA3434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933700"/>
            <a:ext cx="20574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node_status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browser_step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browser_frame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verification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classification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report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BE8F4D8-96F1-407F-A70F-A0A31D0F3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337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51E5A32-ED95-4314-A05B-79F13945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28875"/>
            <a:ext cx="2857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943F9AAE-6EEE-4966-BBED-FF2EF7CE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14625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前端实时页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7DB7C4D-8FD4-44DF-B5EA-39D35C0C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908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Agent 节点图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9C09195-38DC-4C97-BDFE-797462D3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5282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动作日志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36745E84-7F34-421A-A9B9-0AB00C2D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147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浏览器截图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3F30A0A6-54F6-456D-BE7A-A14D96D0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7672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截图时间线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3.11  双通道验证与仲裁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b6345bbce044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25A8BE2-ACD0-4F7F-B7AE-589F3828E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4667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783D3F6-A3F8-4752-8AB6-4B22BA284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7175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DeterministicVerifier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D8718E5-FB7B-4A5D-91B2-36563C0C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B8B7E5C-FE09-438A-BC23-64988CBC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DOM文本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C28522C-5A54-48D1-B841-A8551F3F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DA2101A-53AB-4142-B63E-9C23A942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URL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2C2BC3C-B791-4D8F-A753-B5EF204D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697618B-2FCD-464A-AD92-1F1D6693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可访问性树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2EF0E41-A0AA-4B40-ACA7-197E537C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661066C-A6D3-4E95-ACA8-2B7B2CDD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HTML快照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EA9F5B3-AD64-415B-ACAE-BAEF86E7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33625"/>
            <a:ext cx="4667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4FFFD"/>
          </a:solidFill>
          <a:ln xmlns:a="http://schemas.openxmlformats.org/drawingml/2006/main" w="12383">
            <a:solidFill>
              <a:srgbClr val="BFE8E4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8183F01-5C7C-4271-803E-D9CD839B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7175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VisionVerifier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147D181-86A3-4985-AD45-B6A132E0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652FBEE-E6BC-4583-9C80-83A20D5E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初始截图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5CDEA70-1265-4EFB-802C-ECD5440B5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DE9DEAE-BF71-4BFD-94F1-E47F646F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最终截图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E294903-3E76-4BFE-9D30-B66350EB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F62E2A9-3226-4F40-9F74-5A7DFA95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GLM-4.6V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6070B8E9-400A-4043-BDB2-BEA86B24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29F4E26-4F7D-40EE-B113-46F729CF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语义判断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4D0F09D-42CA-4DD9-8F1B-0CF45E12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00550"/>
            <a:ext cx="914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DC24D078-2074-48E6-9E22-4535B718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672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仲裁规则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D3251B22-40A8-43ED-9ACD-BFB9F969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29150"/>
            <a:ext cx="7000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确定性通过 + 无需视觉 → pass；semantic 必须走视觉；任一通道低置信度 → needs_review；通道冲突 → fail_soft / 人工复核。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3.12  失败分类器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25412c4ab542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6CCFBFE-A04F-4645-A38D-E142D148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2190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8266C39-EF59-409C-B2ED-E856D0A3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F0FED80-8A6C-4B48-B016-5674403E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812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verification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C2DD85C-77F1-4605-9FD5-533A2868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95575"/>
            <a:ext cx="1866900" cy="-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8A0B8DA-B5B5-4A04-AEDF-2BF446CD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90825"/>
            <a:ext cx="2190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DE531BA-92C1-40B1-88AA-B0F468AD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90825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5C9DF7F-9A1D-4294-AE47-ADBC17EC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3370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agent 自报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ABBA91F-DBDC-4878-A0DB-0DCECAB1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48025"/>
            <a:ext cx="1866900" cy="-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C6CD028-1405-4DDA-8BEC-FF73848AB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43275"/>
            <a:ext cx="2190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3F5ACCF-83B5-4740-B40E-B84539F0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43275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AD43F92-548D-4CF5-85D2-BA73B40B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861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errors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1E85639-D1CB-48C6-9D33-EF79D03D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00475"/>
            <a:ext cx="1866900" cy="-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74F8FCC-521B-4BB3-8FAA-BDCB5881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2190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0333C32-F4B8-4EF8-B79C-C77997C5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3F20567-0813-41A2-ADC4-3BD2DB9C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3860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final URL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EE06271-4EE0-4985-809B-67F38629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52925"/>
            <a:ext cx="1866900" cy="-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AF9B79F-F2DD-462B-85D0-974F43E2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48175"/>
            <a:ext cx="2190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2FF831DB-E481-42DC-BBEF-F43C3865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48175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86E4DD54-1732-4A8F-8F7A-01667D54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910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DOM Summary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A4B5FCA-3B87-47E1-B5C6-6FEFA9708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05375"/>
            <a:ext cx="1866900" cy="-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B2BB932-3F72-475A-9D42-F746347B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337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31078117-058B-475A-B4B6-84F82A29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14625"/>
            <a:ext cx="2476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B2F63"/>
          </a:solidFill>
          <a:ln xmlns:a="http://schemas.openxmlformats.org/drawingml/2006/main" w="12383">
            <a:solidFill>
              <a:srgbClr val="0B2F63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AA9B4A07-CC96-47F4-8D24-2F0105CF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00400"/>
            <a:ext cx="1714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失败分类器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A18CD81-E633-44FB-AA9A-752D955D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337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B1A016CC-D438-49F3-8FA1-20B41B62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38375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31D32A9F-9E3E-45A9-9F00-147AD53E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0505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navigation_failure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160E7890-37E7-4FD7-A564-254B15E3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E8B47067-94F3-4F63-A46D-9FBD5F77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0505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element_not_found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3038FDE6-977B-4122-A04B-9F0A550D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4320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397C6D07-CC11-43D4-883E-CA3BACB4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09875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interaction_failure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9C7E3497-E7E7-403A-A9B7-52FBCC08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0CF110B1-6BBE-49CC-B37F-8749D26D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09875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timing_issue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1522130E-6E50-40F1-BE4C-9F714D62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48025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B43004BF-4F1A-4848-B118-B0C82F25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1470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state_mismatch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B1D4EFA0-A990-425F-82A9-2C57787B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48025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953A8493-C81A-4554-B100-618167AE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1470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visual_regression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7139F49B-F08E-42F8-8368-6B92780C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5285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86D9907B-564D-4FCC-85BC-CBF51956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19525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agent_planning_error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C9D8FCB8-F176-4D6A-9D69-D8DB5D42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75285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4E085B4B-2C73-4AAA-A244-FAA52B8ED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19525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unknown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5D2232C5-C956-4607-BDB3-D1EB8C85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29125"/>
            <a:ext cx="3048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CFD574B7-C1C6-4F09-84C7-BAA2FB54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64820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输出：primary / secondary[] / reason / 判定依据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3.13  运行报告与证据归档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91d73cd8df4c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343AA65-D8AC-49DC-9DE7-18FBA642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62250"/>
            <a:ext cx="2095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97BDFE3-4B48-4DB6-A707-D02D01BF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62250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E3B2FC5-626F-45B5-82EE-86B0A34A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905125"/>
            <a:ext cx="1771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一次运行 Run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7EA8BCE-2952-4CE9-8DA6-4FACA258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219450"/>
            <a:ext cx="17716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run_id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scenario_id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start/end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模型配置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5D5FAB3-705A-4CD0-BE2C-703FA074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861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396BE55-AFC7-48DF-9BCE-CBA1A1E2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81250"/>
            <a:ext cx="3000375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B951AF6-CE45-4615-8953-D4FE4980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479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data/runs/{run_id}/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A740F37-42AB-4B6D-B39A-949EE281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289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□ trace.jsonl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CB2C21F-7DC5-4BD0-B745-83AEC04F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0517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□ report.json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13F2029-6737-4593-A5CB-EE9A358F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814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□ report.html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3C85301-B852-4741-8CFA-B470AEAA7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5762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□ screenshots/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4A919C6-0697-4EBA-B160-DDF963ED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338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□ verification/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2F2AAF5-C369-4BAD-B175-123D5D21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2861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663F23F-CB4D-4EFD-8E91-14BF8B84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3238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8FB6284-3DF8-491C-B639-B24BD3D8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479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报告预览 report.html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618618B-52F2-422E-A080-B074CA65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28950"/>
            <a:ext cx="2047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E9DAA1F-D8CD-40B1-A6F7-BF96D4D8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95625"/>
            <a:ext cx="2047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Run Summary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39A2919-C0F5-499A-BDB1-FAD40458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05175"/>
            <a:ext cx="2047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990CCAF4-0A4C-4CAA-8C6A-9723DA24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71850"/>
            <a:ext cx="2047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Verification Results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4588DA70-6AF6-4040-BEC1-69FC475C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581400"/>
            <a:ext cx="2047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DD35AAB-B4A0-479C-8021-4B1B4503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48075"/>
            <a:ext cx="2047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Trace Events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EE0C97B1-784B-4084-AEA2-848C51AC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57625"/>
            <a:ext cx="2047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0DFAEB8D-AC02-483A-8894-EFCE0EFF8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24300"/>
            <a:ext cx="2047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Failure Classification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94A386F7-6D47-4BF3-9352-32D69BCD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133850"/>
            <a:ext cx="2047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0BC78D30-46E7-45FE-9D0F-5A250827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00525"/>
            <a:ext cx="2047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Artifact Links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72CC124F-E524-46CF-A8EC-48C34926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00625"/>
            <a:ext cx="723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2F0"/>
          </a:solidFill>
          <a:ln xmlns:a="http://schemas.openxmlformats.org/drawingml/2006/main" w="12383">
            <a:solidFill>
              <a:srgbClr val="F4B0A8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1A07BFC-8A55-4B53-B9B9-E33F3A7A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114925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74C3C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E74C3C"/>
                </a:solidFill>
                <a:latin typeface="微软雅黑"/>
                <a:ea typeface="微软雅黑"/>
                <a:cs typeface="微软雅黑"/>
              </a:rPr>
              <a:t>安全处理：报告生成时脱敏 api_key / password / secret / token / credential / authorization。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3.14  框架创新点总结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c518bc06a944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8FD7094-2C58-436A-B4F6-C4D1505C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33625"/>
            <a:ext cx="3048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23E86A7-CD7E-4321-AEA1-F1F62691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33625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5014537-AEC4-44E5-9DFC-0F4D4B492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4765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零 locator 场景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DEE992A-3553-4A93-9A46-00FACE8E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790825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只描述用户意图，提升 UI 改版泛化能力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61BBF15-D8EB-48E9-8E00-9DF679F3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33625"/>
            <a:ext cx="3048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4D57C40-401B-404B-A9C4-FF5002FD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33625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8258330-EA24-4CD9-A6F0-AE4F0964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765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零领域专用 action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5B58DDF-E616-412E-B4AD-EF652F2F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90825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保留 Web Agent 实时 DOM 自主决策价值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4A5A8CF-FA16-4903-A2B6-481F91EC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33625"/>
            <a:ext cx="3048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9C44694-07BE-4B02-919B-DD8E8F0F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33625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E2A67A8-9A54-4234-B4F1-65F58ACA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4765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职责边界清晰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629C9AE-DC34-4CF9-90CC-6911911A2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790825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browser-use 执行，LangGraph 编排验证报告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1988335-A00F-4D46-8F1D-B061EF543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14750"/>
            <a:ext cx="3048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56BD61A-BE33-4D42-A2CA-1DFC2FA4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14750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0">
            <a:solidFill>
              <a:srgbClr val="27AE60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E75BFD1-8716-4F76-AB8E-09D1C541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857625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双通道验证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9E83B30-C5A9-4612-B071-067B7DEC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171950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DOM / URL / 文本 + GLM-4.6V 视觉语义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BBD5C58-71BE-49BC-90DF-2007A6BB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048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A6DCAEC-BCDB-466D-9C73-A1717AC64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DCCEE782-46D8-424A-B078-A4AAA876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57625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可观察执行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E7778FB-4063-483B-8098-FC97965E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171950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SSE 事件流、节点状态图、截图时间线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2A5FFCC-96F8-4151-994E-C203F6E2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714750"/>
            <a:ext cx="3048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F6E3447C-21B3-4C2D-8E26-D03AA44A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714750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0">
            <a:solidFill>
              <a:srgbClr val="E74C3C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DFA448A0-FA62-42C2-8530-6555F6FC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857625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rPr>
              <a:t>手册证据约束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634B2BA-85F9-4905-BE2F-0DDAAC77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171950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source URLs + evidence quotes 降低幻觉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3F5602B9-D756-4A9B-A735-8F910598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C6BD1E9E-462A-4E05-A64D-8C9D2DB3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72044AB2-5CCD-4B04-9B1B-94825870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3CD0D9A1-6AFA-4A97-A0B0-A846D6F9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672" y="2782669"/>
            <a:ext cx="295465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261419B7-1DE9-46A8-9CB1-3FB4A1F1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397" y="3606757"/>
            <a:ext cx="1722202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Timeline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1ABCCC2-961B-49D2-B301-F53C64D7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9d92ca695e47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993548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D34687BB-B6DE-4E27-BB3C-8B9654AC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4.1  当前实现成果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A1D445DB-6A01-473C-9EE1-EE1EDCAC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26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0557CE87-89DC-48A8-B4E6-092A0F5A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ED59D59-57B1-4B1C-B0CB-36E87DD2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0"/>
            <a:ext cx="2060295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52715EE3-2B08-48F7-B201-3F58D02B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09787789-72F3-4AFF-8D52-DE060189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2D6DA868-582C-4F92-9A9C-79C8E04C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03CED111-5D84-47E3-8EBB-DD8B1038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D5AFCF99-AA03-462C-B4C0-256DB517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2ed6d893dc48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1766B8C3-A303-4CEA-8193-856EC688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E1F36224-82BF-48F8-914E-38CCEA47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E0268BEB-35B6-4FB6-BE9E-BEF2EA56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A9B3173F-339E-425F-8B11-5CE9AE0D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7F1CFACF-F41A-42E0-ADDB-BBF7E38E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7092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 7">
            <a:extLst xmlns:a="http://schemas.openxmlformats.org/drawingml/2006/main">
              <a:ext uri="{FF2B5EF4-FFF2-40B4-BE49-F238E27FC236}">
                <a16:creationId xmlns:a16="http://schemas.microsoft.com/office/drawing/2014/main" id="{3AC16CC3-01E4-4C53-90D3-317D53FF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05.01</a:t>
            </a:r>
          </a:p>
        </p:txBody>
      </p:sp>
      <p:sp>
        <p:nvSpPr>
          <p:cNvPr id="31" name="Text 8">
            <a:extLst xmlns:a="http://schemas.openxmlformats.org/drawingml/2006/main">
              <a:ext uri="{FF2B5EF4-FFF2-40B4-BE49-F238E27FC236}">
                <a16:creationId xmlns:a16="http://schemas.microsoft.com/office/drawing/2014/main" id="{BD713278-2AE9-4F52-BC9F-1E76C4D4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01 · DEADLINE</a:t>
            </a:r>
          </a:p>
        </p:txBody>
      </p:sp>
      <p:sp>
        <p:nvSpPr>
          <p:cNvPr id="32" name="Shape 9">
            <a:extLst xmlns:a="http://schemas.openxmlformats.org/drawingml/2006/main">
              <a:ext uri="{FF2B5EF4-FFF2-40B4-BE49-F238E27FC236}">
                <a16:creationId xmlns:a16="http://schemas.microsoft.com/office/drawing/2014/main" id="{119ACF3B-8E70-4451-986A-BC5B33B5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  <p:sp>
        <p:nvSpPr>
          <p:cNvPr id="36" name="Text 12">
            <a:extLst xmlns:a="http://schemas.openxmlformats.org/drawingml/2006/main">
              <a:ext uri="{FF2B5EF4-FFF2-40B4-BE49-F238E27FC236}">
                <a16:creationId xmlns:a16="http://schemas.microsoft.com/office/drawing/2014/main" id="{12F16069-DB6E-42C4-A916-3A648717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4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05.30</a:t>
            </a:r>
          </a:p>
        </p:txBody>
      </p:sp>
      <p:sp>
        <p:nvSpPr>
          <p:cNvPr id="37" name="Text 13">
            <a:extLst xmlns:a="http://schemas.openxmlformats.org/drawingml/2006/main">
              <a:ext uri="{FF2B5EF4-FFF2-40B4-BE49-F238E27FC236}">
                <a16:creationId xmlns:a16="http://schemas.microsoft.com/office/drawing/2014/main" id="{51980742-5472-46D5-BBFB-EAE104C1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4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02 · DEADLINE</a:t>
            </a:r>
          </a:p>
        </p:txBody>
      </p:sp>
      <p:sp>
        <p:nvSpPr>
          <p:cNvPr id="51" name="Shape 14">
            <a:extLst xmlns:a="http://schemas.openxmlformats.org/drawingml/2006/main">
              <a:ext uri="{FF2B5EF4-FFF2-40B4-BE49-F238E27FC236}">
                <a16:creationId xmlns:a16="http://schemas.microsoft.com/office/drawing/2014/main" id="{43537C3E-3D2D-4F19-A412-547BA82E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4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  <p:sp>
        <p:nvSpPr>
          <p:cNvPr id="54" name="Text 17">
            <a:extLst xmlns:a="http://schemas.openxmlformats.org/drawingml/2006/main">
              <a:ext uri="{FF2B5EF4-FFF2-40B4-BE49-F238E27FC236}">
                <a16:creationId xmlns:a16="http://schemas.microsoft.com/office/drawing/2014/main" id="{690B71BF-2C76-4D13-9F1C-1D1D49C0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6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06.15</a:t>
            </a:r>
          </a:p>
        </p:txBody>
      </p:sp>
      <p:sp>
        <p:nvSpPr>
          <p:cNvPr id="55" name="Text 18">
            <a:extLst xmlns:a="http://schemas.openxmlformats.org/drawingml/2006/main">
              <a:ext uri="{FF2B5EF4-FFF2-40B4-BE49-F238E27FC236}">
                <a16:creationId xmlns:a16="http://schemas.microsoft.com/office/drawing/2014/main" id="{801F2E21-1A64-48F4-9EB9-C6EB4785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6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03 · DEADLINE</a:t>
            </a:r>
          </a:p>
        </p:txBody>
      </p:sp>
      <p:sp>
        <p:nvSpPr>
          <p:cNvPr id="56" name="Shape 19">
            <a:extLst xmlns:a="http://schemas.openxmlformats.org/drawingml/2006/main">
              <a:ext uri="{FF2B5EF4-FFF2-40B4-BE49-F238E27FC236}">
                <a16:creationId xmlns:a16="http://schemas.microsoft.com/office/drawing/2014/main" id="{2736ACC0-27E8-4A0C-9177-0FBF9BF5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6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  <p:sp>
        <p:nvSpPr>
          <p:cNvPr id="59" name="Text 22">
            <a:extLst xmlns:a="http://schemas.openxmlformats.org/drawingml/2006/main">
              <a:ext uri="{FF2B5EF4-FFF2-40B4-BE49-F238E27FC236}">
                <a16:creationId xmlns:a16="http://schemas.microsoft.com/office/drawing/2014/main" id="{E9D31FC1-4BC2-43ED-8BF6-AB7E2B71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8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06.30</a:t>
            </a:r>
          </a:p>
        </p:txBody>
      </p:sp>
      <p:sp>
        <p:nvSpPr>
          <p:cNvPr id="60" name="Text 23">
            <a:extLst xmlns:a="http://schemas.openxmlformats.org/drawingml/2006/main">
              <a:ext uri="{FF2B5EF4-FFF2-40B4-BE49-F238E27FC236}">
                <a16:creationId xmlns:a16="http://schemas.microsoft.com/office/drawing/2014/main" id="{B2F62955-4A21-43C6-ADCE-6C8D4E83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8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04 · DEADLINE</a:t>
            </a:r>
          </a:p>
        </p:txBody>
      </p:sp>
      <p:sp>
        <p:nvSpPr>
          <p:cNvPr id="61" name="Shape 24">
            <a:extLst xmlns:a="http://schemas.openxmlformats.org/drawingml/2006/main">
              <a:ext uri="{FF2B5EF4-FFF2-40B4-BE49-F238E27FC236}">
                <a16:creationId xmlns:a16="http://schemas.microsoft.com/office/drawing/2014/main" id="{B09ABEB9-FDDB-49CB-B6C7-FEAA8C47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8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</p:spTree>
    <p:extLst>
      <p:ext uri="{BB962C8B-B14F-4D97-AF65-F5344CB8AC3E}">
        <p14:creationId xmlns:p14="http://schemas.microsoft.com/office/powerpoint/2010/main" val="504823097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4.2  测试与验收情况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27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c6f795e7f744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5.1  小组分工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98a269296d4d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75B1E27-B13F-4025-AF3D-12626A48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617" y="1438103"/>
            <a:ext cx="9710531" cy="43961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15101F59-0547-4625-9D11-56ED6460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844" y="3286495"/>
            <a:ext cx="567690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敬请</a:t>
            </a:r>
            <a:r>
              <a:rPr sz="36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各位老师同学批评指正</a:t>
            </a: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45611ECF-9700-4D3A-B594-A59298F4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843" y="2340358"/>
            <a:ext cx="5600885" cy="76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4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汇报结束     感谢观看</a:t>
            </a:r>
          </a:p>
        </p:txBody>
      </p:sp>
      <p:sp>
        <p:nvSpPr>
          <p:cNvPr id="9" name="直接连接符 8">
            <a:extLst xmlns:a="http://schemas.openxmlformats.org/drawingml/2006/main">
              <a:ext uri="{FF2B5EF4-FFF2-40B4-BE49-F238E27FC236}">
                <a16:creationId xmlns:a16="http://schemas.microsoft.com/office/drawing/2014/main" id="{D0843B20-529F-4BA5-A985-F6B812D8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8478" y="4643854"/>
            <a:ext cx="12990443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8ABF4C17-E7B2-4183-A778-509571B4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7457" y="5050565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汇报人：第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81EE79FE-A7C6-4974-8B17-3C0741C2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5831" y="5050565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2026年5月26日</a:t>
            </a:r>
          </a:p>
        </p:txBody>
      </p:sp>
      <p:pic>
        <p:nvPicPr>
          <p:cNvPr id="13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d33210fde547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16999" y="188082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222704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2026-05-26T13:34:35.8150000Z</dcterms:created>
  <dcterms:modified xsi:type="dcterms:W3CDTF">2026-05-26T13:34:35.8150000Z</dcterms:modified>
</coreProperties>
</file>