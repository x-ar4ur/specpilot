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e2e6ef13514a16" /><Relationship Type="http://schemas.openxmlformats.org/officeDocument/2006/relationships/extended-properties" Target="/docProps/app.xml" Id="R43f8a0f271e445f3" /><Relationship Type="http://schemas.openxmlformats.org/officeDocument/2006/relationships/officeDocument" Target="/ppt/presentation.xml" Id="Rdffd6dd4f363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33c4ce4774932"/>
  </p:sldMasterIdLst>
  <p:notesMasterIdLst>
    <p:notesMasterId xmlns:r="http://schemas.openxmlformats.org/officeDocument/2006/relationships" r:id="R3df87f5ee8284f28"/>
  </p:notesMasterIdLst>
  <p:sldIdLst>
    <p:sldId xmlns:r="http://schemas.openxmlformats.org/officeDocument/2006/relationships" id="256" r:id="Rce792886adaf47db"/>
    <p:sldId xmlns:r="http://schemas.openxmlformats.org/officeDocument/2006/relationships" id="257" r:id="R02b659b3e75d4d74"/>
    <p:sldId xmlns:r="http://schemas.openxmlformats.org/officeDocument/2006/relationships" id="258" r:id="R2b3d57013a864aa5"/>
    <p:sldId xmlns:r="http://schemas.openxmlformats.org/officeDocument/2006/relationships" id="259" r:id="Reb8e20f031994f9e"/>
    <p:sldId xmlns:r="http://schemas.openxmlformats.org/officeDocument/2006/relationships" id="260" r:id="R79d4280a9faf4ed9"/>
    <p:sldId xmlns:r="http://schemas.openxmlformats.org/officeDocument/2006/relationships" id="261" r:id="R3735717ff0034c3c"/>
    <p:sldId xmlns:r="http://schemas.openxmlformats.org/officeDocument/2006/relationships" id="262" r:id="R0b3f01553ca745f9"/>
    <p:sldId xmlns:r="http://schemas.openxmlformats.org/officeDocument/2006/relationships" id="263" r:id="Rcd8dd357b3f5465f"/>
    <p:sldId xmlns:r="http://schemas.openxmlformats.org/officeDocument/2006/relationships" id="264" r:id="R04667285f8754a6e"/>
    <p:sldId xmlns:r="http://schemas.openxmlformats.org/officeDocument/2006/relationships" id="265" r:id="R0768da657dc74185"/>
    <p:sldId xmlns:r="http://schemas.openxmlformats.org/officeDocument/2006/relationships" id="266" r:id="Rd1b4bb4b69584972"/>
    <p:sldId xmlns:r="http://schemas.openxmlformats.org/officeDocument/2006/relationships" id="267" r:id="Ra36655fd45cd4ee5"/>
    <p:sldId xmlns:r="http://schemas.openxmlformats.org/officeDocument/2006/relationships" id="268" r:id="Ref4aceaef5924886"/>
    <p:sldId xmlns:r="http://schemas.openxmlformats.org/officeDocument/2006/relationships" id="269" r:id="Rdc75198a8c7d4019"/>
    <p:sldId xmlns:r="http://schemas.openxmlformats.org/officeDocument/2006/relationships" id="270" r:id="Ra308eb6a3acd49d7"/>
    <p:sldId xmlns:r="http://schemas.openxmlformats.org/officeDocument/2006/relationships" id="271" r:id="R9591dcb6220c4791"/>
    <p:sldId xmlns:r="http://schemas.openxmlformats.org/officeDocument/2006/relationships" id="272" r:id="Rc15fb9c41bbc4598"/>
    <p:sldId xmlns:r="http://schemas.openxmlformats.org/officeDocument/2006/relationships" id="273" r:id="R8031e7586e234a34"/>
    <p:sldId xmlns:r="http://schemas.openxmlformats.org/officeDocument/2006/relationships" id="274" r:id="R971e5735f90a4bc3"/>
    <p:sldId xmlns:r="http://schemas.openxmlformats.org/officeDocument/2006/relationships" id="275" r:id="Rbac7d76b10994624"/>
    <p:sldId xmlns:r="http://schemas.openxmlformats.org/officeDocument/2006/relationships" id="276" r:id="R9c7d9d318889426f"/>
    <p:sldId xmlns:r="http://schemas.openxmlformats.org/officeDocument/2006/relationships" id="277" r:id="Rc8b855298d674465"/>
    <p:sldId xmlns:r="http://schemas.openxmlformats.org/officeDocument/2006/relationships" id="278" r:id="R1efc597c7df0479a"/>
    <p:sldId xmlns:r="http://schemas.openxmlformats.org/officeDocument/2006/relationships" id="279" r:id="R1bf72713c473491a"/>
    <p:sldId xmlns:r="http://schemas.openxmlformats.org/officeDocument/2006/relationships" id="280" r:id="R6f7dbf9f1ff64bfa"/>
    <p:sldId xmlns:r="http://schemas.openxmlformats.org/officeDocument/2006/relationships" id="281" r:id="R6292ba6487184404"/>
    <p:sldId xmlns:r="http://schemas.openxmlformats.org/officeDocument/2006/relationships" id="282" r:id="Rd0b99a89fc7a4df8"/>
    <p:sldId xmlns:r="http://schemas.openxmlformats.org/officeDocument/2006/relationships" id="283" r:id="R56d587defd9d4aec"/>
    <p:sldId xmlns:r="http://schemas.openxmlformats.org/officeDocument/2006/relationships" id="284" r:id="R17fc48050af248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33c4ce4774932" /><Relationship Type="http://schemas.openxmlformats.org/officeDocument/2006/relationships/theme" Target="/ppt/theme/theme1.xml" Id="Reec0989bc6b14baa" /><Relationship Type="http://schemas.openxmlformats.org/officeDocument/2006/relationships/notesMaster" Target="/ppt/notesMasters/notesMaster1.xml" Id="R3df87f5ee8284f28" /><Relationship Type="http://schemas.openxmlformats.org/officeDocument/2006/relationships/presProps" Target="/ppt/presProps.xml" Id="R4687a58b911f4799" /><Relationship Type="http://schemas.openxmlformats.org/officeDocument/2006/relationships/viewProps" Target="/ppt/viewProps.xml" Id="Rb871be1931184158" /><Relationship Type="http://schemas.openxmlformats.org/officeDocument/2006/relationships/tableStyles" Target="/ppt/tableStyles.xml" Id="Rba9c124e5ee74a77" /><Relationship Type="http://schemas.openxmlformats.org/officeDocument/2006/relationships/slide" Target="/ppt/slides/slide1.xml" Id="Rce792886adaf47db" /><Relationship Type="http://schemas.openxmlformats.org/officeDocument/2006/relationships/slide" Target="/ppt/slides/slide2.xml" Id="R02b659b3e75d4d74" /><Relationship Type="http://schemas.openxmlformats.org/officeDocument/2006/relationships/slide" Target="/ppt/slides/slide3.xml" Id="R2b3d57013a864aa5" /><Relationship Type="http://schemas.openxmlformats.org/officeDocument/2006/relationships/slide" Target="/ppt/slides/slide4.xml" Id="Reb8e20f031994f9e" /><Relationship Type="http://schemas.openxmlformats.org/officeDocument/2006/relationships/slide" Target="/ppt/slides/slide5.xml" Id="R79d4280a9faf4ed9" /><Relationship Type="http://schemas.openxmlformats.org/officeDocument/2006/relationships/slide" Target="/ppt/slides/slide6.xml" Id="R3735717ff0034c3c" /><Relationship Type="http://schemas.openxmlformats.org/officeDocument/2006/relationships/slide" Target="/ppt/slides/slide7.xml" Id="R0b3f01553ca745f9" /><Relationship Type="http://schemas.openxmlformats.org/officeDocument/2006/relationships/slide" Target="/ppt/slides/slide8.xml" Id="Rcd8dd357b3f5465f" /><Relationship Type="http://schemas.openxmlformats.org/officeDocument/2006/relationships/slide" Target="/ppt/slides/slide9.xml" Id="R04667285f8754a6e" /><Relationship Type="http://schemas.openxmlformats.org/officeDocument/2006/relationships/slide" Target="/ppt/slides/slide10.xml" Id="R0768da657dc74185" /><Relationship Type="http://schemas.openxmlformats.org/officeDocument/2006/relationships/slide" Target="/ppt/slides/slide11.xml" Id="Rd1b4bb4b69584972" /><Relationship Type="http://schemas.openxmlformats.org/officeDocument/2006/relationships/slide" Target="/ppt/slides/slide12.xml" Id="Ra36655fd45cd4ee5" /><Relationship Type="http://schemas.openxmlformats.org/officeDocument/2006/relationships/slide" Target="/ppt/slides/slide13.xml" Id="Ref4aceaef5924886" /><Relationship Type="http://schemas.openxmlformats.org/officeDocument/2006/relationships/slide" Target="/ppt/slides/slide14.xml" Id="Rdc75198a8c7d4019" /><Relationship Type="http://schemas.openxmlformats.org/officeDocument/2006/relationships/slide" Target="/ppt/slides/slide15.xml" Id="Ra308eb6a3acd49d7" /><Relationship Type="http://schemas.openxmlformats.org/officeDocument/2006/relationships/slide" Target="/ppt/slides/slide16.xml" Id="R9591dcb6220c4791" /><Relationship Type="http://schemas.openxmlformats.org/officeDocument/2006/relationships/slide" Target="/ppt/slides/slide17.xml" Id="Rc15fb9c41bbc4598" /><Relationship Type="http://schemas.openxmlformats.org/officeDocument/2006/relationships/slide" Target="/ppt/slides/slide18.xml" Id="R8031e7586e234a34" /><Relationship Type="http://schemas.openxmlformats.org/officeDocument/2006/relationships/slide" Target="/ppt/slides/slide19.xml" Id="R971e5735f90a4bc3" /><Relationship Type="http://schemas.openxmlformats.org/officeDocument/2006/relationships/slide" Target="/ppt/slides/slide20.xml" Id="Rbac7d76b10994624" /><Relationship Type="http://schemas.openxmlformats.org/officeDocument/2006/relationships/slide" Target="/ppt/slides/slide21.xml" Id="R9c7d9d318889426f" /><Relationship Type="http://schemas.openxmlformats.org/officeDocument/2006/relationships/slide" Target="/ppt/slides/slide22.xml" Id="Rc8b855298d674465" /><Relationship Type="http://schemas.openxmlformats.org/officeDocument/2006/relationships/slide" Target="/ppt/slides/slide23.xml" Id="R1efc597c7df0479a" /><Relationship Type="http://schemas.openxmlformats.org/officeDocument/2006/relationships/slide" Target="/ppt/slides/slide24.xml" Id="R1bf72713c473491a" /><Relationship Type="http://schemas.openxmlformats.org/officeDocument/2006/relationships/slide" Target="/ppt/slides/slide25.xml" Id="R6f7dbf9f1ff64bfa" /><Relationship Type="http://schemas.openxmlformats.org/officeDocument/2006/relationships/slide" Target="/ppt/slides/slide26.xml" Id="R6292ba6487184404" /><Relationship Type="http://schemas.openxmlformats.org/officeDocument/2006/relationships/slide" Target="/ppt/slides/slide27.xml" Id="Rd0b99a89fc7a4df8" /><Relationship Type="http://schemas.openxmlformats.org/officeDocument/2006/relationships/slide" Target="/ppt/slides/slide28.xml" Id="R56d587defd9d4aec" /><Relationship Type="http://schemas.openxmlformats.org/officeDocument/2006/relationships/slide" Target="/ppt/slides/slide29.xml" Id="R17fc48050af2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3fd2400b6a47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13cc66c184d2f" /><Relationship Type="http://schemas.openxmlformats.org/officeDocument/2006/relationships/notesMaster" Target="/ppt/notesMasters/notesMaster1.xml" Id="Rfaa4122c5b7c48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a4e649852b4762" /><Relationship Type="http://schemas.openxmlformats.org/officeDocument/2006/relationships/notesMaster" Target="/ppt/notesMasters/notesMaster1.xml" Id="R56da75450a4c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8bfad70b1469f" /><Relationship Type="http://schemas.openxmlformats.org/officeDocument/2006/relationships/notesMaster" Target="/ppt/notesMasters/notesMaster1.xml" Id="Rc32175d217c946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e28104781940f6" /><Relationship Type="http://schemas.openxmlformats.org/officeDocument/2006/relationships/notesMaster" Target="/ppt/notesMasters/notesMaster1.xml" Id="R246e537350bb46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ab42a8184d489f" /><Relationship Type="http://schemas.openxmlformats.org/officeDocument/2006/relationships/notesMaster" Target="/ppt/notesMasters/notesMaster1.xml" Id="R26857b1a0e24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76d5f08b8149f9" /><Relationship Type="http://schemas.openxmlformats.org/officeDocument/2006/relationships/notesMaster" Target="/ppt/notesMasters/notesMaster1.xml" Id="Rec08a938f30b4c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2bab73c2c4931" /><Relationship Type="http://schemas.openxmlformats.org/officeDocument/2006/relationships/notesMaster" Target="/ppt/notesMasters/notesMaster1.xml" Id="Rb443fb610ab340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64961c9bda42fc" /><Relationship Type="http://schemas.openxmlformats.org/officeDocument/2006/relationships/notesMaster" Target="/ppt/notesMasters/notesMaster1.xml" Id="Re9d07a69bea749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d8d26b08e047ad" /><Relationship Type="http://schemas.openxmlformats.org/officeDocument/2006/relationships/notesMaster" Target="/ppt/notesMasters/notesMaster1.xml" Id="Rf6eb20b41a744a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62f0dccc884f78" /><Relationship Type="http://schemas.openxmlformats.org/officeDocument/2006/relationships/notesMaster" Target="/ppt/notesMasters/notesMaster1.xml" Id="Ref0fe37a3fc64a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7816a748394772" /><Relationship Type="http://schemas.openxmlformats.org/officeDocument/2006/relationships/notesMaster" Target="/ppt/notesMasters/notesMaster1.xml" Id="R27f195cd75a741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cf4324bd10454e" /><Relationship Type="http://schemas.openxmlformats.org/officeDocument/2006/relationships/notesMaster" Target="/ppt/notesMasters/notesMaster1.xml" Id="R622c7ff2b20947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cf84d89d8f48cc" /><Relationship Type="http://schemas.openxmlformats.org/officeDocument/2006/relationships/notesMaster" Target="/ppt/notesMasters/notesMaster1.xml" Id="Rac7da1591f8343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c117c223d24c82" /><Relationship Type="http://schemas.openxmlformats.org/officeDocument/2006/relationships/notesMaster" Target="/ppt/notesMasters/notesMaster1.xml" Id="Rbdc26746b5a14e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d4365e36b44b9d" /><Relationship Type="http://schemas.openxmlformats.org/officeDocument/2006/relationships/notesMaster" Target="/ppt/notesMasters/notesMaster1.xml" Id="Ra5fcc7e7558348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45d7b10a0b4530" /><Relationship Type="http://schemas.openxmlformats.org/officeDocument/2006/relationships/notesMaster" Target="/ppt/notesMasters/notesMaster1.xml" Id="R2b8d7e17b8324c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f2585590fd410f" /><Relationship Type="http://schemas.openxmlformats.org/officeDocument/2006/relationships/notesMaster" Target="/ppt/notesMasters/notesMaster1.xml" Id="Rd93a9833716a44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ff232a38b94a21" /><Relationship Type="http://schemas.openxmlformats.org/officeDocument/2006/relationships/notesMaster" Target="/ppt/notesMasters/notesMaster1.xml" Id="R72e67c22e9454c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52c2e1e73841af" /><Relationship Type="http://schemas.openxmlformats.org/officeDocument/2006/relationships/notesMaster" Target="/ppt/notesMasters/notesMaster1.xml" Id="Reffd5b72f34649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6699397c2d440e" /><Relationship Type="http://schemas.openxmlformats.org/officeDocument/2006/relationships/notesMaster" Target="/ppt/notesMasters/notesMaster1.xml" Id="Rbb678868ef1945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e9dbb816004d31" /><Relationship Type="http://schemas.openxmlformats.org/officeDocument/2006/relationships/notesMaster" Target="/ppt/notesMasters/notesMaster1.xml" Id="R4e5b1c23769045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ead65b4ae94090" /><Relationship Type="http://schemas.openxmlformats.org/officeDocument/2006/relationships/notesMaster" Target="/ppt/notesMasters/notesMaster1.xml" Id="R69c2f47ce5cc49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438a0390cb4903" /><Relationship Type="http://schemas.openxmlformats.org/officeDocument/2006/relationships/notesMaster" Target="/ppt/notesMasters/notesMaster1.xml" Id="R0ad1ade600d24b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4cce4ec5ec4450" /><Relationship Type="http://schemas.openxmlformats.org/officeDocument/2006/relationships/notesMaster" Target="/ppt/notesMasters/notesMaster1.xml" Id="Rba399cc355d84a7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42bc2873964b22" /><Relationship Type="http://schemas.openxmlformats.org/officeDocument/2006/relationships/notesMaster" Target="/ppt/notesMasters/notesMaster1.xml" Id="R8549401240c747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b7d14084e24420" /><Relationship Type="http://schemas.openxmlformats.org/officeDocument/2006/relationships/notesMaster" Target="/ppt/notesMasters/notesMaster1.xml" Id="R41790948a8ef41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9074b57bcd48ec" /><Relationship Type="http://schemas.openxmlformats.org/officeDocument/2006/relationships/notesMaster" Target="/ppt/notesMasters/notesMaster1.xml" Id="R571dc1f50fdd4f4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eb7858a4394898" /><Relationship Type="http://schemas.openxmlformats.org/officeDocument/2006/relationships/notesMaster" Target="/ppt/notesMasters/notesMaster1.xml" Id="R98c67613caf849d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67e034a4a34701" /><Relationship Type="http://schemas.openxmlformats.org/officeDocument/2006/relationships/notesMaster" Target="/ppt/notesMasters/notesMaster1.xml" Id="R240c3dbed4a4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e6b04dce74b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6e0a8a22c47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0c2bff35d4c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b321e4a2046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73c2561564f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daf0113434a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887d562c443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da862c0f6475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c8624a78949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c9e4d1637471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fe5027d204461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354b3f1633943a6" /><Relationship Type="http://schemas.openxmlformats.org/officeDocument/2006/relationships/slideLayout" Target="/ppt/slideLayouts/slideLayout2.xml" Id="Rf9957ba7c6a34567" /><Relationship Type="http://schemas.openxmlformats.org/officeDocument/2006/relationships/slideLayout" Target="/ppt/slideLayouts/slideLayout3.xml" Id="Ra68a6929abe846d5" /><Relationship Type="http://schemas.openxmlformats.org/officeDocument/2006/relationships/slideLayout" Target="/ppt/slideLayouts/slideLayout4.xml" Id="R5ff40db6ac3640fa" /><Relationship Type="http://schemas.openxmlformats.org/officeDocument/2006/relationships/slideLayout" Target="/ppt/slideLayouts/slideLayout5.xml" Id="R68d7a00787734b6e" /><Relationship Type="http://schemas.openxmlformats.org/officeDocument/2006/relationships/slideLayout" Target="/ppt/slideLayouts/slideLayout6.xml" Id="R44e8af1804624a3d" /><Relationship Type="http://schemas.openxmlformats.org/officeDocument/2006/relationships/slideLayout" Target="/ppt/slideLayouts/slideLayout7.xml" Id="R0ca0a36f6a6442a4" /><Relationship Type="http://schemas.openxmlformats.org/officeDocument/2006/relationships/slideLayout" Target="/ppt/slideLayouts/slideLayout8.xml" Id="R56f8447f08e64b00" /><Relationship Type="http://schemas.openxmlformats.org/officeDocument/2006/relationships/slideLayout" Target="/ppt/slideLayouts/slideLayout9.xml" Id="R91e3a63ff0694096" /><Relationship Type="http://schemas.openxmlformats.org/officeDocument/2006/relationships/slideLayout" Target="/ppt/slideLayouts/slideLayout10.xml" Id="Rdb55531c7f374ee1" /><Relationship Type="http://schemas.openxmlformats.org/officeDocument/2006/relationships/slideLayout" Target="/ppt/slideLayouts/slideLayout11.xml" Id="Rcd29bbb8199e47eb" /><Relationship Type="http://schemas.openxmlformats.org/officeDocument/2006/relationships/slideLayout" Target="/ppt/slideLayouts/slideLayout12.xml" Id="Rf195f80cd6ee4f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57ba7c6a34567"/>
    <p:sldLayoutId xmlns:r="http://schemas.openxmlformats.org/officeDocument/2006/relationships" id="2147483650" r:id="Ra68a6929abe846d5"/>
    <p:sldLayoutId xmlns:r="http://schemas.openxmlformats.org/officeDocument/2006/relationships" id="2147483651" r:id="R5ff40db6ac3640fa"/>
    <p:sldLayoutId xmlns:r="http://schemas.openxmlformats.org/officeDocument/2006/relationships" id="2147483652" r:id="R68d7a00787734b6e"/>
    <p:sldLayoutId xmlns:r="http://schemas.openxmlformats.org/officeDocument/2006/relationships" id="2147483653" r:id="R44e8af1804624a3d"/>
    <p:sldLayoutId xmlns:r="http://schemas.openxmlformats.org/officeDocument/2006/relationships" id="2147483654" r:id="R0ca0a36f6a6442a4"/>
    <p:sldLayoutId xmlns:r="http://schemas.openxmlformats.org/officeDocument/2006/relationships" id="2147483655" r:id="R56f8447f08e64b00"/>
    <p:sldLayoutId xmlns:r="http://schemas.openxmlformats.org/officeDocument/2006/relationships" id="2147483656" r:id="R91e3a63ff0694096"/>
    <p:sldLayoutId xmlns:r="http://schemas.openxmlformats.org/officeDocument/2006/relationships" id="2147483657" r:id="Rdb55531c7f374ee1"/>
    <p:sldLayoutId xmlns:r="http://schemas.openxmlformats.org/officeDocument/2006/relationships" id="2147483658" r:id="Rcd29bbb8199e47eb"/>
    <p:sldLayoutId xmlns:r="http://schemas.openxmlformats.org/officeDocument/2006/relationships" id="2147483659" r:id="Rf195f80cd6ee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5f00e82d1a47f5" /><Relationship Type="http://schemas.openxmlformats.org/officeDocument/2006/relationships/image" Target="/ppt/media/image.png" Id="R2c1bee61b2bb488f" /><Relationship Type="http://schemas.openxmlformats.org/officeDocument/2006/relationships/image" Target="/ppt/media/image2.png" Id="Rd1b886377e1846a2" /><Relationship Type="http://schemas.openxmlformats.org/officeDocument/2006/relationships/notesSlide" Target="/ppt/notesSlides/notesSlide1.xml" Id="R2f296d9288d2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20927e54145ce" /><Relationship Type="http://schemas.openxmlformats.org/officeDocument/2006/relationships/image" Target="/ppt/media/image2.png" Id="R205b65acab8d4b25" /><Relationship Type="http://schemas.openxmlformats.org/officeDocument/2006/relationships/notesSlide" Target="/ppt/notesSlides/notesSlide2.xml" Id="R020e54a326c24f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7b9aca0a364529" /><Relationship Type="http://schemas.openxmlformats.org/officeDocument/2006/relationships/image" Target="/ppt/media/image2.png" Id="Rd330599e3f0445ee" /><Relationship Type="http://schemas.openxmlformats.org/officeDocument/2006/relationships/notesSlide" Target="/ppt/notesSlides/notesSlide3.xml" Id="R621bc99a8384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1028b6fdab4310" /><Relationship Type="http://schemas.openxmlformats.org/officeDocument/2006/relationships/image" Target="/ppt/media/image3.png" Id="R4a69ad303dce45d5" /><Relationship Type="http://schemas.openxmlformats.org/officeDocument/2006/relationships/notesSlide" Target="/ppt/notesSlides/notesSlide4.xml" Id="Rcba4d666bfbf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6c32c5454948c2" /><Relationship Type="http://schemas.openxmlformats.org/officeDocument/2006/relationships/image" Target="/ppt/media/image3.png" Id="R5228bd63ef0249b4" /><Relationship Type="http://schemas.openxmlformats.org/officeDocument/2006/relationships/notesSlide" Target="/ppt/notesSlides/notesSlide5.xml" Id="R36a9863c76a642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a79fc329ba469c" /><Relationship Type="http://schemas.openxmlformats.org/officeDocument/2006/relationships/image" Target="/ppt/media/image2.png" Id="Rfd91296500134294" /><Relationship Type="http://schemas.openxmlformats.org/officeDocument/2006/relationships/notesSlide" Target="/ppt/notesSlides/notesSlide6.xml" Id="R7f5e45c8fa4b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27d5f4a26e46a2" /><Relationship Type="http://schemas.openxmlformats.org/officeDocument/2006/relationships/image" Target="/ppt/media/image3.png" Id="R60d92799d532496c" /><Relationship Type="http://schemas.openxmlformats.org/officeDocument/2006/relationships/notesSlide" Target="/ppt/notesSlides/notesSlide7.xml" Id="Rb9f04d478a81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263c50534f7497d" /><Relationship Type="http://schemas.openxmlformats.org/officeDocument/2006/relationships/image" Target="/ppt/media/image3.png" Id="Rc7313a34d0a24c46" /><Relationship Type="http://schemas.openxmlformats.org/officeDocument/2006/relationships/notesSlide" Target="/ppt/notesSlides/notesSlide8.xml" Id="R5d5e597a1a2345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ab9d6cd2d4447e" /><Relationship Type="http://schemas.openxmlformats.org/officeDocument/2006/relationships/image" Target="/ppt/media/image3.png" Id="R67010cbd7bc94774" /><Relationship Type="http://schemas.openxmlformats.org/officeDocument/2006/relationships/notesSlide" Target="/ppt/notesSlides/notesSlide9.xml" Id="Rcf803b767f2e4d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657d32b68c4a15" /><Relationship Type="http://schemas.openxmlformats.org/officeDocument/2006/relationships/image" Target="/ppt/media/image2.png" Id="Rae273ee298eb4916" /><Relationship Type="http://schemas.openxmlformats.org/officeDocument/2006/relationships/notesSlide" Target="/ppt/notesSlides/notesSlide10.xml" Id="R27db140a7e81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27b9bfe92a4baa" /><Relationship Type="http://schemas.openxmlformats.org/officeDocument/2006/relationships/image" Target="/ppt/media/image3.png" Id="Rda95876f907b4ed3" /><Relationship Type="http://schemas.openxmlformats.org/officeDocument/2006/relationships/notesSlide" Target="/ppt/notesSlides/notesSlide11.xml" Id="R72c54eeae11148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60a78b57bc450b" /><Relationship Type="http://schemas.openxmlformats.org/officeDocument/2006/relationships/image" Target="/ppt/media/image3.png" Id="R898b895c2dfe4ac2" /><Relationship Type="http://schemas.openxmlformats.org/officeDocument/2006/relationships/notesSlide" Target="/ppt/notesSlides/notesSlide12.xml" Id="Rf7ac414ef4024d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9c5ca2e5d64708" /><Relationship Type="http://schemas.openxmlformats.org/officeDocument/2006/relationships/image" Target="/ppt/media/image3.png" Id="Re490ab84e00e4512" /><Relationship Type="http://schemas.openxmlformats.org/officeDocument/2006/relationships/notesSlide" Target="/ppt/notesSlides/notesSlide13.xml" Id="R18572d62baaa44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871177fd374283" /><Relationship Type="http://schemas.openxmlformats.org/officeDocument/2006/relationships/image" Target="/ppt/media/image3.png" Id="Raa6179cb8ba74c18" /><Relationship Type="http://schemas.openxmlformats.org/officeDocument/2006/relationships/notesSlide" Target="/ppt/notesSlides/notesSlide14.xml" Id="R77252f37085c48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1051cc9d6b44ce" /><Relationship Type="http://schemas.openxmlformats.org/officeDocument/2006/relationships/image" Target="/ppt/media/image3.png" Id="R69f76797c5a2457f" /><Relationship Type="http://schemas.openxmlformats.org/officeDocument/2006/relationships/notesSlide" Target="/ppt/notesSlides/notesSlide15.xml" Id="Ra16e28d12e834c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33d35ab2ec4f95" /><Relationship Type="http://schemas.openxmlformats.org/officeDocument/2006/relationships/image" Target="/ppt/media/image3.png" Id="Rbb7776f393dc4614" /><Relationship Type="http://schemas.openxmlformats.org/officeDocument/2006/relationships/notesSlide" Target="/ppt/notesSlides/notesSlide16.xml" Id="Rc572cb2f3d1d45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1ad6a28ab9d4166" /><Relationship Type="http://schemas.openxmlformats.org/officeDocument/2006/relationships/image" Target="/ppt/media/image3.png" Id="Rd0c47b14330542de" /><Relationship Type="http://schemas.openxmlformats.org/officeDocument/2006/relationships/notesSlide" Target="/ppt/notesSlides/notesSlide17.xml" Id="Ra035f599d8fb4d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be3aaba1c44514" /><Relationship Type="http://schemas.openxmlformats.org/officeDocument/2006/relationships/image" Target="/ppt/media/image3.png" Id="Radc959c43ada4cf8" /><Relationship Type="http://schemas.openxmlformats.org/officeDocument/2006/relationships/notesSlide" Target="/ppt/notesSlides/notesSlide18.xml" Id="R8570d8a0860243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b47ed04a2d4c31" /><Relationship Type="http://schemas.openxmlformats.org/officeDocument/2006/relationships/image" Target="/ppt/media/image3.png" Id="Rd0efaeac9b404f5f" /><Relationship Type="http://schemas.openxmlformats.org/officeDocument/2006/relationships/notesSlide" Target="/ppt/notesSlides/notesSlide19.xml" Id="Rf18f0653251047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6625fe5c18d4836" /><Relationship Type="http://schemas.openxmlformats.org/officeDocument/2006/relationships/image" Target="/ppt/media/image3.png" Id="R06d02a9faea247b7" /><Relationship Type="http://schemas.openxmlformats.org/officeDocument/2006/relationships/notesSlide" Target="/ppt/notesSlides/notesSlide20.xml" Id="R52a4b899dd1645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0b66571101c4778" /><Relationship Type="http://schemas.openxmlformats.org/officeDocument/2006/relationships/image" Target="/ppt/media/image3.png" Id="R501e5a54c7184655" /><Relationship Type="http://schemas.openxmlformats.org/officeDocument/2006/relationships/notesSlide" Target="/ppt/notesSlides/notesSlide21.xml" Id="R13e9eada878946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647b4f3f2e4642" /><Relationship Type="http://schemas.openxmlformats.org/officeDocument/2006/relationships/image" Target="/ppt/media/image3.png" Id="R956489b347014880" /><Relationship Type="http://schemas.openxmlformats.org/officeDocument/2006/relationships/notesSlide" Target="/ppt/notesSlides/notesSlide22.xml" Id="R5b5be3b058d24b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97021c5df054880" /><Relationship Type="http://schemas.openxmlformats.org/officeDocument/2006/relationships/image" Target="/ppt/media/image3.png" Id="R6a0a4fd8b31d47e0" /><Relationship Type="http://schemas.openxmlformats.org/officeDocument/2006/relationships/notesSlide" Target="/ppt/notesSlides/notesSlide23.xml" Id="R831a600239a140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7e316cb80848b2" /><Relationship Type="http://schemas.openxmlformats.org/officeDocument/2006/relationships/image" Target="/ppt/media/image3.png" Id="R19ac0108db4e41a4" /><Relationship Type="http://schemas.openxmlformats.org/officeDocument/2006/relationships/notesSlide" Target="/ppt/notesSlides/notesSlide24.xml" Id="Rbfadbf2504b943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a8a69948fd46f5" /><Relationship Type="http://schemas.openxmlformats.org/officeDocument/2006/relationships/image" Target="/ppt/media/image2.png" Id="R192f19f3175b4999" /><Relationship Type="http://schemas.openxmlformats.org/officeDocument/2006/relationships/notesSlide" Target="/ppt/notesSlides/notesSlide25.xml" Id="R1df2ffe6825e46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7fc0ce8bbd46b0" /><Relationship Type="http://schemas.openxmlformats.org/officeDocument/2006/relationships/image" Target="/ppt/media/image3.png" Id="Rcb5e51b295ce47de" /><Relationship Type="http://schemas.openxmlformats.org/officeDocument/2006/relationships/notesSlide" Target="/ppt/notesSlides/notesSlide26.xml" Id="R5d5f77dedb8a4d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e6927d9d674695" /><Relationship Type="http://schemas.openxmlformats.org/officeDocument/2006/relationships/image" Target="/ppt/media/image3.png" Id="R4ae03a3705684eb1" /><Relationship Type="http://schemas.openxmlformats.org/officeDocument/2006/relationships/notesSlide" Target="/ppt/notesSlides/notesSlide27.xml" Id="Rc279622c8ab3479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65ef1051f44c25" /><Relationship Type="http://schemas.openxmlformats.org/officeDocument/2006/relationships/image" Target="/ppt/media/image3.png" Id="Rf854990c91034644" /><Relationship Type="http://schemas.openxmlformats.org/officeDocument/2006/relationships/notesSlide" Target="/ppt/notesSlides/notesSlide28.xml" Id="Re97422b839554b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43b5aa8eae4785" /><Relationship Type="http://schemas.openxmlformats.org/officeDocument/2006/relationships/image" Target="/ppt/media/image2.png" Id="R223c2da0c20543d8" /><Relationship Type="http://schemas.openxmlformats.org/officeDocument/2006/relationships/notesSlide" Target="/ppt/notesSlides/notesSlide29.xml" Id="Rab47e877f5a84c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bee61b2bb488f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886377e18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b65acab8d4b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0599e3f04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9ad303dce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325EB3-29DE-4FBE-A4E9-13350F6A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8AA2DE-CB02-4165-80FB-0423383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B0D14E-C36D-4E57-806B-A695FD8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1B3108-A984-4FE3-874B-B04D38E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B06D2-6353-49DA-B5DF-1C49762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EDDB0F-9180-458F-A3B6-0114081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194514-AD91-43EB-ACA9-D98DABB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C51D39-9055-4FA3-AC95-4B2FD87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F3F785-CA1D-4EBB-A86E-04E3A32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A03336-FB78-4ECC-9833-F8DD81F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CAF16E-7D36-4FAA-B37F-C21E566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08334B-FB2E-4D28-85C6-8B60241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2354CA-6598-423F-B11C-E4957179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2D68C1-BF1B-45B9-810E-0A82E402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103C42-79CB-4034-BA54-631B968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9AC0EE-62A9-4DB8-BF23-49E65A3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8bd63ef0249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B20895-56E4-4A05-A018-357C176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66962E-DFAD-4FDB-8729-77096C4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C0E628-3083-4D65-9421-303440B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796EB4-A726-48C3-971E-E49DB1C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85BC05-D2AA-4A43-96AF-F0C2686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7966E3-5C9D-446A-9D46-44E74BB4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A5C3CB-3546-4D5D-B29E-57B8843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C73CF7-9598-4BBB-AA6B-642FE952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056D7E-D590-4DCA-B56E-92E07AA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3F74DD-07AD-4186-A1E9-862E848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7F3340-9014-4416-82A2-E506937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E144B9-3ECC-4C4F-B106-9EC32DF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3093EB-C13B-4489-843D-E143508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E15B74-6D7D-460D-AE1E-BC4B402E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0C8E80-A418-479E-9028-65CF2C6A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1C5FE8-BCA3-4AE1-876E-C1004D24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83D89A-0B37-4C68-96EC-12ADB59F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A112A4-27B5-4BAC-9973-4055968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B35664-814D-4A83-807A-1371196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0D8448-5FED-462E-BA90-506203E5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3F41BD-7178-4F60-85CF-789D562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281182-ED57-488A-958E-5B4F971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C5573E-D604-4F36-B46D-42C983F7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89E839-47DE-4FCF-A270-A3D849D6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A4E6B1-CBF1-4BF8-9DB5-7F62E712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E8A41C-BCC7-484F-ABE0-FBF7C043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1296500134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92799d53249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801ED4-F1E8-415E-A15F-AD099FB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7E3458-C02A-43A5-BE3F-E21A393D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1369AE-14A3-489F-92E1-84C93141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435939-E5DA-441E-A32F-442E2204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14F5D7-6C91-4AE9-B977-E43BA87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5DBF6C-7FF1-4DBA-B315-A3B7240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550541-FD95-4EC7-8C9C-FFFFE984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01EFD0-1578-4126-9B2F-5E8CD55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6AE719-2E05-4A1D-B0A7-0A331A3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960EAA-F39D-4956-8655-D4619C9F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2288E3-D13B-4812-B1B0-20D0152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8E1574-4049-4C56-BBD3-AF67477D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57C4AE-7B94-438D-8666-1AD3542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B233B5-A756-4498-BCE3-CE417EB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0709D0-321F-4F76-9918-E17081F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56D6DC-6429-4027-9464-2409854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CCC401-F791-4ED6-A7FE-D7EA64A1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DE2212-3B8C-4B5C-8D1F-995B308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859D2E-66E5-4D1F-8E66-B784EA2C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84B0C0-03C5-4E5D-B0B8-A56DE2A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1C23F9-C1EE-435A-87BD-AAB9313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0556F4-D7FF-4445-AEA1-578BC46D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B90D84-C5C5-4089-B312-A098599C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AA419A-DCF4-451E-A1A0-939261E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50A2E7-3E3E-493E-B384-B11E8332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563012-C0B9-4A4D-9616-CCEF1EC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EA847EB-239D-4ABF-B68B-080DCB2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775B4D-AE80-41F1-BCC2-6447650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C5426C-D1D1-442D-AEEF-4E87929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CEACC16-10F7-4635-8E1F-EF50982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5805D3-A2CB-47BA-98C0-C5D90EF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D99667-18BC-48B0-BF06-64BB122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3845DA-7FB9-43E0-885B-460B0A3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0A766CF-BA68-4AE1-A9E2-EA99450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34144CB-DF9F-4810-A131-3E5B765D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29F8AD-44B7-4E33-99F3-15095078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A7E6D6-44AC-4EDE-B358-035CEA5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E716DBF-8E06-4368-90B7-5C0400E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E7E2CE-FA02-4B54-B3D9-7C0DF87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060A09-5DB0-4A6D-A7D5-0A5F4C3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9EA0EF-22DF-4824-9B06-DED4412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D35B4F-DD22-4730-86D8-56301A4D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D675F3-0AFA-4473-B881-5E631A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02E512-802D-4FCD-BB14-D28C34E5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18CC405-4D73-48FB-A7DC-B7B69CF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D923D5-EAFD-48F8-91CC-29C50D5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F9CCE8-63F7-489C-AC78-D608953F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13a34d0a2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3C50273-F8F7-4E43-A7B8-F25B99F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47F4653-030B-4EFF-9B0A-39BF240F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A3979C1-04B8-451B-A05F-6B000FE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C879A80-1CA8-4A41-A03C-C412D3B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5BB4CA4-B867-4425-A6D2-E4E08C3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7A97614-7183-46F4-8797-ABC76F9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2CA08F4-2DC3-42FA-8142-54C12DD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B67599F-A534-42FF-A189-2D1B56A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501E65E-09D2-4A42-A061-9943734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FFB6E64-2F44-4F53-936C-DF80F77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2BE70EB-EFD7-4855-B604-751D8FFA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36B0855-EC6B-4491-B417-66C75E2F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3A8BFC1-BA30-4D53-88AF-3291E23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B5A835A-0E34-442E-9095-94E1055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5807218-0D47-47C7-A10D-9BBF4AE7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76CF7C8-D621-4093-BEA9-5879C2A1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AC333AF-8643-4CE1-9BE4-ECEA2700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EDB8BDC-6E50-493F-80F7-F764208D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EF88BBF-7FDD-4355-B87F-220D675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09E75EA-88D5-4223-80C5-82FF7F0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3C2F98C-EBA2-4579-9D39-E55CD1C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6B6D62C-0C64-4D46-B6B3-A421FF5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99D6E6D-4D4F-4A56-8878-06B0BF2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FF357BE-83E8-4F59-8813-774527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10cbd7bc9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13519C-5A0C-4AC7-98C2-2D5626F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220CC04-707D-4706-B8D2-0F68FD2A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255E4AF-ACCA-4BAF-BE26-7D7AC2CA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E2934DC-06C1-43D5-B76A-BB8CBA55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20974C-2219-49C9-A548-375AB73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D0835D-4A92-49ED-8298-05D85CE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FB0A74-1B6A-4ED6-9052-60372262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BB08A9-C8CD-430D-8272-58E05CEE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8BFB33-7C31-46E0-8307-615EB2AA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D5A4D6-0A53-4892-8A1F-76CED17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173372B-F680-43E7-8C6C-1D2ADD19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F2EA5D-D573-4AA5-94FF-78BB801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2C1F00-55C8-4E97-9572-F4F3899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310B92-20C8-4E51-8748-82C86C7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4DB8E4-E248-447D-ACC4-80E7A3C4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3B31CF0-F077-4BC8-A75D-C24BE01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FFD560E-3764-4B38-A854-CEEAACFE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0C093C4-68DE-4AA4-911A-961A992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73ee298eb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5876f907b4e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4C4D3F-49CC-4777-A7CF-838BE7C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64BB32-8988-4340-A4CD-607E031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FC8B29-6CE8-44E3-9AC3-46CB832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CC22A6-12E1-43C6-8A7B-EBC4542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0D9ACD-C45D-4CD2-9977-BE28515E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264448-6A20-4BC4-8BC6-60102211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DD2178A-7301-44CD-BFF8-E47162D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28FFE2-8B27-43DA-8CBF-30DC227B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01B34A-AB77-4100-92BC-C70EE147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E120BD-DB51-44F6-B1E7-F568B69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F3B5409-1A1E-47BC-9C63-DDDB1156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2E51ED-E056-42E0-BD15-BB55D52E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FCF97DD-65F7-4E16-A256-09E0D4E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B2817F-893E-4E0A-9AB7-98BE7F17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34D0D6C-B461-4ACE-85E3-6768CFB2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4612D0F-D1D8-4C41-A6CD-825B143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b895c2dfe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ab84e00e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179cb8ba74c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76797c5a245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776f393dc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47b143305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959c43ada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faeac9b40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02a9faea247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e5a54c718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489b34701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4fd8b31d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0108db4e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f19f3175b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51b295ce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03a3705684e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4990c910346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c2da0c205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2026-05-26T13:26:09.0550000Z</dcterms:created>
  <dcterms:modified xsi:type="dcterms:W3CDTF">2026-05-26T13:26:09.0550000Z</dcterms:modified>
</coreProperties>
</file>