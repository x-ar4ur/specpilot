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962fe1b4ad4c1d" /><Relationship Type="http://schemas.openxmlformats.org/officeDocument/2006/relationships/extended-properties" Target="/docProps/app.xml" Id="R4598cfb1dfaa492a" /><Relationship Type="http://schemas.openxmlformats.org/officeDocument/2006/relationships/officeDocument" Target="/ppt/presentation.xml" Id="R1329abedbe1147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ed153999a4f79"/>
  </p:sldMasterIdLst>
  <p:notesMasterIdLst>
    <p:notesMasterId xmlns:r="http://schemas.openxmlformats.org/officeDocument/2006/relationships" r:id="Rfba3c2bd43584e49"/>
  </p:notesMasterIdLst>
  <p:sldIdLst>
    <p:sldId xmlns:r="http://schemas.openxmlformats.org/officeDocument/2006/relationships" id="256" r:id="R846687fbe39e4d4b"/>
    <p:sldId xmlns:r="http://schemas.openxmlformats.org/officeDocument/2006/relationships" id="257" r:id="Rdea43775a7664c43"/>
    <p:sldId xmlns:r="http://schemas.openxmlformats.org/officeDocument/2006/relationships" id="258" r:id="R567a617f27ff4370"/>
    <p:sldId xmlns:r="http://schemas.openxmlformats.org/officeDocument/2006/relationships" id="259" r:id="R919b30338a4c43c4"/>
    <p:sldId xmlns:r="http://schemas.openxmlformats.org/officeDocument/2006/relationships" id="260" r:id="Rcdd49469626d4ce2"/>
    <p:sldId xmlns:r="http://schemas.openxmlformats.org/officeDocument/2006/relationships" id="261" r:id="R165769b61db745b1"/>
    <p:sldId xmlns:r="http://schemas.openxmlformats.org/officeDocument/2006/relationships" id="262" r:id="R9f36142446224c22"/>
    <p:sldId xmlns:r="http://schemas.openxmlformats.org/officeDocument/2006/relationships" id="263" r:id="R48fa841a2ef64d28"/>
    <p:sldId xmlns:r="http://schemas.openxmlformats.org/officeDocument/2006/relationships" id="264" r:id="R0c7bbf46741044c9"/>
    <p:sldId xmlns:r="http://schemas.openxmlformats.org/officeDocument/2006/relationships" id="265" r:id="R6060183bef6f4a43"/>
    <p:sldId xmlns:r="http://schemas.openxmlformats.org/officeDocument/2006/relationships" id="266" r:id="Rc3832e1c4c094e80"/>
    <p:sldId xmlns:r="http://schemas.openxmlformats.org/officeDocument/2006/relationships" id="267" r:id="R1cbaf7fc2fc24535"/>
    <p:sldId xmlns:r="http://schemas.openxmlformats.org/officeDocument/2006/relationships" id="268" r:id="Rcc99cb86b8984e59"/>
    <p:sldId xmlns:r="http://schemas.openxmlformats.org/officeDocument/2006/relationships" id="269" r:id="Rdab6bf3810ac431c"/>
    <p:sldId xmlns:r="http://schemas.openxmlformats.org/officeDocument/2006/relationships" id="270" r:id="R22dc8c87bc994cf3"/>
    <p:sldId xmlns:r="http://schemas.openxmlformats.org/officeDocument/2006/relationships" id="271" r:id="R99a357f2ee8c450c"/>
    <p:sldId xmlns:r="http://schemas.openxmlformats.org/officeDocument/2006/relationships" id="272" r:id="R7caf40750eda4d96"/>
    <p:sldId xmlns:r="http://schemas.openxmlformats.org/officeDocument/2006/relationships" id="273" r:id="R3ae83f88cceb4bfd"/>
    <p:sldId xmlns:r="http://schemas.openxmlformats.org/officeDocument/2006/relationships" id="274" r:id="R7a81a5e314ec4c94"/>
    <p:sldId xmlns:r="http://schemas.openxmlformats.org/officeDocument/2006/relationships" id="275" r:id="Re44fdf3636f54b66"/>
    <p:sldId xmlns:r="http://schemas.openxmlformats.org/officeDocument/2006/relationships" id="276" r:id="R94d9278fa2474463"/>
    <p:sldId xmlns:r="http://schemas.openxmlformats.org/officeDocument/2006/relationships" id="277" r:id="R52264dcb1a854e2d"/>
    <p:sldId xmlns:r="http://schemas.openxmlformats.org/officeDocument/2006/relationships" id="278" r:id="Re30445cdddd346ef"/>
    <p:sldId xmlns:r="http://schemas.openxmlformats.org/officeDocument/2006/relationships" id="279" r:id="R8c9565ef99684d94"/>
    <p:sldId xmlns:r="http://schemas.openxmlformats.org/officeDocument/2006/relationships" id="280" r:id="R4cf347994f154246"/>
    <p:sldId xmlns:r="http://schemas.openxmlformats.org/officeDocument/2006/relationships" id="281" r:id="R5c5c405d90d84421"/>
    <p:sldId xmlns:r="http://schemas.openxmlformats.org/officeDocument/2006/relationships" id="282" r:id="R920074425e2b4de7"/>
    <p:sldId xmlns:r="http://schemas.openxmlformats.org/officeDocument/2006/relationships" id="283" r:id="R2d76b4b5d7dd47e0"/>
    <p:sldId xmlns:r="http://schemas.openxmlformats.org/officeDocument/2006/relationships" id="284" r:id="Rc71445f4cd8f43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ed153999a4f79" /><Relationship Type="http://schemas.openxmlformats.org/officeDocument/2006/relationships/theme" Target="/ppt/theme/theme1.xml" Id="R0b70a5c3bdfd4a0c" /><Relationship Type="http://schemas.openxmlformats.org/officeDocument/2006/relationships/notesMaster" Target="/ppt/notesMasters/notesMaster1.xml" Id="Rfba3c2bd43584e49" /><Relationship Type="http://schemas.openxmlformats.org/officeDocument/2006/relationships/presProps" Target="/ppt/presProps.xml" Id="R150a7afddad64a01" /><Relationship Type="http://schemas.openxmlformats.org/officeDocument/2006/relationships/viewProps" Target="/ppt/viewProps.xml" Id="R9d9ee0b25ed54f35" /><Relationship Type="http://schemas.openxmlformats.org/officeDocument/2006/relationships/tableStyles" Target="/ppt/tableStyles.xml" Id="Rccaa75042a6748f1" /><Relationship Type="http://schemas.openxmlformats.org/officeDocument/2006/relationships/slide" Target="/ppt/slides/slide1.xml" Id="R846687fbe39e4d4b" /><Relationship Type="http://schemas.openxmlformats.org/officeDocument/2006/relationships/slide" Target="/ppt/slides/slide2.xml" Id="Rdea43775a7664c43" /><Relationship Type="http://schemas.openxmlformats.org/officeDocument/2006/relationships/slide" Target="/ppt/slides/slide3.xml" Id="R567a617f27ff4370" /><Relationship Type="http://schemas.openxmlformats.org/officeDocument/2006/relationships/slide" Target="/ppt/slides/slide4.xml" Id="R919b30338a4c43c4" /><Relationship Type="http://schemas.openxmlformats.org/officeDocument/2006/relationships/slide" Target="/ppt/slides/slide5.xml" Id="Rcdd49469626d4ce2" /><Relationship Type="http://schemas.openxmlformats.org/officeDocument/2006/relationships/slide" Target="/ppt/slides/slide6.xml" Id="R165769b61db745b1" /><Relationship Type="http://schemas.openxmlformats.org/officeDocument/2006/relationships/slide" Target="/ppt/slides/slide7.xml" Id="R9f36142446224c22" /><Relationship Type="http://schemas.openxmlformats.org/officeDocument/2006/relationships/slide" Target="/ppt/slides/slide8.xml" Id="R48fa841a2ef64d28" /><Relationship Type="http://schemas.openxmlformats.org/officeDocument/2006/relationships/slide" Target="/ppt/slides/slide9.xml" Id="R0c7bbf46741044c9" /><Relationship Type="http://schemas.openxmlformats.org/officeDocument/2006/relationships/slide" Target="/ppt/slides/slide10.xml" Id="R6060183bef6f4a43" /><Relationship Type="http://schemas.openxmlformats.org/officeDocument/2006/relationships/slide" Target="/ppt/slides/slide11.xml" Id="Rc3832e1c4c094e80" /><Relationship Type="http://schemas.openxmlformats.org/officeDocument/2006/relationships/slide" Target="/ppt/slides/slide12.xml" Id="R1cbaf7fc2fc24535" /><Relationship Type="http://schemas.openxmlformats.org/officeDocument/2006/relationships/slide" Target="/ppt/slides/slide13.xml" Id="Rcc99cb86b8984e59" /><Relationship Type="http://schemas.openxmlformats.org/officeDocument/2006/relationships/slide" Target="/ppt/slides/slide14.xml" Id="Rdab6bf3810ac431c" /><Relationship Type="http://schemas.openxmlformats.org/officeDocument/2006/relationships/slide" Target="/ppt/slides/slide15.xml" Id="R22dc8c87bc994cf3" /><Relationship Type="http://schemas.openxmlformats.org/officeDocument/2006/relationships/slide" Target="/ppt/slides/slide16.xml" Id="R99a357f2ee8c450c" /><Relationship Type="http://schemas.openxmlformats.org/officeDocument/2006/relationships/slide" Target="/ppt/slides/slide17.xml" Id="R7caf40750eda4d96" /><Relationship Type="http://schemas.openxmlformats.org/officeDocument/2006/relationships/slide" Target="/ppt/slides/slide18.xml" Id="R3ae83f88cceb4bfd" /><Relationship Type="http://schemas.openxmlformats.org/officeDocument/2006/relationships/slide" Target="/ppt/slides/slide19.xml" Id="R7a81a5e314ec4c94" /><Relationship Type="http://schemas.openxmlformats.org/officeDocument/2006/relationships/slide" Target="/ppt/slides/slide20.xml" Id="Re44fdf3636f54b66" /><Relationship Type="http://schemas.openxmlformats.org/officeDocument/2006/relationships/slide" Target="/ppt/slides/slide21.xml" Id="R94d9278fa2474463" /><Relationship Type="http://schemas.openxmlformats.org/officeDocument/2006/relationships/slide" Target="/ppt/slides/slide22.xml" Id="R52264dcb1a854e2d" /><Relationship Type="http://schemas.openxmlformats.org/officeDocument/2006/relationships/slide" Target="/ppt/slides/slide23.xml" Id="Re30445cdddd346ef" /><Relationship Type="http://schemas.openxmlformats.org/officeDocument/2006/relationships/slide" Target="/ppt/slides/slide24.xml" Id="R8c9565ef99684d94" /><Relationship Type="http://schemas.openxmlformats.org/officeDocument/2006/relationships/slide" Target="/ppt/slides/slide25.xml" Id="R4cf347994f154246" /><Relationship Type="http://schemas.openxmlformats.org/officeDocument/2006/relationships/slide" Target="/ppt/slides/slide26.xml" Id="R5c5c405d90d84421" /><Relationship Type="http://schemas.openxmlformats.org/officeDocument/2006/relationships/slide" Target="/ppt/slides/slide27.xml" Id="R920074425e2b4de7" /><Relationship Type="http://schemas.openxmlformats.org/officeDocument/2006/relationships/slide" Target="/ppt/slides/slide28.xml" Id="R2d76b4b5d7dd47e0" /><Relationship Type="http://schemas.openxmlformats.org/officeDocument/2006/relationships/slide" Target="/ppt/slides/slide29.xml" Id="Rc71445f4cd8f43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2bfc559e5b240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40c15c2b8a4380" /><Relationship Type="http://schemas.openxmlformats.org/officeDocument/2006/relationships/notesMaster" Target="/ppt/notesMasters/notesMaster1.xml" Id="Ra5b9e351c5dc4e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05955470124a4d" /><Relationship Type="http://schemas.openxmlformats.org/officeDocument/2006/relationships/notesMaster" Target="/ppt/notesMasters/notesMaster1.xml" Id="R437bc5db92a64e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6482d65812407e" /><Relationship Type="http://schemas.openxmlformats.org/officeDocument/2006/relationships/notesMaster" Target="/ppt/notesMasters/notesMaster1.xml" Id="R600b81b3999c43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77faaa51f04976" /><Relationship Type="http://schemas.openxmlformats.org/officeDocument/2006/relationships/notesMaster" Target="/ppt/notesMasters/notesMaster1.xml" Id="R23149cefcfd344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212f3bde904133" /><Relationship Type="http://schemas.openxmlformats.org/officeDocument/2006/relationships/notesMaster" Target="/ppt/notesMasters/notesMaster1.xml" Id="R32b1ad5c310147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fe8cdfda9d4e2f" /><Relationship Type="http://schemas.openxmlformats.org/officeDocument/2006/relationships/notesMaster" Target="/ppt/notesMasters/notesMaster1.xml" Id="R6e0e5bac5d674e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580325c087452e" /><Relationship Type="http://schemas.openxmlformats.org/officeDocument/2006/relationships/notesMaster" Target="/ppt/notesMasters/notesMaster1.xml" Id="Rb7cffab6e2eb46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99cfad2a8a4821" /><Relationship Type="http://schemas.openxmlformats.org/officeDocument/2006/relationships/notesMaster" Target="/ppt/notesMasters/notesMaster1.xml" Id="Rc245079f167945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c2cafc092d4b95" /><Relationship Type="http://schemas.openxmlformats.org/officeDocument/2006/relationships/notesMaster" Target="/ppt/notesMasters/notesMaster1.xml" Id="Re10c08f008be43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e09d00d10643e1" /><Relationship Type="http://schemas.openxmlformats.org/officeDocument/2006/relationships/notesMaster" Target="/ppt/notesMasters/notesMaster1.xml" Id="R416d5b7824424f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5e544811024d78" /><Relationship Type="http://schemas.openxmlformats.org/officeDocument/2006/relationships/notesMaster" Target="/ppt/notesMasters/notesMaster1.xml" Id="Rabce26b8ee9e49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f3ed5905f4414e" /><Relationship Type="http://schemas.openxmlformats.org/officeDocument/2006/relationships/notesMaster" Target="/ppt/notesMasters/notesMaster1.xml" Id="R69950316971a4b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794a3844d1499b" /><Relationship Type="http://schemas.openxmlformats.org/officeDocument/2006/relationships/notesMaster" Target="/ppt/notesMasters/notesMaster1.xml" Id="R59c7626fe0e24e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8bd7191c584428" /><Relationship Type="http://schemas.openxmlformats.org/officeDocument/2006/relationships/notesMaster" Target="/ppt/notesMasters/notesMaster1.xml" Id="R2152a8c40b0a47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4b3281b6ee4b49" /><Relationship Type="http://schemas.openxmlformats.org/officeDocument/2006/relationships/notesMaster" Target="/ppt/notesMasters/notesMaster1.xml" Id="R8b58d235465c46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7b7498036d4d2c" /><Relationship Type="http://schemas.openxmlformats.org/officeDocument/2006/relationships/notesMaster" Target="/ppt/notesMasters/notesMaster1.xml" Id="R61fcdf2a66a649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9425cc530c4225" /><Relationship Type="http://schemas.openxmlformats.org/officeDocument/2006/relationships/notesMaster" Target="/ppt/notesMasters/notesMaster1.xml" Id="R149969c6e70343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0d02eb66164ecf" /><Relationship Type="http://schemas.openxmlformats.org/officeDocument/2006/relationships/notesMaster" Target="/ppt/notesMasters/notesMaster1.xml" Id="R74b440e3b54b40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6a4de7d43764531" /><Relationship Type="http://schemas.openxmlformats.org/officeDocument/2006/relationships/notesMaster" Target="/ppt/notesMasters/notesMaster1.xml" Id="Re34ae013160946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4e275e612e498d" /><Relationship Type="http://schemas.openxmlformats.org/officeDocument/2006/relationships/notesMaster" Target="/ppt/notesMasters/notesMaster1.xml" Id="R97f502cfe7174ca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c1a09903c754f5c" /><Relationship Type="http://schemas.openxmlformats.org/officeDocument/2006/relationships/notesMaster" Target="/ppt/notesMasters/notesMaster1.xml" Id="R73a47667bea542d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1eec833ebd94fb7" /><Relationship Type="http://schemas.openxmlformats.org/officeDocument/2006/relationships/notesMaster" Target="/ppt/notesMasters/notesMaster1.xml" Id="R8d4dc962dc9c40d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cf838259bda4b49" /><Relationship Type="http://schemas.openxmlformats.org/officeDocument/2006/relationships/notesMaster" Target="/ppt/notesMasters/notesMaster1.xml" Id="R35f560603d8b43f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85d113e1e8c4d36" /><Relationship Type="http://schemas.openxmlformats.org/officeDocument/2006/relationships/notesMaster" Target="/ppt/notesMasters/notesMaster1.xml" Id="R57c9fe5c0bbd4f1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4c9a2ed8098480d" /><Relationship Type="http://schemas.openxmlformats.org/officeDocument/2006/relationships/notesMaster" Target="/ppt/notesMasters/notesMaster1.xml" Id="R9a2044e789954e5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46e5df16a824e8c" /><Relationship Type="http://schemas.openxmlformats.org/officeDocument/2006/relationships/notesMaster" Target="/ppt/notesMasters/notesMaster1.xml" Id="R15c4db304080421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a95f7e91f10453d" /><Relationship Type="http://schemas.openxmlformats.org/officeDocument/2006/relationships/notesMaster" Target="/ppt/notesMasters/notesMaster1.xml" Id="R2fe7ca8614b544a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396f5b0dd5a40b1" /><Relationship Type="http://schemas.openxmlformats.org/officeDocument/2006/relationships/notesMaster" Target="/ppt/notesMasters/notesMaster1.xml" Id="R8cbdd68f2ab8400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62cb73eca414665" /><Relationship Type="http://schemas.openxmlformats.org/officeDocument/2006/relationships/notesMaster" Target="/ppt/notesMasters/notesMaster1.xml" Id="R11e2a4b920e741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043f3bd914e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4255862c94d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5fe3f71f346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c3dec8b3e40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b569194ba7496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fff385e744b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e7a75b5ae46d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f591b329841c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b67f829f7469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107607a5749c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47321b826454d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71d1f431e334616" /><Relationship Type="http://schemas.openxmlformats.org/officeDocument/2006/relationships/slideLayout" Target="/ppt/slideLayouts/slideLayout2.xml" Id="R82ee0000a8344ba4" /><Relationship Type="http://schemas.openxmlformats.org/officeDocument/2006/relationships/slideLayout" Target="/ppt/slideLayouts/slideLayout3.xml" Id="R36c21918026c4bfb" /><Relationship Type="http://schemas.openxmlformats.org/officeDocument/2006/relationships/slideLayout" Target="/ppt/slideLayouts/slideLayout4.xml" Id="R813fd73cd5544624" /><Relationship Type="http://schemas.openxmlformats.org/officeDocument/2006/relationships/slideLayout" Target="/ppt/slideLayouts/slideLayout5.xml" Id="Re544932303d249ea" /><Relationship Type="http://schemas.openxmlformats.org/officeDocument/2006/relationships/slideLayout" Target="/ppt/slideLayouts/slideLayout6.xml" Id="Rd993fbb1f3934eec" /><Relationship Type="http://schemas.openxmlformats.org/officeDocument/2006/relationships/slideLayout" Target="/ppt/slideLayouts/slideLayout7.xml" Id="R9cd48c5c9b7348cf" /><Relationship Type="http://schemas.openxmlformats.org/officeDocument/2006/relationships/slideLayout" Target="/ppt/slideLayouts/slideLayout8.xml" Id="R1b8b255b14b746ea" /><Relationship Type="http://schemas.openxmlformats.org/officeDocument/2006/relationships/slideLayout" Target="/ppt/slideLayouts/slideLayout9.xml" Id="R40658e66b2d842e5" /><Relationship Type="http://schemas.openxmlformats.org/officeDocument/2006/relationships/slideLayout" Target="/ppt/slideLayouts/slideLayout10.xml" Id="Rfb065d2452db4916" /><Relationship Type="http://schemas.openxmlformats.org/officeDocument/2006/relationships/slideLayout" Target="/ppt/slideLayouts/slideLayout11.xml" Id="R40df634fbd264e0a" /><Relationship Type="http://schemas.openxmlformats.org/officeDocument/2006/relationships/slideLayout" Target="/ppt/slideLayouts/slideLayout12.xml" Id="Rc19ed917f25a46f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ee0000a8344ba4"/>
    <p:sldLayoutId xmlns:r="http://schemas.openxmlformats.org/officeDocument/2006/relationships" id="2147483650" r:id="R36c21918026c4bfb"/>
    <p:sldLayoutId xmlns:r="http://schemas.openxmlformats.org/officeDocument/2006/relationships" id="2147483651" r:id="R813fd73cd5544624"/>
    <p:sldLayoutId xmlns:r="http://schemas.openxmlformats.org/officeDocument/2006/relationships" id="2147483652" r:id="Re544932303d249ea"/>
    <p:sldLayoutId xmlns:r="http://schemas.openxmlformats.org/officeDocument/2006/relationships" id="2147483653" r:id="Rd993fbb1f3934eec"/>
    <p:sldLayoutId xmlns:r="http://schemas.openxmlformats.org/officeDocument/2006/relationships" id="2147483654" r:id="R9cd48c5c9b7348cf"/>
    <p:sldLayoutId xmlns:r="http://schemas.openxmlformats.org/officeDocument/2006/relationships" id="2147483655" r:id="R1b8b255b14b746ea"/>
    <p:sldLayoutId xmlns:r="http://schemas.openxmlformats.org/officeDocument/2006/relationships" id="2147483656" r:id="R40658e66b2d842e5"/>
    <p:sldLayoutId xmlns:r="http://schemas.openxmlformats.org/officeDocument/2006/relationships" id="2147483657" r:id="Rfb065d2452db4916"/>
    <p:sldLayoutId xmlns:r="http://schemas.openxmlformats.org/officeDocument/2006/relationships" id="2147483658" r:id="R40df634fbd264e0a"/>
    <p:sldLayoutId xmlns:r="http://schemas.openxmlformats.org/officeDocument/2006/relationships" id="2147483659" r:id="Rc19ed917f25a46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c99da31a90541c8" /><Relationship Type="http://schemas.openxmlformats.org/officeDocument/2006/relationships/image" Target="/ppt/media/image.png" Id="R740e88b4caca436f" /><Relationship Type="http://schemas.openxmlformats.org/officeDocument/2006/relationships/image" Target="/ppt/media/image2.png" Id="Rd39217eb66da430a" /><Relationship Type="http://schemas.openxmlformats.org/officeDocument/2006/relationships/notesSlide" Target="/ppt/notesSlides/notesSlide1.xml" Id="R094d1b1d511745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b20eba6154d25" /><Relationship Type="http://schemas.openxmlformats.org/officeDocument/2006/relationships/image" Target="/ppt/media/image2.png" Id="R29c6ed2028e646c6" /><Relationship Type="http://schemas.openxmlformats.org/officeDocument/2006/relationships/notesSlide" Target="/ppt/notesSlides/notesSlide2.xml" Id="R3926a2abc28841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ad899c309e4515" /><Relationship Type="http://schemas.openxmlformats.org/officeDocument/2006/relationships/image" Target="/ppt/media/image2.png" Id="R5c136b2c7c1e413b" /><Relationship Type="http://schemas.openxmlformats.org/officeDocument/2006/relationships/notesSlide" Target="/ppt/notesSlides/notesSlide3.xml" Id="R7de18885503247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50aec47eebe4e08" /><Relationship Type="http://schemas.openxmlformats.org/officeDocument/2006/relationships/image" Target="/ppt/media/image3.png" Id="R04946dfaa69b4d8b" /><Relationship Type="http://schemas.openxmlformats.org/officeDocument/2006/relationships/notesSlide" Target="/ppt/notesSlides/notesSlide4.xml" Id="R5b9679b96c8e48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c64da18f7e54ee4" /><Relationship Type="http://schemas.openxmlformats.org/officeDocument/2006/relationships/image" Target="/ppt/media/image3.png" Id="Rd178a946c7d444b5" /><Relationship Type="http://schemas.openxmlformats.org/officeDocument/2006/relationships/notesSlide" Target="/ppt/notesSlides/notesSlide5.xml" Id="Rb3811c0d0d3e42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1576c1d648b415d" /><Relationship Type="http://schemas.openxmlformats.org/officeDocument/2006/relationships/image" Target="/ppt/media/image2.png" Id="Rf237530bd9ec4a52" /><Relationship Type="http://schemas.openxmlformats.org/officeDocument/2006/relationships/notesSlide" Target="/ppt/notesSlides/notesSlide6.xml" Id="R28e787f4e83143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6a486e012b47f2" /><Relationship Type="http://schemas.openxmlformats.org/officeDocument/2006/relationships/image" Target="/ppt/media/image3.png" Id="Rbaf6fafe18d641c2" /><Relationship Type="http://schemas.openxmlformats.org/officeDocument/2006/relationships/notesSlide" Target="/ppt/notesSlides/notesSlide7.xml" Id="R6147a232e4be4d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be1a6bc4dcf42cd" /><Relationship Type="http://schemas.openxmlformats.org/officeDocument/2006/relationships/image" Target="/ppt/media/image3.png" Id="R0aba4a969a6e4fb2" /><Relationship Type="http://schemas.openxmlformats.org/officeDocument/2006/relationships/notesSlide" Target="/ppt/notesSlides/notesSlide8.xml" Id="R0a98e33da44b46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06cf215792d4781" /><Relationship Type="http://schemas.openxmlformats.org/officeDocument/2006/relationships/image" Target="/ppt/media/image3.png" Id="R49888456f28d4e48" /><Relationship Type="http://schemas.openxmlformats.org/officeDocument/2006/relationships/notesSlide" Target="/ppt/notesSlides/notesSlide9.xml" Id="Rd06b2f50dcc047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a53632d749481b" /><Relationship Type="http://schemas.openxmlformats.org/officeDocument/2006/relationships/image" Target="/ppt/media/image2.png" Id="R87c7f2e90b5a491a" /><Relationship Type="http://schemas.openxmlformats.org/officeDocument/2006/relationships/notesSlide" Target="/ppt/notesSlides/notesSlide10.xml" Id="Rff4007b750a642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70b231a40fb406c" /><Relationship Type="http://schemas.openxmlformats.org/officeDocument/2006/relationships/image" Target="/ppt/media/image3.png" Id="R4b466264577547a3" /><Relationship Type="http://schemas.openxmlformats.org/officeDocument/2006/relationships/notesSlide" Target="/ppt/notesSlides/notesSlide11.xml" Id="R51cca21e79a647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e604ddc8d414477" /><Relationship Type="http://schemas.openxmlformats.org/officeDocument/2006/relationships/image" Target="/ppt/media/image3.png" Id="R4f903dba77bf472b" /><Relationship Type="http://schemas.openxmlformats.org/officeDocument/2006/relationships/notesSlide" Target="/ppt/notesSlides/notesSlide12.xml" Id="R635285702f1d4c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b890ba9cf334a8f" /><Relationship Type="http://schemas.openxmlformats.org/officeDocument/2006/relationships/image" Target="/ppt/media/image3.png" Id="R5e5ecdcac4b44d17" /><Relationship Type="http://schemas.openxmlformats.org/officeDocument/2006/relationships/notesSlide" Target="/ppt/notesSlides/notesSlide13.xml" Id="R2dfed2d2e5004d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bb99ee519ca48cd" /><Relationship Type="http://schemas.openxmlformats.org/officeDocument/2006/relationships/image" Target="/ppt/media/image3.png" Id="R3965e70d4c0841d1" /><Relationship Type="http://schemas.openxmlformats.org/officeDocument/2006/relationships/notesSlide" Target="/ppt/notesSlides/notesSlide14.xml" Id="R2496150d352844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85a54764d3441aa" /><Relationship Type="http://schemas.openxmlformats.org/officeDocument/2006/relationships/image" Target="/ppt/media/image3.png" Id="Rd0224b08b0484f06" /><Relationship Type="http://schemas.openxmlformats.org/officeDocument/2006/relationships/notesSlide" Target="/ppt/notesSlides/notesSlide15.xml" Id="R1b7bc96fe8a343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2b9e369b5d4f0a" /><Relationship Type="http://schemas.openxmlformats.org/officeDocument/2006/relationships/image" Target="/ppt/media/image3.png" Id="R64e83a618c6d4a8d" /><Relationship Type="http://schemas.openxmlformats.org/officeDocument/2006/relationships/notesSlide" Target="/ppt/notesSlides/notesSlide16.xml" Id="R486ef069e50f4b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5dff1f61a74ab1" /><Relationship Type="http://schemas.openxmlformats.org/officeDocument/2006/relationships/image" Target="/ppt/media/image3.png" Id="Rd73e965d5c894ec1" /><Relationship Type="http://schemas.openxmlformats.org/officeDocument/2006/relationships/notesSlide" Target="/ppt/notesSlides/notesSlide17.xml" Id="R9e7d374f0f774a2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f10f70f96284f1d" /><Relationship Type="http://schemas.openxmlformats.org/officeDocument/2006/relationships/image" Target="/ppt/media/image3.png" Id="R7705bb6547f841b2" /><Relationship Type="http://schemas.openxmlformats.org/officeDocument/2006/relationships/notesSlide" Target="/ppt/notesSlides/notesSlide18.xml" Id="R80ec8bcd80a0458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a400c769e324d99" /><Relationship Type="http://schemas.openxmlformats.org/officeDocument/2006/relationships/image" Target="/ppt/media/image3.png" Id="R2afc22b09d594d7e" /><Relationship Type="http://schemas.openxmlformats.org/officeDocument/2006/relationships/notesSlide" Target="/ppt/notesSlides/notesSlide19.xml" Id="Rf5c87411466642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3dea70c45864f86" /><Relationship Type="http://schemas.openxmlformats.org/officeDocument/2006/relationships/image" Target="/ppt/media/image3.png" Id="R9e9ecc85046d419d" /><Relationship Type="http://schemas.openxmlformats.org/officeDocument/2006/relationships/notesSlide" Target="/ppt/notesSlides/notesSlide20.xml" Id="R501d01cd28ba46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7d5c198acd24a86" /><Relationship Type="http://schemas.openxmlformats.org/officeDocument/2006/relationships/image" Target="/ppt/media/image3.png" Id="Rebb96deefd044fbb" /><Relationship Type="http://schemas.openxmlformats.org/officeDocument/2006/relationships/notesSlide" Target="/ppt/notesSlides/notesSlide21.xml" Id="R137cadbb2c6d41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9b366e9112649ac" /><Relationship Type="http://schemas.openxmlformats.org/officeDocument/2006/relationships/image" Target="/ppt/media/image3.png" Id="R6d4366fbeafe485e" /><Relationship Type="http://schemas.openxmlformats.org/officeDocument/2006/relationships/notesSlide" Target="/ppt/notesSlides/notesSlide22.xml" Id="R026ea64ab22449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d01e49258ac4011" /><Relationship Type="http://schemas.openxmlformats.org/officeDocument/2006/relationships/image" Target="/ppt/media/image3.png" Id="R78c21090cc094fb5" /><Relationship Type="http://schemas.openxmlformats.org/officeDocument/2006/relationships/notesSlide" Target="/ppt/notesSlides/notesSlide23.xml" Id="R2db740e66abc4a1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158c8e5ab8546b7" /><Relationship Type="http://schemas.openxmlformats.org/officeDocument/2006/relationships/image" Target="/ppt/media/image3.png" Id="R4c77f9867a7f4623" /><Relationship Type="http://schemas.openxmlformats.org/officeDocument/2006/relationships/notesSlide" Target="/ppt/notesSlides/notesSlide24.xml" Id="R96411d7f27e74f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77763da95b24867" /><Relationship Type="http://schemas.openxmlformats.org/officeDocument/2006/relationships/image" Target="/ppt/media/image2.png" Id="R8b172a32574743d1" /><Relationship Type="http://schemas.openxmlformats.org/officeDocument/2006/relationships/notesSlide" Target="/ppt/notesSlides/notesSlide25.xml" Id="R1c08587234404b3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25d7f6d99b34075" /><Relationship Type="http://schemas.openxmlformats.org/officeDocument/2006/relationships/image" Target="/ppt/media/image3.png" Id="R23d730a743614767" /><Relationship Type="http://schemas.openxmlformats.org/officeDocument/2006/relationships/notesSlide" Target="/ppt/notesSlides/notesSlide26.xml" Id="R65038ee3b506495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47265558fe74707" /><Relationship Type="http://schemas.openxmlformats.org/officeDocument/2006/relationships/image" Target="/ppt/media/image3.png" Id="Rfc22bd0fbc764739" /><Relationship Type="http://schemas.openxmlformats.org/officeDocument/2006/relationships/notesSlide" Target="/ppt/notesSlides/notesSlide27.xml" Id="Ra7296a34a974465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710c950f9aa4ac0" /><Relationship Type="http://schemas.openxmlformats.org/officeDocument/2006/relationships/image" Target="/ppt/media/image3.png" Id="R076ac155ea444520" /><Relationship Type="http://schemas.openxmlformats.org/officeDocument/2006/relationships/notesSlide" Target="/ppt/notesSlides/notesSlide28.xml" Id="R93b653c70358421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a955cb60304c23" /><Relationship Type="http://schemas.openxmlformats.org/officeDocument/2006/relationships/image" Target="/ppt/media/image2.png" Id="R66128a803c2c4996" /><Relationship Type="http://schemas.openxmlformats.org/officeDocument/2006/relationships/notesSlide" Target="/ppt/notesSlides/notesSlide29.xml" Id="R3184322adff143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e88b4caca436f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217eb66da43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6ed2028e646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36b2c7c1e41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46dfaa69b4d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21D040-CEAB-492E-A8E5-F84D6DEA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410FAE-61D6-4C3C-81CC-8964405A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723C86-7B3C-49D6-9864-AED80321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823620-3683-45A9-A2D3-2B495657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2E3097-BDE0-4BD0-8610-D9018342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9D990A-B5AB-454F-905C-12154253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19EF59-825C-47D0-AE44-2D1B71A6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98A5BD-83AD-41D8-AC2B-F566AAC5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3F8BFE-82A0-44CF-A98A-8A0F7A9B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5672A0-3C7B-4A22-8ABC-8CAF6456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CF10DD-7E0F-4383-8295-4227774F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8A56E3-5AE4-435D-90AB-98197C08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242CB3-B065-4059-A0B6-EFB77C34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FDB9EF-7224-4169-994F-0FC81298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AF9435-EE1B-4141-91A0-EC06A773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E156E0-0E29-4187-88A5-46E392C6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8a946c7d444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B9872F-134D-4870-B54A-AF1B6053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BC2C90-6277-4FAA-9CC8-EBC17121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DC013E-5D8E-4F90-904E-8905128D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8F1458-747A-4EEA-AFAD-430FAC9F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9EA922-558C-434F-A1AF-788102F3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4EE90D-7B5A-4F1F-8AE5-942CD3AE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0A4279-2EFF-46CB-B1FD-09FDFAE4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C59A02-CA7F-4133-9A26-497FBE12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89E0A3-9253-44A3-A67C-1EFA1C7A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D6C4E6-9A68-44B6-A887-0EAD0B3A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7F18C6-8B32-4226-BBB4-AEB1429C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817F95-CA56-4CDA-8B16-3767796B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0484327-E756-4CFC-B126-9FE7B331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55CBF4-E24E-4ED9-BC48-E510B508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8BFC2AF-9CEB-4A15-9F38-B60DE39B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FA986CD-1AF8-45DD-AA24-CB389D37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E56471-EAE6-4B81-BD7F-C7077892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76B23D-1F7B-44C6-874F-2472EC7B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B4228D2-8DF1-45A6-8D71-1C8B37EE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F20A46-49D9-466F-8D9F-97B65106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5F9F63-9281-491B-B946-9C61A946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084D8B-714E-4616-9430-9EB62D8E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7D19223-818A-4C36-9DB3-97BBCA0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27CFC73-8678-489E-98BD-D81DB12B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4FE00BC-007F-4B01-B03F-88FFC976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E5ED859-8D2D-4086-A478-99D83F16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7530bd9ec4a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6fafe18d641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E9117B-128A-411D-83EC-2A0C416A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D99F85-57C3-40FE-84F3-E7E0CD13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C0931C-029B-4709-96A8-18049E5F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0C7613-05A0-4320-8FDA-8ACF7751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862DFC-CDB5-46D8-A442-A6CF9065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E4BEF1-087B-46A9-B1A5-D372860E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04B306-4071-4260-B6E9-6BA080C1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54D99B-7244-4CAB-B7C3-7FE03A6D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CE48B8-0ECB-448A-A3AE-6CEEC8C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DC3631-A933-48D1-A3DF-EABA744D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021A16-FBA0-4373-BC20-75B6CD5B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BD3D01-82E3-42B9-AECF-054A29D6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7B3E43-2399-4B39-A086-64AE4950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03B6EA-4435-48A5-974B-860D4DE2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DDCFF2-9CA0-4378-A095-52A8BABC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D1EB7A-A5BD-4BBB-BF20-D2E2F061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33C47E-9105-4053-B971-D486D81F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DB52B9-BC69-473D-A9D8-D2F396F0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7B5DF0-C292-416C-8A59-43A5E012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8D6B83-6EB9-4501-8E15-B93035E2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6B56A9-2F7D-45BB-AEB8-67929A1E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B0E8A66-2849-4841-80E4-3F15EC7B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54AA3D-ACFC-4A0C-B9C9-EB47B0A4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D0759EE-2B41-4C10-A71F-C95CC348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30E279-F8CB-4EA7-A64B-0DEE170C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FFFC1EE-A2DD-4A8E-ABDC-ADBDF11C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301E44C-AB83-497A-8B8A-828BCF28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3C4577-B7BF-48FF-8490-5383AE11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761B97E-9EDE-47B9-913F-25D13AEC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0EA91CA-B8FD-4ECB-BAF3-2545493E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547E3E5-9EA0-42AE-B204-B9DA14BC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82026C9-BB47-4E9F-9809-CBFACF20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9364A4-893F-456D-9FD9-064A401F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9F3D1E8-7821-4314-8B90-06561A07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5EA9AA3-926C-42DA-8320-2FC1E89D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E733CFB-1AEE-4C7B-A0F2-63969C44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696F992-FB79-49C4-A250-B689E913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8E783A9-70DA-4DA4-AE56-5557E50E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273639E-50F3-4880-860B-F55A08FB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B6ACEAD-1653-494A-92F7-860CFBCD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22883D9-E98B-468C-9587-7E7E9B94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B1FD0AF-DADD-48E4-AF7F-16A38BA6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B29BFAD-63BC-4A96-99E8-C351A7B9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6C8D24D-5C7C-4149-9A1B-CD489D71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77B68A-8CA6-45B8-9AF9-A152110D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CE92983-697E-4985-AD5B-16798BB4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FC6EDED-0D55-41CB-B78C-312AE954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a4a969a6e4f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B2B2FAD-03E7-41F0-AC20-F619C437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DACFD54-1F1A-441C-B6E1-75C4CE40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D5F2C2D-CD2B-4A38-87FC-1F618D68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E9D35CF-5759-4470-9905-C0CCF9D6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8AFC1D5-5DE7-413D-A7CC-2D394174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181096F-5118-4D45-822A-B8FD4DC3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29B1F63-AF6B-49D4-B96B-442CBA7F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FA4C570-2042-4785-8892-1D4D1D89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2F7D4D9-6D14-4BED-A571-09BC2C0E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D93889F-C9D2-4693-9689-8FE55AC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832F901-ED2D-4192-9655-59C11B1F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739745F-E212-4BC2-8600-6E5715E6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ADC4E86-7381-445F-BB93-BED98C1B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1C3DA9E-7A8D-429A-986F-EA1D5546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A1DADE1-6133-40A9-982B-00015CEA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165A1BF-3143-4FBA-A055-4E05AD40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791EDBE-63C6-4A9A-B83E-872359FB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E25075D-DFEF-4057-8CCE-18E0E06B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C9228C0-CC31-461F-AECF-375B7AA9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930996E-1FBC-4CF7-8D89-0E1218FE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5CD73B2-10BA-4BF5-8596-660952EB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B9F42D6-E552-4EC2-8CD2-A9A83055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0AA2E38-F13A-44C4-ACEC-B75AD0B9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49FC4BF-4834-4799-A965-30E6B98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88456f28d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40380E9-9759-4287-8421-890FA1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D2340E2-1910-4AE2-8AD7-D18AAF6A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8C1DA19-ABC4-497B-9A31-D3A66201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9763FCB-3665-40C6-976D-6F2D3D96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8EEA415-83E5-4C3A-B23A-F1506FC2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3902AAB-F824-4B39-B281-63E94D97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B239EC6-9156-40C9-B086-9203D2DF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2E41FB2-52D4-4C7B-85BD-161C52AB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A972E3E-0B1D-4B8B-9996-F85FD025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50B2896-D8FC-4D1A-89E3-235EEA97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362B1A0-E2C4-416C-BF35-9578F033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F046728-8647-4478-B99D-012D6EBE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4D9D75C-AE94-4279-9050-82DF1F2E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B73456B-ECF0-4E0D-B360-44AA6E86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681EFC0-94FC-4514-9230-91064DE5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DBB6C05-6C43-41AC-A591-3514FC8F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3B782D1-3275-43BD-9DC1-0237A082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D4061F0-9BC0-465A-AE1B-955881D6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7f2e90b5a49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66264577547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EA4C455-62FC-4838-AD52-28B69A1A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67A757A-CCA4-4031-9287-0DADD159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36E5E59-04CC-49C2-84A7-C32284E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FE9D43E-F299-44E7-B6A4-5DCC556C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D38E13B-41BE-4C90-895A-CA692528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DF5EBB4-A664-4CB1-A001-72692114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2C3F696-A656-4CA4-9610-499F2699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AFC4EBC-004D-4C65-A1B4-3D20D81D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8337D1B-2948-4297-A9EA-B84F6BCD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1B847B4-E470-42C0-9274-41DC7BB8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BE7CAB0-50C0-467A-B6E4-F91E3726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3368CF2-C0AB-4D0D-9BB2-9CE46CCC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39885E3-5469-4003-AD5F-D29D324B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CE7129D-6CEA-4C8D-AA65-11C226F7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5EBBCD9-88C2-4A71-A961-E2D4B2C1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7A3E5A4-EE1A-4ACF-8302-9E4B051C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03dba77bf47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6097444-4F1A-4549-ABFE-6D5C9BBC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208824E-D08D-45DF-9835-CA23ED34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BEB81D-D7D1-4D3A-A652-3E1D87B8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E1F1488-836D-45B8-9FBC-806E61EA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4DFD778-A4A6-46B8-BC63-89DF38B7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8586B09-1F45-4E28-AE11-14F9CFA4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4EE8D90-16E9-4B20-929E-DE2DE740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BFA6C3-F846-49D3-820C-7E7B905C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E29974B-BD62-44CA-A230-784C3661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0ED91F4-1362-4260-A8F4-066B0B39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B29984E-D3AB-4107-A961-AEDC31A7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722E72D-B030-421C-A9A0-14C066EA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75924A4-FD2E-4EF7-AD70-0DED1250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174ABA4-CFFD-4A1C-9D5D-E667FAE2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8A650C0-86F0-41CD-B7DE-E20E2EDE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C58211F-AEC8-4A9C-B5CC-E3C9064E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5508FF6-9C58-4FAA-A7FB-C58082F0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9F794CF-CE96-4A6F-81E0-94E4DDCB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4105FAA-746F-4D84-9BDB-578E8A0F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5763490-1453-41B4-9EDA-F6A5600F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25CF307-5818-4DC0-A983-24B761F0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99A9C8D-D2A0-4650-8C15-3BBE3748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58A7033-CC21-4E49-AAFB-CC55B129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AC86FE7-FCCB-4B1E-A16F-6B6A07DE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EBFC846-056E-4326-9CD6-306697C8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0421597-9F6C-4DA5-B818-8BF3F601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457143F-D9E1-4098-999B-ABC65CAA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F2EDBCC-129E-4C38-BDCA-51A3C7AB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7EC7399-0DE4-4C8F-803A-74E4D1C1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6E97B64-17C4-4258-BCF2-E0DE8D48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B843578-C9A9-4823-AAED-B021CE24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C851C97-C51E-4C3A-A442-CE41EF31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E5AE21C-4186-4017-8A0B-F7FFD055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3F824CE-AD61-44F6-AB8C-636D3FD7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A02EACF-174D-45D3-935C-583C87D8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ecdcac4b44d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1C5E73C-59F1-425A-9196-C831F74F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209039D-82DC-461B-8AAD-D7234211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690A519-679D-452C-A78C-EFC3BCFE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966A771-A6FD-4C4B-9821-18EE8489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57EF7C9-8C97-450C-88E5-4F27A1E5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93A3787-6558-433D-A8C0-6EA4C2DA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916CE42-86A4-44D5-9374-D65FEC0E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40779EC-75EE-4D6F-92FA-5C057898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70F9729-F5F0-4B26-BE6D-9DBD2074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CF4974E-4056-4B7A-A464-58EAAFE1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21CFC2C-D557-49C3-AB14-CDC590F7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0EE52CC-88E9-4711-A6D0-A6A75C78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D7A969-0049-44DD-A950-1BDDDA74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9273229-3858-4490-B244-B722B9B5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F5C23CA-685C-4B4C-A1B7-B8CC5FDF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4424769-3CFC-4DD3-BB5C-D6984EFA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715789C-5BE7-4220-A538-0EAA58E6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9A52DB3-EC12-4AEE-A9F0-4F940D94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CEA9021-96C4-4457-8A37-FA91D5BB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7F5A7B1-DCA5-4598-B233-02DBE6D1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33D068B-2902-459F-A21A-3DD709AA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6137975-7695-4DE6-84D4-67923A63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F75FB16-36F4-4584-A625-036967DE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B8F01BD-EF89-48AB-965D-FAF6A108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1D34FB9-9A2C-4B8E-85C3-31AE1F6E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DD99EC8-B08E-46AF-AD7C-F799FD5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59CDA68-E054-459E-8621-38064F9F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5584289-E595-4664-9DAF-AAC0C260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71C3D29-A978-47F0-880F-0CC4AE8D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0936A96-AB15-4DB4-8DA0-90F348E3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5C3AB97-0198-4582-8270-3C8710AC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9C296AE-5BD4-4E3C-85DB-F655E362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355C901-DC25-40AE-B9AC-E9235FD1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1BE3DA1-8B82-4DC3-A314-3A1EFD85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B626EDA-ABC0-44E5-99C4-CBAD82DA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99D0727-5975-4930-9A98-C80212CD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2BC5A39-B471-49F8-9CDC-A6CD234F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9675D2F-CD1C-4366-AC0F-FCEA29E4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CD340F1-B228-43A6-A31D-D037BEC4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6B0BA78-F861-4EC4-BA0C-B0AEF444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FDD4991-60AB-44ED-847D-2F8DD4F4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4270E57-6583-4C47-BF98-396AC1A4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DB9BB70-90BF-4DAF-B036-006C5D59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30AA12B-2913-4B5D-A44D-E2DCC37B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18F6D28-2D67-4DD9-B11E-D312C66C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5e70d4c0841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C4ADF4B-C46D-4A1C-8F84-EF60F3DF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69F38A0-AA55-499D-9AD0-19B57268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D2F3A0E-6F84-4DE2-84F9-5EEA3090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92EEB78-6C96-4BEE-9792-E16EDE73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DF293DF-76AB-487E-BA01-D914DF8C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B7EFCA2-1177-42BA-BF4D-52B0E9C8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160AEBF-3C56-41E4-B305-39A6C997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522E73D-31FE-426E-AFD7-348531C0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A33875-B375-4EB1-BE8E-D79F55D0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2E4D9B9-E4FC-490A-97B2-9E98C8C3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F5552EA-F3BC-4DE1-B45A-9F0FB61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D8359EA-BF98-4893-8C50-9C21CA1D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9F1F284-5526-457C-9ACE-34B96974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D51151F-980A-4595-8F9D-D2804F99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B793879-A931-4702-A494-F894920E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54357E9-FB3A-4BC2-A395-E87AA481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D626EAE-76A6-4ADD-867A-27124B66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7206873-3DD5-4648-B274-F3585703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478A12C-ED34-4015-81FB-F0834ACA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FD8742D-D4A3-4132-B05F-FBF1397C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B1A832C-82E1-4946-96FA-4E0F7CE3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4821DE0-24FC-4D13-9DB7-AE2DB5F9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8CC0F74-9715-4F80-BE75-AD5C3C06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167832C-8953-4C4E-A20A-42746171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EC58FE8-75BE-42C6-97C4-DE3D8284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6E34129-BF12-4737-98CA-9CF86C88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14D2178-E7AE-40C4-852F-00260E28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D376469-B851-4E75-AE11-3A9196FB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F3A8534-B7A8-4018-A9FB-E2641049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6A139A4-831B-4E47-9A24-80627E12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E732BF2-B24E-4496-91EA-1C4F617F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212453C-70F3-4BD2-A477-9F871B60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5D1601C-2F1D-48C5-A084-ACA3B994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8ABD4BC-C5DC-4489-A753-5260211A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F761538-EA5D-4B43-9E84-16C39AEC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606FF38-9EAF-48EE-AAB2-412C6D39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CD3EEE4-681D-4BE5-A6BA-C73FDEE7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2316D67-23ED-4407-893F-ABABF791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8D06EE-B107-4B61-B18B-9160974A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3064974-7886-47EE-B529-EA6B0F3C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54FAF48-C6AB-4045-84F9-8803C285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24b08b0484f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64A152-E116-43A9-BCB4-03AB79F5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1108DC9-F76F-4591-8F14-CEDD71D3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031BB01-3254-4BA2-BEAD-8DC4E0CB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C007587-135C-42B6-B1B3-7C8302C0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B241A73-47A7-4136-B53A-8F9EBC67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19ADA4D-B3CF-4A24-A40E-1F3DEBBF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08173BC-BDF0-423C-83C9-6EAF4D20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8CE578-9220-41CF-9B2D-155A752E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08BDB05-E893-4E65-A2C8-9B060F7A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B5AAEF3-740B-431A-81CB-55DC8895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E3BD426-6417-46CD-8653-B35781C3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D8458AF-6E1C-47AA-B619-C2765361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5DE4C5C-75CB-405D-A2D6-CDE88B73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C8A0529-A14E-4ED9-9F5E-789D7D58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539025-F1E8-4979-8E26-68FC4E89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E7AD23A-8C77-44F2-9066-076FCEF5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046EB28-E944-4480-AA91-FB4BADC2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F5DA742-0B41-434A-8D4B-29715197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3A70D3D-4561-4A4F-A869-B46412C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53976B8-2601-4A4D-BBBB-C30AF4C0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27C80C1-2AE8-46F4-B92A-79BD5710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9C66130-104C-4F97-97F8-EDD66014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8AB7E26-B70D-48DB-BF75-C04505C3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18F4C73-46CD-4C6E-B9CA-B3592983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4E13BB0-5BC8-4BF3-9289-96A886E7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00C8B20-0D45-44FC-A7DB-807C1A66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72C3FF1-3A13-4B81-85C9-5D967C46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F904AB3-D7B5-4E5E-B91D-556B43B8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747A571-5D41-4107-BCB8-C3D7C02C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C4B7DE7-32DC-48AF-AC29-3012C6B2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83a618c6d4a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D1759E9-FA8E-483A-A90E-A2E8407D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1AC98C0-41F7-4645-887E-F14E1649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B1E4106-611A-403C-BF3B-4BDA14AA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4AEDC4C-B4D0-4265-9EC5-BBE4FBC9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A5B96EA-70C8-480D-B0E8-EA04EE9C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AA4AFF4-654B-4B98-AF46-E7FADA58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F68D0F0-AA30-47DF-9411-FBF8D1DE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2C39928-6279-4EAE-84DB-CBBE403F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805D586-7DFE-4B41-BAC0-67A5C623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B0A0AE3-C6B7-47D1-8248-DC527009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E7159F1-EE36-47C0-8FD9-95F08CDC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FA45013-2322-4408-BFD8-E26007FE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D0A735-FA42-4ED3-8499-76C5FB0B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BA06D4-9E91-4741-8771-FF680035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CF86464-1EE9-4151-AE6B-185DC646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1849D27-6714-4493-B936-6B1EEE9B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D130B10-C24A-4823-97CF-41929C7E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06E5317-33A8-4BBE-B302-AA911C00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42DD95E-5AFC-49D5-8CC5-CDAAAF8D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75D2572-331C-4366-82DD-BD037ED6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1C2811F-29C6-4207-9938-B178285A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47095C6-3661-4E9C-84F3-24EA1DAC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BABEBA4-187A-42C0-BEF9-F5A00FC5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89708A0-75AD-4143-8448-A1F3BF56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CDF711C-1BF3-43BC-A36F-6C4EF89C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BD3732F-35DC-4889-9B0F-F346183A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682FD4B-FAEB-437E-B6C2-B5C68441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1455AC3-05AD-463D-BC25-A57A0ADE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D209A06-EA94-4FCD-825A-93D4676B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1CBB01B-FCD8-416D-8438-BF446BB3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805633F-9438-48B9-9AD0-F0CC5840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C2A4A22-1EED-4628-8E56-B8EB800E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DE7EB45-8E1E-4135-8D3A-7EB9E1B9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463F1B2-D685-4322-A248-8229A048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97172A6-8666-4F03-8A1E-E79A684E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953E889-D29E-4EDB-8799-51CE6ADE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F77B747-12C1-427B-B8AE-BD99FEEF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727607E-3B0D-43F6-A0D6-4BCF63D9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e965d5c894e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5bb6547f841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c22b09d594d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ecc85046d41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96deefd044f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366fbeafe48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21090cc094f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7f9867a7f4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72a32574743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730a7436147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2bd0fbc764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ac155ea4445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28a803c2c49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2026-05-26T13:29:13.7970000Z</dcterms:created>
  <dcterms:modified xsi:type="dcterms:W3CDTF">2026-05-26T13:29:13.7970000Z</dcterms:modified>
</coreProperties>
</file>