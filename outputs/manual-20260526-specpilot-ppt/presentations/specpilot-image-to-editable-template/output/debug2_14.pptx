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b96a813c734fea" /><Relationship Type="http://schemas.openxmlformats.org/officeDocument/2006/relationships/extended-properties" Target="/docProps/app.xml" Id="R845ddc670c7640b6" /><Relationship Type="http://schemas.openxmlformats.org/officeDocument/2006/relationships/officeDocument" Target="/ppt/presentation.xml" Id="R78c40a6035104d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5c679c91d64624"/>
  </p:sldMasterIdLst>
  <p:notesMasterIdLst>
    <p:notesMasterId xmlns:r="http://schemas.openxmlformats.org/officeDocument/2006/relationships" r:id="R965ae9d7fbe04897"/>
  </p:notesMasterIdLst>
  <p:sldIdLst>
    <p:sldId xmlns:r="http://schemas.openxmlformats.org/officeDocument/2006/relationships" id="256" r:id="Rd94dadfc2fef4c29"/>
    <p:sldId xmlns:r="http://schemas.openxmlformats.org/officeDocument/2006/relationships" id="257" r:id="R149475bafe4e420f"/>
    <p:sldId xmlns:r="http://schemas.openxmlformats.org/officeDocument/2006/relationships" id="258" r:id="Rbe82f02d83514118"/>
    <p:sldId xmlns:r="http://schemas.openxmlformats.org/officeDocument/2006/relationships" id="259" r:id="R07b95bef7a0441d4"/>
    <p:sldId xmlns:r="http://schemas.openxmlformats.org/officeDocument/2006/relationships" id="260" r:id="R1ed5bacb173b4b95"/>
    <p:sldId xmlns:r="http://schemas.openxmlformats.org/officeDocument/2006/relationships" id="261" r:id="Rd9c2366692744093"/>
    <p:sldId xmlns:r="http://schemas.openxmlformats.org/officeDocument/2006/relationships" id="262" r:id="R12758fc6d963452c"/>
    <p:sldId xmlns:r="http://schemas.openxmlformats.org/officeDocument/2006/relationships" id="263" r:id="R30455afd63af45d3"/>
    <p:sldId xmlns:r="http://schemas.openxmlformats.org/officeDocument/2006/relationships" id="264" r:id="Rfa722c7b81234d66"/>
    <p:sldId xmlns:r="http://schemas.openxmlformats.org/officeDocument/2006/relationships" id="265" r:id="R4afcbe3949394771"/>
    <p:sldId xmlns:r="http://schemas.openxmlformats.org/officeDocument/2006/relationships" id="266" r:id="R1875fa83c87542b1"/>
    <p:sldId xmlns:r="http://schemas.openxmlformats.org/officeDocument/2006/relationships" id="267" r:id="R27f62488f59c406f"/>
    <p:sldId xmlns:r="http://schemas.openxmlformats.org/officeDocument/2006/relationships" id="268" r:id="R0d1d11b787b145e2"/>
    <p:sldId xmlns:r="http://schemas.openxmlformats.org/officeDocument/2006/relationships" id="269" r:id="Ra4625601b24941fa"/>
    <p:sldId xmlns:r="http://schemas.openxmlformats.org/officeDocument/2006/relationships" id="270" r:id="R01e09a42fe0c4cce"/>
    <p:sldId xmlns:r="http://schemas.openxmlformats.org/officeDocument/2006/relationships" id="271" r:id="Rc7f315d726284075"/>
    <p:sldId xmlns:r="http://schemas.openxmlformats.org/officeDocument/2006/relationships" id="272" r:id="R3225e948f73d444c"/>
    <p:sldId xmlns:r="http://schemas.openxmlformats.org/officeDocument/2006/relationships" id="273" r:id="R016afa045d5d4e59"/>
    <p:sldId xmlns:r="http://schemas.openxmlformats.org/officeDocument/2006/relationships" id="274" r:id="R5c30221564f3496c"/>
    <p:sldId xmlns:r="http://schemas.openxmlformats.org/officeDocument/2006/relationships" id="275" r:id="Rd856369414214ecf"/>
    <p:sldId xmlns:r="http://schemas.openxmlformats.org/officeDocument/2006/relationships" id="276" r:id="R183e085328cd4384"/>
    <p:sldId xmlns:r="http://schemas.openxmlformats.org/officeDocument/2006/relationships" id="277" r:id="R8cda58275b534fd0"/>
    <p:sldId xmlns:r="http://schemas.openxmlformats.org/officeDocument/2006/relationships" id="278" r:id="Re4c8a94ce14943e8"/>
    <p:sldId xmlns:r="http://schemas.openxmlformats.org/officeDocument/2006/relationships" id="279" r:id="R7b582a849f214be8"/>
    <p:sldId xmlns:r="http://schemas.openxmlformats.org/officeDocument/2006/relationships" id="280" r:id="R412eee94d0e14a00"/>
    <p:sldId xmlns:r="http://schemas.openxmlformats.org/officeDocument/2006/relationships" id="281" r:id="Rcb86678e19c04190"/>
    <p:sldId xmlns:r="http://schemas.openxmlformats.org/officeDocument/2006/relationships" id="282" r:id="Rd749f607edff4b14"/>
    <p:sldId xmlns:r="http://schemas.openxmlformats.org/officeDocument/2006/relationships" id="283" r:id="Rde4b331f97684548"/>
    <p:sldId xmlns:r="http://schemas.openxmlformats.org/officeDocument/2006/relationships" id="284" r:id="Rc7c3ee0a43574b9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5c679c91d64624" /><Relationship Type="http://schemas.openxmlformats.org/officeDocument/2006/relationships/theme" Target="/ppt/theme/theme1.xml" Id="R13d9b77738b94d81" /><Relationship Type="http://schemas.openxmlformats.org/officeDocument/2006/relationships/notesMaster" Target="/ppt/notesMasters/notesMaster1.xml" Id="R965ae9d7fbe04897" /><Relationship Type="http://schemas.openxmlformats.org/officeDocument/2006/relationships/presProps" Target="/ppt/presProps.xml" Id="R5991dd1b577a44a8" /><Relationship Type="http://schemas.openxmlformats.org/officeDocument/2006/relationships/viewProps" Target="/ppt/viewProps.xml" Id="R89d787ec487e464f" /><Relationship Type="http://schemas.openxmlformats.org/officeDocument/2006/relationships/tableStyles" Target="/ppt/tableStyles.xml" Id="R569ead3d15b647df" /><Relationship Type="http://schemas.openxmlformats.org/officeDocument/2006/relationships/slide" Target="/ppt/slides/slide1.xml" Id="Rd94dadfc2fef4c29" /><Relationship Type="http://schemas.openxmlformats.org/officeDocument/2006/relationships/slide" Target="/ppt/slides/slide2.xml" Id="R149475bafe4e420f" /><Relationship Type="http://schemas.openxmlformats.org/officeDocument/2006/relationships/slide" Target="/ppt/slides/slide3.xml" Id="Rbe82f02d83514118" /><Relationship Type="http://schemas.openxmlformats.org/officeDocument/2006/relationships/slide" Target="/ppt/slides/slide4.xml" Id="R07b95bef7a0441d4" /><Relationship Type="http://schemas.openxmlformats.org/officeDocument/2006/relationships/slide" Target="/ppt/slides/slide5.xml" Id="R1ed5bacb173b4b95" /><Relationship Type="http://schemas.openxmlformats.org/officeDocument/2006/relationships/slide" Target="/ppt/slides/slide6.xml" Id="Rd9c2366692744093" /><Relationship Type="http://schemas.openxmlformats.org/officeDocument/2006/relationships/slide" Target="/ppt/slides/slide7.xml" Id="R12758fc6d963452c" /><Relationship Type="http://schemas.openxmlformats.org/officeDocument/2006/relationships/slide" Target="/ppt/slides/slide8.xml" Id="R30455afd63af45d3" /><Relationship Type="http://schemas.openxmlformats.org/officeDocument/2006/relationships/slide" Target="/ppt/slides/slide9.xml" Id="Rfa722c7b81234d66" /><Relationship Type="http://schemas.openxmlformats.org/officeDocument/2006/relationships/slide" Target="/ppt/slides/slide10.xml" Id="R4afcbe3949394771" /><Relationship Type="http://schemas.openxmlformats.org/officeDocument/2006/relationships/slide" Target="/ppt/slides/slide11.xml" Id="R1875fa83c87542b1" /><Relationship Type="http://schemas.openxmlformats.org/officeDocument/2006/relationships/slide" Target="/ppt/slides/slide12.xml" Id="R27f62488f59c406f" /><Relationship Type="http://schemas.openxmlformats.org/officeDocument/2006/relationships/slide" Target="/ppt/slides/slide13.xml" Id="R0d1d11b787b145e2" /><Relationship Type="http://schemas.openxmlformats.org/officeDocument/2006/relationships/slide" Target="/ppt/slides/slide14.xml" Id="Ra4625601b24941fa" /><Relationship Type="http://schemas.openxmlformats.org/officeDocument/2006/relationships/slide" Target="/ppt/slides/slide15.xml" Id="R01e09a42fe0c4cce" /><Relationship Type="http://schemas.openxmlformats.org/officeDocument/2006/relationships/slide" Target="/ppt/slides/slide16.xml" Id="Rc7f315d726284075" /><Relationship Type="http://schemas.openxmlformats.org/officeDocument/2006/relationships/slide" Target="/ppt/slides/slide17.xml" Id="R3225e948f73d444c" /><Relationship Type="http://schemas.openxmlformats.org/officeDocument/2006/relationships/slide" Target="/ppt/slides/slide18.xml" Id="R016afa045d5d4e59" /><Relationship Type="http://schemas.openxmlformats.org/officeDocument/2006/relationships/slide" Target="/ppt/slides/slide19.xml" Id="R5c30221564f3496c" /><Relationship Type="http://schemas.openxmlformats.org/officeDocument/2006/relationships/slide" Target="/ppt/slides/slide20.xml" Id="Rd856369414214ecf" /><Relationship Type="http://schemas.openxmlformats.org/officeDocument/2006/relationships/slide" Target="/ppt/slides/slide21.xml" Id="R183e085328cd4384" /><Relationship Type="http://schemas.openxmlformats.org/officeDocument/2006/relationships/slide" Target="/ppt/slides/slide22.xml" Id="R8cda58275b534fd0" /><Relationship Type="http://schemas.openxmlformats.org/officeDocument/2006/relationships/slide" Target="/ppt/slides/slide23.xml" Id="Re4c8a94ce14943e8" /><Relationship Type="http://schemas.openxmlformats.org/officeDocument/2006/relationships/slide" Target="/ppt/slides/slide24.xml" Id="R7b582a849f214be8" /><Relationship Type="http://schemas.openxmlformats.org/officeDocument/2006/relationships/slide" Target="/ppt/slides/slide25.xml" Id="R412eee94d0e14a00" /><Relationship Type="http://schemas.openxmlformats.org/officeDocument/2006/relationships/slide" Target="/ppt/slides/slide26.xml" Id="Rcb86678e19c04190" /><Relationship Type="http://schemas.openxmlformats.org/officeDocument/2006/relationships/slide" Target="/ppt/slides/slide27.xml" Id="Rd749f607edff4b14" /><Relationship Type="http://schemas.openxmlformats.org/officeDocument/2006/relationships/slide" Target="/ppt/slides/slide28.xml" Id="Rde4b331f97684548" /><Relationship Type="http://schemas.openxmlformats.org/officeDocument/2006/relationships/slide" Target="/ppt/slides/slide29.xml" Id="Rc7c3ee0a43574b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1e84435cd4347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7d754654074590" /><Relationship Type="http://schemas.openxmlformats.org/officeDocument/2006/relationships/notesMaster" Target="/ppt/notesMasters/notesMaster1.xml" Id="R1affc13bf3ca40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d66cd944ba4d8b" /><Relationship Type="http://schemas.openxmlformats.org/officeDocument/2006/relationships/notesMaster" Target="/ppt/notesMasters/notesMaster1.xml" Id="R50bfcde2afb64e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6ae1c795e14c45" /><Relationship Type="http://schemas.openxmlformats.org/officeDocument/2006/relationships/notesMaster" Target="/ppt/notesMasters/notesMaster1.xml" Id="R00c5f587cd4842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38a22d9f3d4e73" /><Relationship Type="http://schemas.openxmlformats.org/officeDocument/2006/relationships/notesMaster" Target="/ppt/notesMasters/notesMaster1.xml" Id="R76dc7501a96141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c9b008a2a048d1" /><Relationship Type="http://schemas.openxmlformats.org/officeDocument/2006/relationships/notesMaster" Target="/ppt/notesMasters/notesMaster1.xml" Id="R15b74c8f0baa4b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91f8fe95ba4acd" /><Relationship Type="http://schemas.openxmlformats.org/officeDocument/2006/relationships/notesMaster" Target="/ppt/notesMasters/notesMaster1.xml" Id="R38d50349a5694a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44814da32646a4" /><Relationship Type="http://schemas.openxmlformats.org/officeDocument/2006/relationships/notesMaster" Target="/ppt/notesMasters/notesMaster1.xml" Id="Re4ea10cb4e964e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cc1e2f15fb442e" /><Relationship Type="http://schemas.openxmlformats.org/officeDocument/2006/relationships/notesMaster" Target="/ppt/notesMasters/notesMaster1.xml" Id="R650fcc89c06e4b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0cf2fb2ed84705" /><Relationship Type="http://schemas.openxmlformats.org/officeDocument/2006/relationships/notesMaster" Target="/ppt/notesMasters/notesMaster1.xml" Id="Rbee8c0299dea45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d66099ec7840f7" /><Relationship Type="http://schemas.openxmlformats.org/officeDocument/2006/relationships/notesMaster" Target="/ppt/notesMasters/notesMaster1.xml" Id="Rca1284422e6647a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7af44803e44ec8" /><Relationship Type="http://schemas.openxmlformats.org/officeDocument/2006/relationships/notesMaster" Target="/ppt/notesMasters/notesMaster1.xml" Id="R7a160932af1049e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7e0f380908f4c0d" /><Relationship Type="http://schemas.openxmlformats.org/officeDocument/2006/relationships/notesMaster" Target="/ppt/notesMasters/notesMaster1.xml" Id="R0a0f23a66ebd40b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a8711ca2da64d41" /><Relationship Type="http://schemas.openxmlformats.org/officeDocument/2006/relationships/notesMaster" Target="/ppt/notesMasters/notesMaster1.xml" Id="R3acf98686e194ba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5e405b664434c2b" /><Relationship Type="http://schemas.openxmlformats.org/officeDocument/2006/relationships/notesMaster" Target="/ppt/notesMasters/notesMaster1.xml" Id="R52e224975c01431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62a16204ad34465" /><Relationship Type="http://schemas.openxmlformats.org/officeDocument/2006/relationships/notesMaster" Target="/ppt/notesMasters/notesMaster1.xml" Id="R3df7cd95be5e403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24e871103684d6a" /><Relationship Type="http://schemas.openxmlformats.org/officeDocument/2006/relationships/notesMaster" Target="/ppt/notesMasters/notesMaster1.xml" Id="Rce512a0bcc26403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97c8eded8ec4f70" /><Relationship Type="http://schemas.openxmlformats.org/officeDocument/2006/relationships/notesMaster" Target="/ppt/notesMasters/notesMaster1.xml" Id="R0d4da87b51924d6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382018cdc834252" /><Relationship Type="http://schemas.openxmlformats.org/officeDocument/2006/relationships/notesMaster" Target="/ppt/notesMasters/notesMaster1.xml" Id="R5fdf9d6f75c34b1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1d1ca9739664a45" /><Relationship Type="http://schemas.openxmlformats.org/officeDocument/2006/relationships/notesMaster" Target="/ppt/notesMasters/notesMaster1.xml" Id="Rdf4fd3b6301d4d6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abbf4d1ad684807" /><Relationship Type="http://schemas.openxmlformats.org/officeDocument/2006/relationships/notesMaster" Target="/ppt/notesMasters/notesMaster1.xml" Id="R2f4cd23f4e524ae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a14f1dfae4a4208" /><Relationship Type="http://schemas.openxmlformats.org/officeDocument/2006/relationships/notesMaster" Target="/ppt/notesMasters/notesMaster1.xml" Id="R7536e6759282491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33f6604282d41fa" /><Relationship Type="http://schemas.openxmlformats.org/officeDocument/2006/relationships/notesMaster" Target="/ppt/notesMasters/notesMaster1.xml" Id="Rc4a3d2e46ab24e1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10022a749c445c5" /><Relationship Type="http://schemas.openxmlformats.org/officeDocument/2006/relationships/notesMaster" Target="/ppt/notesMasters/notesMaster1.xml" Id="Re32f08f3fc8845f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5e810f9e8054abb" /><Relationship Type="http://schemas.openxmlformats.org/officeDocument/2006/relationships/notesMaster" Target="/ppt/notesMasters/notesMaster1.xml" Id="R71ecb1bda46a4a6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797b04a070d45cd" /><Relationship Type="http://schemas.openxmlformats.org/officeDocument/2006/relationships/notesMaster" Target="/ppt/notesMasters/notesMaster1.xml" Id="R2255db694c2c438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a4f2299dd764ebe" /><Relationship Type="http://schemas.openxmlformats.org/officeDocument/2006/relationships/notesMaster" Target="/ppt/notesMasters/notesMaster1.xml" Id="R6af02ed5e5ec4ef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9797e85ee9f4bd3" /><Relationship Type="http://schemas.openxmlformats.org/officeDocument/2006/relationships/notesMaster" Target="/ppt/notesMasters/notesMaster1.xml" Id="R1634d5a72fac434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42e2f9b047140ef" /><Relationship Type="http://schemas.openxmlformats.org/officeDocument/2006/relationships/notesMaster" Target="/ppt/notesMasters/notesMaster1.xml" Id="Ree0942e4e05c4fa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3c30e5c430e4f0a" /><Relationship Type="http://schemas.openxmlformats.org/officeDocument/2006/relationships/notesMaster" Target="/ppt/notesMasters/notesMaster1.xml" Id="R0e6f1ae4b49345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125ce8b28e4da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e008d834ad4ae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1076bd374747e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4baba27991449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55430a25ef4da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dea058581a4b1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fe50f75f05436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b1e041f23c4c5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ee245b349743f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e087ade66a404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ada5f6421b46dc" /></Relationships>
</file>

<file path=ppt/slideLayouts/slideLayout2.xml><?xml version="1.0" encoding="utf-8"?>
<p:sldLayout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5B2BC33-62B7-407F-BB27-413D667AC08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4B827BC-7C6A-4043-B1A7-28E8FC9A2843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7346A8B-D538-4AB2-A384-1527A91E394D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BA7FB73-C062-451E-9246-F10B852B085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F22D85A-3C1C-42B3-B57C-AECC00DF7D0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C6EF025-1420-47D9-A2EF-C714CDF6F8D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4ABCAF-B23B-48AF-A590-09B50630C95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33F3589-5ED0-4252-A61F-A42B7EB08B9C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58580F6-CF76-4CDB-949C-421A0A0A9B8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E7D9FD6-41AB-46F7-845E-587C8291750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43CC5C6-8054-442E-B401-E628BECCAB1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60CB3C3-183B-47F0-BF48-7EE0761D4C7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50EEC10-5BC4-4C56-91CA-2C74E21BAB3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53AD91B-799A-45CB-AE8E-A95079D2A98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61619D-36E2-402F-BF54-B7E675F6BC65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6C45D95-CA64-463F-8303-EB8732457481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601A51D-ED68-4245-9D1B-5B49EEF485C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60EFF1B-AADF-41B4-82F6-2BC7E328FA1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C9ABA4E-35B0-4F1A-AC9A-617D3AE219C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B8501E-2E54-4E7E-BE00-C4B477193BA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506479E-85AD-44E2-821A-04EA70F3BFF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4016E07-F6B0-41C9-ADC8-042DD928A4C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AAFF367-92DB-4449-BE0F-C83564E3768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F063D46-A9F1-482F-AB1C-52928A74BB2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BBC8C71-601B-4676-ACBC-945022B14D37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275C810-747D-4D44-B27C-A70759C982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951EDBE-FB0B-48A3-A929-1A5603C0521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B1686A6-27E6-498B-9556-9A3E9F0DB72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6BDE453F-A641-46FE-86D8-48B4AC6695D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3539DA3-0AD5-4872-BDE1-917A1631082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3AC4E60-1128-4DFA-86EB-E1FBF4ED639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5475826-7E35-4AD7-8C4E-778301FC91C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AD1073B-A181-4782-8FA8-69E82BF4523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D06C58D-B60B-46B1-940F-658824C89CE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A3A50D0-0CE3-4225-8575-B5965B67010D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6C69E8E-4163-4A0C-BFBA-E057B91C5115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2ABEA7B-3BFC-4C04-A0EF-516873D06636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B56D2CCC-5921-4AD5-BADC-D3E512DC1B6C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74165C6-6E3C-40F9-8A07-B568BEC2384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D9700A9-9E74-4A74-8450-49C4F5394B6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5EF7B12-BFBD-4E65-995D-B7DD8699B25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E2B8F5-632F-4FE7-BAAF-9E9B0872A65A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816D912-67DB-48F5-905A-AED250DAF696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EF29C8E-6B15-4DDF-908A-77222494907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A04EAC4-6DFC-4E24-8CD3-15AA6E8B94E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7D9960A-5224-431D-8D0F-C8A872A3629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B1D06A-5393-4764-8130-11F10C99C893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D23CC81-5C72-4866-A072-4E114BFB9D90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1322F73-935A-4AB5-9D45-EB2724565552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ABB10A3-54B1-4F19-83B7-AFEB9142D6D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B79EA4F-A556-4BCE-B0D0-94D524BB9CF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2554723-71B4-48E8-A7B2-4834C541A6B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1EF5C1E-A3D7-46BC-84A6-9D043E8DEAB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F184AF9-034D-4210-AD29-949027A2A115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B72CC5E-5177-48E4-9CCF-4C5B485B5129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6E3B853-7CF5-4592-90DA-56FB384FA4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DE515C5-3FFA-4F25-91DE-92DAC061790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F094B46-3548-4643-BBB1-BC856B748D0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154e871d90a41f6" /><Relationship Type="http://schemas.openxmlformats.org/officeDocument/2006/relationships/slideLayout" Target="/ppt/slideLayouts/slideLayout2.xml" Id="R589b0e9dbec24369" /><Relationship Type="http://schemas.openxmlformats.org/officeDocument/2006/relationships/slideLayout" Target="/ppt/slideLayouts/slideLayout3.xml" Id="R6d0b325b172b4a75" /><Relationship Type="http://schemas.openxmlformats.org/officeDocument/2006/relationships/slideLayout" Target="/ppt/slideLayouts/slideLayout4.xml" Id="Ra7e83dd93c17458d" /><Relationship Type="http://schemas.openxmlformats.org/officeDocument/2006/relationships/slideLayout" Target="/ppt/slideLayouts/slideLayout5.xml" Id="R902e239a25c34257" /><Relationship Type="http://schemas.openxmlformats.org/officeDocument/2006/relationships/slideLayout" Target="/ppt/slideLayouts/slideLayout6.xml" Id="Rdca9b05426c647f7" /><Relationship Type="http://schemas.openxmlformats.org/officeDocument/2006/relationships/slideLayout" Target="/ppt/slideLayouts/slideLayout7.xml" Id="Rc38a7c45c9f54e1c" /><Relationship Type="http://schemas.openxmlformats.org/officeDocument/2006/relationships/slideLayout" Target="/ppt/slideLayouts/slideLayout8.xml" Id="Rd5f5929f65804d05" /><Relationship Type="http://schemas.openxmlformats.org/officeDocument/2006/relationships/slideLayout" Target="/ppt/slideLayouts/slideLayout9.xml" Id="Re667a77018024bb4" /><Relationship Type="http://schemas.openxmlformats.org/officeDocument/2006/relationships/slideLayout" Target="/ppt/slideLayouts/slideLayout10.xml" Id="Re4756e4f5b044be3" /><Relationship Type="http://schemas.openxmlformats.org/officeDocument/2006/relationships/slideLayout" Target="/ppt/slideLayouts/slideLayout11.xml" Id="R2f9a78b48cd94ca5" /><Relationship Type="http://schemas.openxmlformats.org/officeDocument/2006/relationships/slideLayout" Target="/ppt/slideLayouts/slideLayout12.xml" Id="R8789b697301548d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60851FD-6DAA-4D95-90B2-CCAE93D636B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57B427D-99CE-4777-B4D6-73A400A6961F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BF18D23-AB65-4357-B080-2ED76CBE928E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16DD303-9416-48A3-ADC5-653A2A106938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7903E8B-4945-4223-9743-CDC9652C24C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9b0e9dbec24369"/>
    <p:sldLayoutId xmlns:r="http://schemas.openxmlformats.org/officeDocument/2006/relationships" id="2147483650" r:id="R6d0b325b172b4a75"/>
    <p:sldLayoutId xmlns:r="http://schemas.openxmlformats.org/officeDocument/2006/relationships" id="2147483651" r:id="Ra7e83dd93c17458d"/>
    <p:sldLayoutId xmlns:r="http://schemas.openxmlformats.org/officeDocument/2006/relationships" id="2147483652" r:id="R902e239a25c34257"/>
    <p:sldLayoutId xmlns:r="http://schemas.openxmlformats.org/officeDocument/2006/relationships" id="2147483653" r:id="Rdca9b05426c647f7"/>
    <p:sldLayoutId xmlns:r="http://schemas.openxmlformats.org/officeDocument/2006/relationships" id="2147483654" r:id="Rc38a7c45c9f54e1c"/>
    <p:sldLayoutId xmlns:r="http://schemas.openxmlformats.org/officeDocument/2006/relationships" id="2147483655" r:id="Rd5f5929f65804d05"/>
    <p:sldLayoutId xmlns:r="http://schemas.openxmlformats.org/officeDocument/2006/relationships" id="2147483656" r:id="Re667a77018024bb4"/>
    <p:sldLayoutId xmlns:r="http://schemas.openxmlformats.org/officeDocument/2006/relationships" id="2147483657" r:id="Re4756e4f5b044be3"/>
    <p:sldLayoutId xmlns:r="http://schemas.openxmlformats.org/officeDocument/2006/relationships" id="2147483658" r:id="R2f9a78b48cd94ca5"/>
    <p:sldLayoutId xmlns:r="http://schemas.openxmlformats.org/officeDocument/2006/relationships" id="2147483659" r:id="R8789b697301548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592bf9e8335491e" /><Relationship Type="http://schemas.openxmlformats.org/officeDocument/2006/relationships/image" Target="/ppt/media/image.png" Id="R7d4d1d5c42704489" /><Relationship Type="http://schemas.openxmlformats.org/officeDocument/2006/relationships/image" Target="/ppt/media/image2.png" Id="Rb60a46fc17dd4cf1" /><Relationship Type="http://schemas.openxmlformats.org/officeDocument/2006/relationships/notesSlide" Target="/ppt/notesSlides/notesSlide1.xml" Id="R1cf96bca0d2440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105981f7964c4c" /><Relationship Type="http://schemas.openxmlformats.org/officeDocument/2006/relationships/image" Target="/ppt/media/image2.png" Id="R2aca04c7bf844918" /><Relationship Type="http://schemas.openxmlformats.org/officeDocument/2006/relationships/notesSlide" Target="/ppt/notesSlides/notesSlide2.xml" Id="R7d6a38b11c4441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1b32177adf749a8" /><Relationship Type="http://schemas.openxmlformats.org/officeDocument/2006/relationships/image" Target="/ppt/media/image2.png" Id="Rfbc05fe2347f461f" /><Relationship Type="http://schemas.openxmlformats.org/officeDocument/2006/relationships/notesSlide" Target="/ppt/notesSlides/notesSlide3.xml" Id="R70ff11c12bb841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5e43e25316140da" /><Relationship Type="http://schemas.openxmlformats.org/officeDocument/2006/relationships/image" Target="/ppt/media/image3.png" Id="R6c0b620f6a154e1f" /><Relationship Type="http://schemas.openxmlformats.org/officeDocument/2006/relationships/notesSlide" Target="/ppt/notesSlides/notesSlide4.xml" Id="R730d634a383341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8ad60e646994cec" /><Relationship Type="http://schemas.openxmlformats.org/officeDocument/2006/relationships/image" Target="/ppt/media/image3.png" Id="Ra8b16ea627154e33" /><Relationship Type="http://schemas.openxmlformats.org/officeDocument/2006/relationships/notesSlide" Target="/ppt/notesSlides/notesSlide5.xml" Id="R42eae334815345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de6d60c712145c6" /><Relationship Type="http://schemas.openxmlformats.org/officeDocument/2006/relationships/image" Target="/ppt/media/image2.png" Id="R5df6827fa57548cf" /><Relationship Type="http://schemas.openxmlformats.org/officeDocument/2006/relationships/notesSlide" Target="/ppt/notesSlides/notesSlide6.xml" Id="R700675bca7114b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df30ed719134bf1" /><Relationship Type="http://schemas.openxmlformats.org/officeDocument/2006/relationships/image" Target="/ppt/media/image3.png" Id="R86b1b2d2790f4f3a" /><Relationship Type="http://schemas.openxmlformats.org/officeDocument/2006/relationships/notesSlide" Target="/ppt/notesSlides/notesSlide7.xml" Id="Rfc78a6b2f6f243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303b9a829ba42f0" /><Relationship Type="http://schemas.openxmlformats.org/officeDocument/2006/relationships/image" Target="/ppt/media/image3.png" Id="Rf22b32b960a44c82" /><Relationship Type="http://schemas.openxmlformats.org/officeDocument/2006/relationships/notesSlide" Target="/ppt/notesSlides/notesSlide8.xml" Id="R49a70286266e413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8570f9a368747a4" /><Relationship Type="http://schemas.openxmlformats.org/officeDocument/2006/relationships/image" Target="/ppt/media/image3.png" Id="Rb495b1bdc38348ef" /><Relationship Type="http://schemas.openxmlformats.org/officeDocument/2006/relationships/notesSlide" Target="/ppt/notesSlides/notesSlide9.xml" Id="Rb813519bb0d74c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5d36d3e27824908" /><Relationship Type="http://schemas.openxmlformats.org/officeDocument/2006/relationships/image" Target="/ppt/media/image2.png" Id="Ra09a04a3685a4d3d" /><Relationship Type="http://schemas.openxmlformats.org/officeDocument/2006/relationships/notesSlide" Target="/ppt/notesSlides/notesSlide10.xml" Id="R8885591aee9a455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9aa63ed15784ddb" /><Relationship Type="http://schemas.openxmlformats.org/officeDocument/2006/relationships/image" Target="/ppt/media/image3.png" Id="R918e00ed4c89408d" /><Relationship Type="http://schemas.openxmlformats.org/officeDocument/2006/relationships/notesSlide" Target="/ppt/notesSlides/notesSlide11.xml" Id="Rb05983051565470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8a2451dcd06479e" /><Relationship Type="http://schemas.openxmlformats.org/officeDocument/2006/relationships/image" Target="/ppt/media/image3.png" Id="R0ce3382be502412f" /><Relationship Type="http://schemas.openxmlformats.org/officeDocument/2006/relationships/notesSlide" Target="/ppt/notesSlides/notesSlide12.xml" Id="Re97d13c0874545d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be101c61a7b45c2" /><Relationship Type="http://schemas.openxmlformats.org/officeDocument/2006/relationships/image" Target="/ppt/media/image3.png" Id="R9dc6a82d2d5247e2" /><Relationship Type="http://schemas.openxmlformats.org/officeDocument/2006/relationships/notesSlide" Target="/ppt/notesSlides/notesSlide13.xml" Id="R82945440a02f4c4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952797721a64ca9" /><Relationship Type="http://schemas.openxmlformats.org/officeDocument/2006/relationships/image" Target="/ppt/media/image3.png" Id="R650d77f8b2b648b1" /><Relationship Type="http://schemas.openxmlformats.org/officeDocument/2006/relationships/notesSlide" Target="/ppt/notesSlides/notesSlide14.xml" Id="Rbeb0730c6a3241b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3e4474db659468e" /><Relationship Type="http://schemas.openxmlformats.org/officeDocument/2006/relationships/image" Target="/ppt/media/image3.png" Id="R3d9b58052428421b" /><Relationship Type="http://schemas.openxmlformats.org/officeDocument/2006/relationships/notesSlide" Target="/ppt/notesSlides/notesSlide15.xml" Id="Ra24284bb38d245e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a701da9c8b8419b" /><Relationship Type="http://schemas.openxmlformats.org/officeDocument/2006/relationships/image" Target="/ppt/media/image3.png" Id="R6de162b200eb4c5b" /><Relationship Type="http://schemas.openxmlformats.org/officeDocument/2006/relationships/notesSlide" Target="/ppt/notesSlides/notesSlide16.xml" Id="Ra29b3717f1c3410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6b5fad13bb94a79" /><Relationship Type="http://schemas.openxmlformats.org/officeDocument/2006/relationships/image" Target="/ppt/media/image3.png" Id="Rde87c203b8924f24" /><Relationship Type="http://schemas.openxmlformats.org/officeDocument/2006/relationships/notesSlide" Target="/ppt/notesSlides/notesSlide17.xml" Id="R23ece1bf4fb44f7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dad209dde0640fc" /><Relationship Type="http://schemas.openxmlformats.org/officeDocument/2006/relationships/image" Target="/ppt/media/image3.png" Id="R00e4e6f664874ac6" /><Relationship Type="http://schemas.openxmlformats.org/officeDocument/2006/relationships/notesSlide" Target="/ppt/notesSlides/notesSlide18.xml" Id="R64e50d9b63b74c7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0767e656cdb41d0" /><Relationship Type="http://schemas.openxmlformats.org/officeDocument/2006/relationships/image" Target="/ppt/media/image3.png" Id="Rf75b965868874289" /><Relationship Type="http://schemas.openxmlformats.org/officeDocument/2006/relationships/notesSlide" Target="/ppt/notesSlides/notesSlide19.xml" Id="R315719dc18924f2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f61e5e3175847bf" /><Relationship Type="http://schemas.openxmlformats.org/officeDocument/2006/relationships/image" Target="/ppt/media/image3.png" Id="R2b2b05fd3a7f45ac" /><Relationship Type="http://schemas.openxmlformats.org/officeDocument/2006/relationships/notesSlide" Target="/ppt/notesSlides/notesSlide20.xml" Id="R40acb0d6c9bc4d8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a29226ed021406d" /><Relationship Type="http://schemas.openxmlformats.org/officeDocument/2006/relationships/image" Target="/ppt/media/image3.png" Id="Rf26d31190c67475b" /><Relationship Type="http://schemas.openxmlformats.org/officeDocument/2006/relationships/notesSlide" Target="/ppt/notesSlides/notesSlide21.xml" Id="R3cc25e95c75e4fd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d6112af5e524900" /><Relationship Type="http://schemas.openxmlformats.org/officeDocument/2006/relationships/image" Target="/ppt/media/image3.png" Id="R2c3b933194024bd2" /><Relationship Type="http://schemas.openxmlformats.org/officeDocument/2006/relationships/notesSlide" Target="/ppt/notesSlides/notesSlide22.xml" Id="R9ea307efde124fc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e5befcf37e047b9" /><Relationship Type="http://schemas.openxmlformats.org/officeDocument/2006/relationships/image" Target="/ppt/media/image3.png" Id="R2d3af3841bac4b09" /><Relationship Type="http://schemas.openxmlformats.org/officeDocument/2006/relationships/notesSlide" Target="/ppt/notesSlides/notesSlide23.xml" Id="R925925ed659848d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3827693b0144141" /><Relationship Type="http://schemas.openxmlformats.org/officeDocument/2006/relationships/image" Target="/ppt/media/image3.png" Id="R73bd4546f9b249ed" /><Relationship Type="http://schemas.openxmlformats.org/officeDocument/2006/relationships/notesSlide" Target="/ppt/notesSlides/notesSlide24.xml" Id="R12068e796b8c492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33f9c2f0fc84f68" /><Relationship Type="http://schemas.openxmlformats.org/officeDocument/2006/relationships/image" Target="/ppt/media/image2.png" Id="R87574ab327764e30" /><Relationship Type="http://schemas.openxmlformats.org/officeDocument/2006/relationships/notesSlide" Target="/ppt/notesSlides/notesSlide25.xml" Id="Rf717a29322d8458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b206b939ada4c87" /><Relationship Type="http://schemas.openxmlformats.org/officeDocument/2006/relationships/image" Target="/ppt/media/image3.png" Id="R03e01a0390ce461f" /><Relationship Type="http://schemas.openxmlformats.org/officeDocument/2006/relationships/notesSlide" Target="/ppt/notesSlides/notesSlide26.xml" Id="Ra60d6d0eba954d2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68c40ad7b324e23" /><Relationship Type="http://schemas.openxmlformats.org/officeDocument/2006/relationships/image" Target="/ppt/media/image3.png" Id="R28ec46139dba4f93" /><Relationship Type="http://schemas.openxmlformats.org/officeDocument/2006/relationships/notesSlide" Target="/ppt/notesSlides/notesSlide27.xml" Id="R8b264bcb0cb34e5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369581ece854867" /><Relationship Type="http://schemas.openxmlformats.org/officeDocument/2006/relationships/image" Target="/ppt/media/image3.png" Id="R2ff9789beedd4634" /><Relationship Type="http://schemas.openxmlformats.org/officeDocument/2006/relationships/notesSlide" Target="/ppt/notesSlides/notesSlide28.xml" Id="R42077225075b4c3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feddbe8b2744d7b" /><Relationship Type="http://schemas.openxmlformats.org/officeDocument/2006/relationships/image" Target="/ppt/media/image2.png" Id="R4aaf682d64284da2" /><Relationship Type="http://schemas.openxmlformats.org/officeDocument/2006/relationships/notesSlide" Target="/ppt/notesSlides/notesSlide29.xml" Id="R9d54d094e0754df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4d1d5c42704489"/>
          <a:srcRect xmlns:a="http://schemas.openxmlformats.org/drawingml/2006/main" l="49938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-2407"/>
            <a:ext cx="6103614" cy="6860407"/>
          </a:xfrm>
          <a:prstGeom xmlns:a="http://schemas.openxmlformats.org/drawingml/2006/main" prst="rect">
            <a:avLst/>
          </a:prstGeom>
        </p:spPr>
      </p:pic>
      <p:sp>
        <p:nvSpPr>
          <p:cNvPr id="31" name="直角三角形 30">
            <a:extLst xmlns:a="http://schemas.openxmlformats.org/drawingml/2006/main">
              <a:ext uri="{FF2B5EF4-FFF2-40B4-BE49-F238E27FC236}">
                <a16:creationId xmlns:a16="http://schemas.microsoft.com/office/drawing/2014/main" id="{FBDC6FBC-5B15-4B27-993E-4AF8EAC8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39426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直角三角形 29">
            <a:extLst xmlns:a="http://schemas.openxmlformats.org/drawingml/2006/main">
              <a:ext uri="{FF2B5EF4-FFF2-40B4-BE49-F238E27FC236}">
                <a16:creationId xmlns:a16="http://schemas.microsoft.com/office/drawing/2014/main" id="{20110538-D038-431A-B0C4-CECA9F1B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066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直角三角形 34">
            <a:extLst xmlns:a="http://schemas.openxmlformats.org/drawingml/2006/main">
              <a:ext uri="{FF2B5EF4-FFF2-40B4-BE49-F238E27FC236}">
                <a16:creationId xmlns:a16="http://schemas.microsoft.com/office/drawing/2014/main" id="{277EC6E2-AA3C-42BF-B054-90ABA1A8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783" y="-69784"/>
            <a:ext cx="1384433" cy="1524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23212421-3CB9-4A6F-B6C5-B3393AE2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927971" y="-8678"/>
            <a:ext cx="1012807" cy="2939977"/>
          </a:xfrm>
          <a:custGeom xmlns:a="http://schemas.openxmlformats.org/drawingml/2006/main">
            <a:rect l="l" t="t" r="r" b="b"/>
            <a:pathLst>
              <a:path w="1012807" h="2939977">
                <a:moveTo>
                  <a:pt x="1012807" y="0"/>
                </a:moveTo>
                <a:lnTo>
                  <a:pt x="930817" y="0"/>
                </a:lnTo>
                <a:lnTo>
                  <a:pt x="0" y="2939977"/>
                </a:lnTo>
                <a:lnTo>
                  <a:pt x="81990" y="2939977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直角三角形 7">
            <a:extLst xmlns:a="http://schemas.openxmlformats.org/drawingml/2006/main">
              <a:ext uri="{FF2B5EF4-FFF2-40B4-BE49-F238E27FC236}">
                <a16:creationId xmlns:a16="http://schemas.microsoft.com/office/drawing/2014/main" id="{D8BFF7DE-2B79-4692-BE2E-B1CBA969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062258" y="-2407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直角三角形 8">
            <a:extLst xmlns:a="http://schemas.openxmlformats.org/drawingml/2006/main">
              <a:ext uri="{FF2B5EF4-FFF2-40B4-BE49-F238E27FC236}">
                <a16:creationId xmlns:a16="http://schemas.microsoft.com/office/drawing/2014/main" id="{B9D108E0-DBE7-42E5-9538-1E6F1343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349608" y="-867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D6EEEC42-9EA5-455A-A84E-6278B55A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663" y="2107887"/>
            <a:ext cx="7966365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基于大模型的测试场景生成</a:t>
            </a:r>
          </a:p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与自主 Web 测试智能体</a:t>
            </a: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F36C15F6-4A95-4F0F-A80F-A850FB65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983" y="3538910"/>
            <a:ext cx="6042821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499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7DBEDCC-1672-4670-8F72-9D9E1586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596" y="3624437"/>
            <a:ext cx="4967368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LLM-driven Test Scenario Generation &amp; Autonomous Web Testing Agent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7BF95EB-F667-4E5B-A28F-E2ED4906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4567221"/>
            <a:ext cx="145424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AF1E8716-F2BA-4FBE-B4A1-ADD1598C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444" y="5234176"/>
            <a:ext cx="2191584" cy="4671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E7F860F4-B985-41EB-952D-80AA4436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5283080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8BC879B-757F-4BAD-BFCA-40E899F4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073" y="6147784"/>
            <a:ext cx="151836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53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0a46fc17dd4c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5036" y="153223"/>
            <a:ext cx="2554357" cy="538993"/>
          </a:xfrm>
          <a:prstGeom xmlns:a="http://schemas.openxmlformats.org/drawingml/2006/main" prst="rect">
            <a:avLst/>
          </a:prstGeom>
        </p:spPr>
      </p:pic>
      <p:sp>
        <p:nvSpPr>
          <p:cNvPr id="20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51BCB211-765B-4881-ABBA-67F77D3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319846" y="4401599"/>
            <a:ext cx="1112045" cy="2456401"/>
          </a:xfrm>
          <a:custGeom xmlns:a="http://schemas.openxmlformats.org/drawingml/2006/main">
            <a:rect l="l" t="t" r="r" b="b"/>
            <a:pathLst>
              <a:path w="1751" h="3868">
                <a:moveTo>
                  <a:pt x="1222" y="0"/>
                </a:moveTo>
                <a:lnTo>
                  <a:pt x="1751" y="0"/>
                </a:lnTo>
                <a:lnTo>
                  <a:pt x="527" y="3868"/>
                </a:lnTo>
                <a:lnTo>
                  <a:pt x="0" y="3868"/>
                </a:lnTo>
                <a:lnTo>
                  <a:pt x="1222" y="10"/>
                </a:lnTo>
                <a:lnTo>
                  <a:pt x="1219" y="10"/>
                </a:lnTo>
                <a:lnTo>
                  <a:pt x="1222" y="0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798576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流程图: 可选过程 25">
            <a:extLst xmlns:a="http://schemas.openxmlformats.org/drawingml/2006/main">
              <a:ext uri="{FF2B5EF4-FFF2-40B4-BE49-F238E27FC236}">
                <a16:creationId xmlns:a16="http://schemas.microsoft.com/office/drawing/2014/main" id="{E6FCCC0D-E720-45DE-904B-A797E02E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23220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43035C86-4A89-4F83-B8CF-C0BF38AD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650" y="1968500"/>
            <a:ext cx="3240000" cy="32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EAA8B84-074A-4B66-AA69-4611251F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127375"/>
            <a:ext cx="1790065" cy="922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5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9F6F6DE-D3F1-42A9-AD32-449FC43C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1295704"/>
            <a:ext cx="274891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研究背景及意义</a:t>
            </a:r>
          </a:p>
        </p:txBody>
      </p:sp>
      <p:sp>
        <p:nvSpPr>
          <p:cNvPr id="27" name="椭圆 26">
            <a:extLst xmlns:a="http://schemas.openxmlformats.org/drawingml/2006/main">
              <a:ext uri="{FF2B5EF4-FFF2-40B4-BE49-F238E27FC236}">
                <a16:creationId xmlns:a16="http://schemas.microsoft.com/office/drawing/2014/main" id="{F450EE56-BD1B-43EC-B44E-773F2AEB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129951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ABE0A2E6-89EE-4219-9AC1-1CF69F15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132554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29" name="流程图: 可选过程 28">
            <a:extLst xmlns:a="http://schemas.openxmlformats.org/drawingml/2006/main">
              <a:ext uri="{FF2B5EF4-FFF2-40B4-BE49-F238E27FC236}">
                <a16:creationId xmlns:a16="http://schemas.microsoft.com/office/drawing/2014/main" id="{45259BEA-6F2B-4D4D-9330-BBAF6BCB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87879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1A4E0E0A-36C9-40E9-B29A-996C8C2C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225137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研究目标与方案</a:t>
            </a: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A3003164-CE5B-40C6-8807-85A8E7B8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225518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B21867E7-A5A1-40D8-80D6-E8B193E2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228122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33" name="流程图: 可选过程 32">
            <a:extLst xmlns:a="http://schemas.openxmlformats.org/drawingml/2006/main">
              <a:ext uri="{FF2B5EF4-FFF2-40B4-BE49-F238E27FC236}">
                <a16:creationId xmlns:a16="http://schemas.microsoft.com/office/drawing/2014/main" id="{CB40E0FD-5F44-4828-99E9-C97F418B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41649"/>
            <a:ext cx="3805555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1E9B471-47C2-43BD-A24D-016D1762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320514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研究框架介绍</a:t>
            </a:r>
          </a:p>
        </p:txBody>
      </p:sp>
      <p:sp>
        <p:nvSpPr>
          <p:cNvPr id="35" name="椭圆 34">
            <a:extLst xmlns:a="http://schemas.openxmlformats.org/drawingml/2006/main">
              <a:ext uri="{FF2B5EF4-FFF2-40B4-BE49-F238E27FC236}">
                <a16:creationId xmlns:a16="http://schemas.microsoft.com/office/drawing/2014/main" id="{B17F5E05-D170-44B6-BA4E-7A3862E0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320895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4B07CFF6-85BC-461F-9B11-2FBFDAEF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323499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37" name="流程图: 可选过程 36">
            <a:extLst xmlns:a="http://schemas.openxmlformats.org/drawingml/2006/main">
              <a:ext uri="{FF2B5EF4-FFF2-40B4-BE49-F238E27FC236}">
                <a16:creationId xmlns:a16="http://schemas.microsoft.com/office/drawing/2014/main" id="{081AC40C-2817-4E08-B5EF-F2B7F54A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092244"/>
            <a:ext cx="380619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5EBAD52D-FFE9-492C-BFA2-DDF59264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4155744"/>
            <a:ext cx="274828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研究进度安排</a:t>
            </a:r>
          </a:p>
        </p:txBody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2F1E23AB-3E3F-4A6D-B85B-9BAE3719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415955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9042C2BE-59F2-4025-80AB-3D48CC25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418558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41" name="流程图: 可选过程 40">
            <a:extLst xmlns:a="http://schemas.openxmlformats.org/drawingml/2006/main">
              <a:ext uri="{FF2B5EF4-FFF2-40B4-BE49-F238E27FC236}">
                <a16:creationId xmlns:a16="http://schemas.microsoft.com/office/drawing/2014/main" id="{CFCBD5CC-0295-49A8-BC85-56198CF5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04855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34785A9E-51FF-4CF5-91C8-2ACF997A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5112054"/>
            <a:ext cx="2125345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小组分工</a:t>
            </a:r>
          </a:p>
        </p:txBody>
      </p:sp>
      <p:sp>
        <p:nvSpPr>
          <p:cNvPr id="43" name="椭圆 42">
            <a:extLst xmlns:a="http://schemas.openxmlformats.org/drawingml/2006/main">
              <a:ext uri="{FF2B5EF4-FFF2-40B4-BE49-F238E27FC236}">
                <a16:creationId xmlns:a16="http://schemas.microsoft.com/office/drawing/2014/main" id="{38F727AF-092B-45EA-851D-0572CD8C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511586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6980DEC6-7196-49C2-9CF3-FE339FE4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514189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05</a:t>
            </a:r>
          </a:p>
        </p:txBody>
      </p:sp>
      <p:pic>
        <p:nvPicPr>
          <p:cNvPr id="48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ca04c7bf8449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1832" y="351944"/>
            <a:ext cx="3267572" cy="6894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4995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2EEF5748-A1BE-45B4-843B-EA94B4B0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FB8BC298-0524-4D8D-8535-479387CE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D268123A-7C8F-48FC-8B19-AD3F5270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592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343A0A1-3CC0-4083-AB0C-CA694AAD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229" y="2782669"/>
            <a:ext cx="338772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77E53CA-5C65-4106-A7AD-CAD40457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505" y="3606757"/>
            <a:ext cx="258699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Background and Significance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9385D7-63EB-4B96-A059-21268544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6690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c05fe2347f46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710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0b620f6a154e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1.1  研究背景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563FE87-C34D-4D9B-A0A2-42201FD7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4F67219-17CE-4689-924B-08C81400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0B52264-9E54-445E-B455-FECB981F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真实 Web 流程复杂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9986748-3411-45FF-85DC-6786025C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页面动态、权限状态、弹窗与异步加载交织，传统脚本维护成本高。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E728BDA-A2DE-4FB5-8C93-6F02BDE1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ED2538A-9147-4FC4-B1AE-8ECBBC60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52B7EF6-5659-4688-A73F-FC71CF2F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LLM Agent 仍易失败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5DF28E2-25F5-4676-B902-D06F6DB8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缺少待测系统领域知识时，容易输出与手册或 UI 不一致的操作。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1B62A3E-C42E-464D-9F55-59A76F39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D9FBD34-5487-42EA-8C7E-6A4C5C1B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D843F15-7C2E-44BA-A08A-D85A6710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完成后难以判定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A20C928-2769-4553-A803-3CF73129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Agent 自报成功不等于功能正确，需要 Trace、截图和验证器复核。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BB7EEEB-B097-4821-812E-3F8B8561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1000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6FAFF"/>
          </a:solidFill>
          <a:ln xmlns:a="http://schemas.openxmlformats.org/drawingml/2006/main" w="12383">
            <a:solidFill>
              <a:srgbClr val="C9DAF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DB63609-8A05-40A4-A9C8-57EE0E06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481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核心问题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64C2F0A-50FB-41C2-8E0E-96B8B344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43375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如何把 4ga Boards 手册中的功能描述，变成可执行、可验证、可追溯的 Web 测试任务？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3AB4970-1432-46A4-8695-E02548F0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19625"/>
            <a:ext cx="733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SpecPilot 的回答：手册证据约束生成，零 locator 保持意图表达，browser-use 自主执行，验证器给出可复查结论。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b16ea627154e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1.2  研究意义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1DE905E-3FBB-454F-A24D-31AA4A04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1771C47-6602-4D74-B51E-492770F0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5DFCD60-F979-43A6-962F-1AEFE6FE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9F46AF5-4527-4B15-A97C-F0FF59BC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软件手册转为结构化测试知识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3F1276C-DA66-4952-92E5-54A37D16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59102F5-8A69-4CB9-A4B5-5270BD3A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7870FA6-5B46-4A9F-9BC4-C96F12FE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BA7B9AE-9A3C-4E20-B23E-C382B872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7A2A817-2527-48F0-9CED-3A7F5D1C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自然语言步骤，不绑定 DOM locator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DE4B188-BE01-4D7E-8771-D079B897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374CA5F-F174-4111-A14D-0CD31537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D8B1C6B-B1DD-4D85-9EC0-F4985F12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B742FFC-6F34-4351-9B62-B9CEC374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AAAE40D-5BDF-4D39-8941-D2E13149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Web Agent 自主完成页面操作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003E458-47EA-4E0C-9DE5-D6FBD7F5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9868788-30B2-4080-8C57-3C4A7564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CF6EFEC-7253-4EDE-8384-7C8D2296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396F83E-508B-44FF-AE6B-819A6B30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5CA3696-61A8-4351-B778-38FFB197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+ 视觉验证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5AF1898-4C9E-4510-8385-71A1C070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F5FC256-2405-4C62-B781-F7C54BC7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EDE9205-DD84-4231-B308-765D8043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581ED4A-BE18-47BF-A69E-1B017615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诊断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3986282-63C7-4AB1-8694-4225C741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失败分类与报告归档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F8CFA44-F4F9-40D8-A5B3-72A1CD9C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81500"/>
            <a:ext cx="9620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12383">
            <a:solidFill>
              <a:srgbClr val="F3D6A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26DE72B-F106-4EE7-B287-928DB03E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rPr>
              <a:t>形成“手册证据 → 测试场景 → 智能体执行 → 结果验证 → 失败分析”的闭环，而不是只让大模型写测试用例。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C53D25DD-8F22-4F68-9717-D555EFF2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ADC7355D-A963-4EF5-A54D-94BD284E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1CDF316-1371-4DD2-8047-DD78F3FF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DFE3324-AB82-4283-A144-831DD98F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40" y="2816963"/>
            <a:ext cx="341632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A87E50E-1656-4AF9-900E-068E0B99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376" y="3606757"/>
            <a:ext cx="337624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Objectives and Methodology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7A1EA1C-2086-40E7-BDCD-768E9DE1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f6827fa57548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162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DC4B7F6-BF62-4E53-B146-01F852D6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051C895-FBF6-4A5A-BC63-BF84752C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89B0B3E7-7DD8-45DE-939C-F9A8FB31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2445862-16EA-4A7B-819F-88AA98D2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3F42468-B0D9-4785-A6E3-C45E4487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48820B60-34E7-4E08-AA74-87AE879A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9296B7C1-6589-4D9E-B954-249E6FCA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b1b2d2790f4f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50FE17C1-9624-4A9F-9B57-784B471C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CD71BD3E-851B-4639-9ACA-3D4E4AE9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D892374-7818-4381-B65B-28BA4F09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7C97C541-360D-4782-8469-E7B26CBD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C6D0E936-EFA9-40A4-BDDA-02749B0C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B89FB35-04FF-43FB-9AC5-472301A1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2.1  总体流程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847CDFFF-8A37-44E4-9E15-9D0F90F8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51EE309-D064-4A98-8B93-D68FB94B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D7E1C83-5401-407D-9FB3-1322E703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11D3B7C-A927-4D83-B85D-CA66653E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B76B5B8-1A59-493E-A76F-43304777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4ga 手册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20260FF-AF33-414A-A0AE-5B3399AF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英文 user/admin manual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8AF8EDB-AFB4-49DC-9522-8844CA26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133E98A-683C-4A11-88B0-690C362A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70E1043-B5AB-4C2B-9617-8462CA9E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61CC968-2E96-44A9-8364-481021FA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6F6DB53-1463-4058-A6E5-095677C8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清洗切片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2FE446A-F571-40F6-8827-08275A1E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Markdown + heading path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6D0ABE4-5B2B-4679-9AAE-BF046A3C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3AC2085-67D9-4C82-BC06-E08EC2C0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A5960C5-490B-43F3-8549-D2D100D8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E56B669-F7C7-43A2-82F0-30197E07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F21905D-6D0E-4D0B-966E-EA8EB81C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向量索引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C3FBD9C-9F6B-4AB5-9115-837DB460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ChromaDB evidence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B2A0110-2520-4E37-99E7-431F926F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569F884-EE6C-4C1B-A850-2D346912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FF4DDC7-F9FF-4802-AD34-257A606C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74D7B07-7C84-4C67-A483-E6D44E42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7D6DBAC-6A54-42C9-9D52-D4831179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C997CBA-D1A4-45C5-89E5-18F2BB8F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Feature + Scenario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66A3D7E-A8AB-4E69-96E3-DAC1FCA0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2CEB88D-462A-453F-AA7B-42EE472E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E59DB5B-F6A0-485B-AFDC-4FB0E320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3EC1594-1BB9-4765-A5AA-FEC0E5A2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7ECD473-674A-4CA0-9B9F-ACA63D1F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自主执行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111E3DD-0311-43CA-8BC3-113D0AB1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143D4C9-BD17-4F76-9F91-564BC99B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C029C08-85DB-4D39-8444-E932DECC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DF3B5BD-D60C-4ED6-B6B5-78DB5CBA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C98DEB1-5894-4032-89D7-B8E86167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0EC313B-6BB2-4D43-80DC-FE5FC3BF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验证报告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2DF41D2-C955-47B6-BABD-E101E73A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DOM/视觉/分类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30BDD77-A1AC-4981-9C47-356F5623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CE36171-F4E9-4379-B58D-098FF376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1CB02F6-6453-4D6B-9F11-DE1F5A4F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边界 1：零 locator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1642C5F-CF12-4829-A3EE-A1E39BE5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场景只表达用户意图，不写 selector、xpath、DOM id 或 element index。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863CCCF-6EBF-46B3-9F1F-A9A3BFC2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3FC1D49-F84B-436A-94B9-BB3989F1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36B7058-0A0E-408D-8AB1-EC893FA3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边界 2：browser-use 唯一执行器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C7A43ED-A4F8-4837-A284-6E0431E8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不使用 Playwright fallback，保持自然语言任务到 Agent 自主执行的路线。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F770B0E-04EF-48EC-86FA-1536FA9F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080BCEB-63D5-409C-BBEF-1C34512C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0362D50-6693-4855-B4F3-2EA65C52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边界 3：本地可追溯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010B596-A50B-443D-8B16-9DFBF8C8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Trace、截图、验证结果和报告统一归档到 data/runs/{run_id}/。</a:t>
            </a:r>
          </a:p>
        </p:txBody>
      </p:sp>
    </p:spTree>
    <p:extLst>
      <p:ext uri="{BB962C8B-B14F-4D97-AF65-F5344CB8AC3E}">
        <p14:creationId xmlns:p14="http://schemas.microsoft.com/office/powerpoint/2010/main" val="41019203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3F5AD5A7-F10F-48AD-9516-B0900162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2.2  研究目标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1515B250-3F65-47D0-A517-C1F5DB30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118" name="矩形 117">
            <a:extLst xmlns:a="http://schemas.openxmlformats.org/drawingml/2006/main">
              <a:ext uri="{FF2B5EF4-FFF2-40B4-BE49-F238E27FC236}">
                <a16:creationId xmlns:a16="http://schemas.microsoft.com/office/drawing/2014/main" id="{E10E5026-9769-4FDA-A3C2-689FB4FF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9" name="矩形 118">
            <a:extLst xmlns:a="http://schemas.openxmlformats.org/drawingml/2006/main">
              <a:ext uri="{FF2B5EF4-FFF2-40B4-BE49-F238E27FC236}">
                <a16:creationId xmlns:a16="http://schemas.microsoft.com/office/drawing/2014/main" id="{651D5F33-4A49-48C5-A33C-ABFDF222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0" name="文本框 119">
            <a:extLst xmlns:a="http://schemas.openxmlformats.org/drawingml/2006/main">
              <a:ext uri="{FF2B5EF4-FFF2-40B4-BE49-F238E27FC236}">
                <a16:creationId xmlns:a16="http://schemas.microsoft.com/office/drawing/2014/main" id="{CCE41962-D964-415D-8B26-F787AF6B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4" name="文本框 123">
            <a:extLst xmlns:a="http://schemas.openxmlformats.org/drawingml/2006/main">
              <a:ext uri="{FF2B5EF4-FFF2-40B4-BE49-F238E27FC236}">
                <a16:creationId xmlns:a16="http://schemas.microsoft.com/office/drawing/2014/main" id="{AF17376A-7459-49B5-8BB1-B818CD00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30" name="文本框 129">
            <a:extLst xmlns:a="http://schemas.openxmlformats.org/drawingml/2006/main">
              <a:ext uri="{FF2B5EF4-FFF2-40B4-BE49-F238E27FC236}">
                <a16:creationId xmlns:a16="http://schemas.microsoft.com/office/drawing/2014/main" id="{599D3835-85B7-47C1-A1A6-FA9C570D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31" name="文本框 130">
            <a:extLst xmlns:a="http://schemas.openxmlformats.org/drawingml/2006/main">
              <a:ext uri="{FF2B5EF4-FFF2-40B4-BE49-F238E27FC236}">
                <a16:creationId xmlns:a16="http://schemas.microsoft.com/office/drawing/2014/main" id="{FC780630-B8AC-4195-898D-6F897807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32" name="文本框 131">
            <a:extLst xmlns:a="http://schemas.openxmlformats.org/drawingml/2006/main">
              <a:ext uri="{FF2B5EF4-FFF2-40B4-BE49-F238E27FC236}">
                <a16:creationId xmlns:a16="http://schemas.microsoft.com/office/drawing/2014/main" id="{E921E35E-305E-4103-9911-93174566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33" name="图片 1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2b32b960a44c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34" name="直接连接符 133">
            <a:extLst xmlns:a="http://schemas.openxmlformats.org/drawingml/2006/main">
              <a:ext uri="{FF2B5EF4-FFF2-40B4-BE49-F238E27FC236}">
                <a16:creationId xmlns:a16="http://schemas.microsoft.com/office/drawing/2014/main" id="{4AA1076A-267F-432B-BDC2-E686E3C7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5" name="直接连接符 134">
            <a:extLst xmlns:a="http://schemas.openxmlformats.org/drawingml/2006/main">
              <a:ext uri="{FF2B5EF4-FFF2-40B4-BE49-F238E27FC236}">
                <a16:creationId xmlns:a16="http://schemas.microsoft.com/office/drawing/2014/main" id="{D4DF99EB-20A1-447A-8A73-DDECF521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6" name="直接连接符 135">
            <a:extLst xmlns:a="http://schemas.openxmlformats.org/drawingml/2006/main">
              <a:ext uri="{FF2B5EF4-FFF2-40B4-BE49-F238E27FC236}">
                <a16:creationId xmlns:a16="http://schemas.microsoft.com/office/drawing/2014/main" id="{50870E47-F85E-4953-9B7F-757B3AF8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7" name="直接连接符 136">
            <a:extLst xmlns:a="http://schemas.openxmlformats.org/drawingml/2006/main">
              <a:ext uri="{FF2B5EF4-FFF2-40B4-BE49-F238E27FC236}">
                <a16:creationId xmlns:a16="http://schemas.microsoft.com/office/drawing/2014/main" id="{8089A8E7-8F7B-4127-B817-9C735EC3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8" name="等腰三角形 137">
            <a:extLst xmlns:a="http://schemas.openxmlformats.org/drawingml/2006/main">
              <a:ext uri="{FF2B5EF4-FFF2-40B4-BE49-F238E27FC236}">
                <a16:creationId xmlns:a16="http://schemas.microsoft.com/office/drawing/2014/main" id="{4A263288-6E46-4B9E-817D-3C7EB473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B87674C-B1E0-4E58-9488-00F78850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D6B95F4D-2114-4AE5-8FA0-F320B75A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B21A7C4-0397-432A-943F-0E2A962B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已抽取功能点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C086F3DC-8F8A-488A-8A93-E77FF9DD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3E76BE66-396D-42EB-82AE-87C3ED81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28510D65-5A79-4405-B78B-CBB2338A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已生成测试场景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83B5C373-A6BA-412A-A141-870F9812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DB8612AE-4D5D-461D-AFEA-52194D22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DBB7984D-F305-43D8-96E5-58BB711D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本地运行记录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5F7D3953-0DF4-422C-B2DC-94085DCA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33813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FAFF"/>
          </a:solidFill>
          <a:ln xmlns:a="http://schemas.openxmlformats.org/drawingml/2006/main" w="12383">
            <a:solidFill>
              <a:srgbClr val="BBD9F4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D728717A-98BB-406A-B6B8-0750FB2E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098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可运行本地闭环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FF7EC1B2-6B88-4DBD-853E-4B59D1E1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337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从手册到执行记录，已形成端到端系统形态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1A7E4676-AC76-4A09-BC9C-68BE6C4E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A30D8CC0-2602-4F8E-A768-2386C220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528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7B151714-E1A7-4531-A468-B40A8D2D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052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自动抽取 4ga Boards 主要功能点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99808D38-DFF7-486C-BEA1-C8538EC5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76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34117802-6C68-4D03-8EDD-3C26B046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719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4DC5A759-3D64-4209-92E6-A75C8AD2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243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生成结构化、可执行、带证据的测试场景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399E2051-0180-4E94-9CCF-079CEACF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5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7790F3C7-FBBD-42F6-A3D5-256E01FB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10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A2F3F76A-5BF4-403B-888C-1E360CBB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434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实时展示 Agent 节点状态、动作、截图与事件流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32A26E3B-D190-482C-814A-4872D8E4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14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AE28BBDE-D13D-444D-BCB8-C8671C87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01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CE31851A-80B2-447A-A341-2A86372F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625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对执行结果进行验证、失败分类和报告归档</a:t>
            </a:r>
          </a:p>
        </p:txBody>
      </p:sp>
    </p:spTree>
    <p:extLst>
      <p:ext uri="{BB962C8B-B14F-4D97-AF65-F5344CB8AC3E}">
        <p14:creationId xmlns:p14="http://schemas.microsoft.com/office/powerpoint/2010/main" val="10486156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C5DA7CA1-70B9-4E2A-ACCE-A2B0364C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2.3  总体架构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27FAC13A-C4B2-4A07-B247-B6FC609D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F352DA87-3D00-4C14-AB17-254EA311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1" name="矩形 100">
            <a:extLst xmlns:a="http://schemas.openxmlformats.org/drawingml/2006/main">
              <a:ext uri="{FF2B5EF4-FFF2-40B4-BE49-F238E27FC236}">
                <a16:creationId xmlns:a16="http://schemas.microsoft.com/office/drawing/2014/main" id="{73B58A2F-2613-4675-91B4-F5E92759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2" name="文本框 101">
            <a:extLst xmlns:a="http://schemas.openxmlformats.org/drawingml/2006/main">
              <a:ext uri="{FF2B5EF4-FFF2-40B4-BE49-F238E27FC236}">
                <a16:creationId xmlns:a16="http://schemas.microsoft.com/office/drawing/2014/main" id="{E4E5C484-F627-4B59-AD16-6479AC5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3" name="文本框 102">
            <a:extLst xmlns:a="http://schemas.openxmlformats.org/drawingml/2006/main">
              <a:ext uri="{FF2B5EF4-FFF2-40B4-BE49-F238E27FC236}">
                <a16:creationId xmlns:a16="http://schemas.microsoft.com/office/drawing/2014/main" id="{68569EF0-A4A4-4B56-B77A-6F56F2FA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4" name="文本框 103">
            <a:extLst xmlns:a="http://schemas.openxmlformats.org/drawingml/2006/main">
              <a:ext uri="{FF2B5EF4-FFF2-40B4-BE49-F238E27FC236}">
                <a16:creationId xmlns:a16="http://schemas.microsoft.com/office/drawing/2014/main" id="{27BB5293-4B48-4EB3-82A0-C3EEE4BA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5" name="文本框 104">
            <a:extLst xmlns:a="http://schemas.openxmlformats.org/drawingml/2006/main">
              <a:ext uri="{FF2B5EF4-FFF2-40B4-BE49-F238E27FC236}">
                <a16:creationId xmlns:a16="http://schemas.microsoft.com/office/drawing/2014/main" id="{8EC6E344-EBC5-475B-A47E-1A6F0836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6" name="文本框 105">
            <a:extLst xmlns:a="http://schemas.openxmlformats.org/drawingml/2006/main">
              <a:ext uri="{FF2B5EF4-FFF2-40B4-BE49-F238E27FC236}">
                <a16:creationId xmlns:a16="http://schemas.microsoft.com/office/drawing/2014/main" id="{98566DDC-D397-4A51-A9F8-B89FDBEC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07" name="图片 1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95b1bdc38348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08" name="直接连接符 107">
            <a:extLst xmlns:a="http://schemas.openxmlformats.org/drawingml/2006/main">
              <a:ext uri="{FF2B5EF4-FFF2-40B4-BE49-F238E27FC236}">
                <a16:creationId xmlns:a16="http://schemas.microsoft.com/office/drawing/2014/main" id="{86C1ED2F-F6CB-41FD-8287-03980FA3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9" name="直接连接符 108">
            <a:extLst xmlns:a="http://schemas.openxmlformats.org/drawingml/2006/main">
              <a:ext uri="{FF2B5EF4-FFF2-40B4-BE49-F238E27FC236}">
                <a16:creationId xmlns:a16="http://schemas.microsoft.com/office/drawing/2014/main" id="{B7050A9C-5873-4754-8D9D-B127A3FB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0" name="直接连接符 109">
            <a:extLst xmlns:a="http://schemas.openxmlformats.org/drawingml/2006/main">
              <a:ext uri="{FF2B5EF4-FFF2-40B4-BE49-F238E27FC236}">
                <a16:creationId xmlns:a16="http://schemas.microsoft.com/office/drawing/2014/main" id="{1DDF999B-915D-4CD2-999C-FAA9327E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1" name="直接连接符 110">
            <a:extLst xmlns:a="http://schemas.openxmlformats.org/drawingml/2006/main">
              <a:ext uri="{FF2B5EF4-FFF2-40B4-BE49-F238E27FC236}">
                <a16:creationId xmlns:a16="http://schemas.microsoft.com/office/drawing/2014/main" id="{4EE3BF20-BD17-4CC5-BA20-DD86AC12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2" name="等腰三角形 111">
            <a:extLst xmlns:a="http://schemas.openxmlformats.org/drawingml/2006/main">
              <a:ext uri="{FF2B5EF4-FFF2-40B4-BE49-F238E27FC236}">
                <a16:creationId xmlns:a16="http://schemas.microsoft.com/office/drawing/2014/main" id="{8B64758C-5507-40E3-90A1-72C6F587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5B5F2D6-8806-45D2-BF9D-6863E608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933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6E63FC7-4F3F-4EE8-BDA7-469E23B5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2574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Next.js 中文控制台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E19EF53-8B5F-4221-A036-62CE0E26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7647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Dashboard / Features / Scenarios / Live Run / Reports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C45D24A-2022-4EC7-96CB-5073A2CB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33675"/>
            <a:ext cx="8991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92FFF0C-D8BC-40AF-B590-ADB91781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479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REST API + SSE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10D5892-6778-487B-A7C9-CD621AD1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6702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运行创建、事件推送、报告导出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F1A20D0-48C2-456E-94B6-B40D7F09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24225"/>
            <a:ext cx="8648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B7E97B5-3A1C-4BB3-A9C7-5068E326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4385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6E99E3DE-279B-4E75-B797-811A6FFB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575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SQLModel / SQLite / ChromaDB / Artifact storage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DCCF09B-9964-4CC7-8212-BD72590D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14775"/>
            <a:ext cx="8305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553995F-B1BF-40F3-8470-2FA5E2F9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0290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1C37E63-43A7-4FF3-BBA4-E74A6E69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4812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ScenarioLoader → BrowserUseRun → Verifier → Reporter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8751B34-C5B3-4036-8C1F-2B3AE57C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05325"/>
            <a:ext cx="7962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2FFED08-819A-4D4B-B212-61887DA7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6196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1997BC9-DD5B-4236-972F-FD5583EC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38675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DeepSeek / OpenAI-compatible / Browser Use hosted LLM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42F4D8A-FCC1-4A30-A72E-D6E56DE2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95875"/>
            <a:ext cx="7620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91C35E7-CF20-49BE-A6AE-D79708F8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101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验证与报告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59C223F-2EAB-4766-9CEC-DAB491DE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29225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 + GLM-4.6V + FailureClassifier</a:t>
            </a:r>
          </a:p>
        </p:txBody>
      </p:sp>
    </p:spTree>
    <p:extLst>
      <p:ext uri="{BB962C8B-B14F-4D97-AF65-F5344CB8AC3E}">
        <p14:creationId xmlns:p14="http://schemas.microsoft.com/office/powerpoint/2010/main" val="718491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0A7C0DCB-7EEF-4038-B0F9-818B301C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DD40740B-FE96-4EF6-86AD-CF918FD9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7EA6693-60B7-4D50-B21C-80AEA1D9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26ABAB6-7A09-46C0-A59D-4BA7229D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028" y="2753201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176D3F8-51CC-4A58-AF83-F49915A1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024" y="3612894"/>
            <a:ext cx="3005951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Framework Introduction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28486A4-1558-4BFD-A981-FF400CBF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a04a3685a4d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560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8e00ed4c8940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69F8FFA-7572-41D6-8DCE-6D8C9832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8CC2152-C495-492A-A34B-1527C6E4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2F02C31-5EB7-4E7A-9B6D-0ACFB450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前端展示层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40F2442-396A-498F-BEB8-0E9ABE9E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Next.js App Router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TypeScript / Tailwind CSS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Radix UI / Lucide Icons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/ TanStack Query / Recharts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11EDD2C-4BE0-4CDB-8549-C334B0C7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6BBE024-BB8B-4174-BEF5-075E9CBC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89CB690-3D5B-4343-B424-F35D0878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后端服务层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B42C36D-5864-4F9B-9A6D-443D22CE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FastAPI / SQLModel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SQLite / ChromaDB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sse-starlette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persistence + artifacts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B66F95F-1616-4EFB-8931-AEDB17C5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DAEE747-D560-4620-ACEA-AC200FAB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75D98A0-1774-4852-A52A-41A89143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智能体层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7B0EDD8-E9E0-4076-9150-30A0E3C0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OpenAI-compatible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langchain-deepseek adapter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97F7A09-AEFB-4273-9793-42A160A2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0897022-CE5D-4310-864F-8037C132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0DCE016-EA6D-4E51-B810-7DEEDE8E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验证与存储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6782E80-727C-48C6-A831-AF7EFFF2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GLM-4.6V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data/runs/{run_id}/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3.2  系统模块划分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e3382be50241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26D102C-0F1C-47BB-9678-2E5F9A82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66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08A086B-C06E-4BC1-827E-1BB9081D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622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DOC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19E70CA-4DF9-4B1A-B819-0FD20F7C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907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0F5BB61-5291-402F-9FEE-19C929DB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24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手册知识层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D4D8543-473E-4002-9776-29EAAE9B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爬取 / 清洗 / 切片 / 索引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F1343F6-9F99-4217-AA64-F5938E97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3D4DFE6-3651-4A4C-89F0-D58F87E9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764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B6ED8DF-A00A-4022-9AB7-2FED6BAA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2698FB3-D6D1-4572-AE07-DCB57650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SCN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B72F4CC-1670-44E3-9F94-5D7063D7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765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E5462E4-389E-4A56-AC66-08AC7A70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099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E33D866-C32F-49BB-8FCB-EA2F751D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功能点抽取 / 零 locator 场景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8CBB60A-D930-4706-8528-B8556F50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71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1FDF1E8-6C3B-4DE2-8145-B6739ACE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622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BBA3DFF-C2D4-4B21-A2ED-688F4C0C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38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79870F0-C138-411F-A452-0EFC19A9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338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AGT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FB4F0DC-E20C-469F-9431-816DD056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623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6677BB8-2D09-49C1-9331-FD22ADE5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957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智能体执行层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0B3F1AE-97D5-43EB-AA31-6F50D5DC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任务构造 / browser-use 执行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BB3BD5F-7C56-44E8-8D1F-891B4071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57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23D7087-F113-4F3D-952E-8DAB9588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480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F57C6E7-EF81-4D52-AFC4-AA5EDBB2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24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8778B9D-C836-4F4A-B6C7-5E7B89A9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CHK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82B5683-A54D-436D-8C22-C60DC811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481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3AF3562-159D-4417-97BB-AAE35F8F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815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验证与诊断层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D74EF11-A5F2-4C03-AD2F-CC86A1B5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005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/ GLM 视觉 / 分类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6AC575A-572E-4EB6-816E-FCE01248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434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B7E7463-A933-43E5-91A6-52FCECC8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338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B76415A-F4B6-4C41-9CB3-FC611A01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0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FB53876-3B35-44BB-B8D9-295D9D26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05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UI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77705FF-64CD-4B1A-B654-A6750717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339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B1C4EC1-8269-47E6-B59B-5B013C80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673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前端控制台层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310081E-A63D-4620-991F-260ED676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863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状态可视化 / 报告 / 运行历史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CC46737-76DF-45A5-8029-6C5BFC8A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292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7AF758C-79D8-4723-AC8E-FDD53F67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196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3.3  手册知识层与场景生成层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c6a82d2d5247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7F1E3EE-0648-42D5-A186-58AAC3C0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4EE89DC-63FF-4BE8-92FB-1D58D445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540D4F0-053B-44F7-9232-81B2F06B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7FCC833-D9F7-4606-9AB5-8075C9C2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手册页面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7CA5C64-07CA-47C2-8292-0B2E9C26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DDC1148-1833-424D-8C9C-E8CEDE74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769933C-354D-4F0C-8A51-9FB6474D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EEE3A26-E423-45EB-A355-6AFD11D1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19E38CB-B58C-4F0B-95C4-5942FF19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E1D3866-FE35-4819-AD26-826396E0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爬取清洗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51AD1F3-2502-48FF-8383-42EE2213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A27B5BE-D0F7-4841-8315-3434BC87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375EDDB-CF8B-4CF3-9883-AECC3133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1D617B3-C275-4D54-941E-215AD985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F10E46E-5DB6-441C-8E1D-34FA4FBF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427BF17-7F40-4F73-AA89-C055AB8A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标题切片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100819C-A601-4C41-8273-5A7BF109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C174CFC-117D-4498-BA4D-F976A429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C339D2D-D86A-4E13-8EEB-DEB494D6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345469E-109E-4107-B952-71CD089D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F6997E5-5F5F-4613-AFAA-17E24009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3AF3C9D-DBBF-4413-BC61-345E268C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ChromaDB索引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A5804A5-0DE1-4048-9553-400E39AB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1E727B8-4210-4C2B-B390-8D864DF1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8A3C51B-0405-4525-B8E3-15D35874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DCA5782-078A-4C5F-82A4-4B776C47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7236A44-6D1D-4644-972E-AECD2429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DC9670C-C06B-45CB-A378-64FB125E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功能点抽取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F00C8DE-1DD0-4310-BEBC-C6E82D93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5825E2E-2C7B-47B8-B0B8-42076F38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680276E-FE24-4FAE-B53F-029CA3A5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46AEB52-7DA9-46DB-A3A0-561D309B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BA6382B-297B-4A5C-928A-70B58B84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DA0562B-0C05-473C-81FB-9CF85AB0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零locator场景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1A61AB7-80BB-4811-ABBB-A0CF588E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E55BB6D-A5A0-42D4-AE29-DB9C3808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209EEFE-76AC-4FD7-A910-205B90D6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49540A5-27FA-4A48-BC98-6B8BB093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5932746-2881-4FB1-B1C8-42A65CEA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20D33E85-B8C4-4BF4-B98C-7A1146A4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校验入库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617411D-E39B-409A-B48B-3DC36AAA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8C27E161-619B-4AB9-B0B4-A75668CE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8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30CBFF2-E684-4D5D-BF94-90CF20C7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29075"/>
            <a:ext cx="771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手册知识层：URL / title / heading path / manual section / content hash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D90717E0-90C8-4E28-AA2F-402F7D38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FFD"/>
          </a:solidFill>
          <a:ln xmlns:a="http://schemas.openxmlformats.org/drawingml/2006/main" w="12383">
            <a:solidFill>
              <a:srgbClr val="BFE8E4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51DB2B0A-95B5-43A8-8218-5EAD0352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场景生成层：Feature → Scenario → evidence quotes → 零 locator 校验 → SQLite 持久化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3.4  后端 API 与数据存储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0d77f8b2b648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24DA6A8-8627-469C-B688-E8C536C9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BC4C4D3-A01F-424A-92E3-FB72CFD0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06A0D6A-1571-4F19-A445-C722514E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前端请求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BEA15A1-7BA6-4D79-A421-67C399D2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9082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FE66592-94EC-449A-935D-5132D4F7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67000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B77E58B-C6B1-4449-920B-C9A7C64E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14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C815EF2-BD42-4AAC-926D-597F745D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7A1B601-4D84-4F76-8924-410A7B6B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AD79BAE-0B1D-4857-A2B1-8B02042E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81375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手册生成任务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DF92C84-A99B-4702-8A76-90E1DBE9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95700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/api/pipeline/manual-to-scenarios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6D351B9-50C8-40CB-813E-78B42E2A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71875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7898CE9-F488-4B7A-AC71-4EDF9B8A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194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7B2A1C6-2BA8-4191-9798-81154182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1EEB2A5-8338-4A6B-B6EA-C04A8C23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C029499-4B0E-4223-A302-E6763D09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运行请求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4218928-4105-4A0A-AF3B-C75994AE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0057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/events / artifacts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6FEF62B-D35D-4E7C-8E2A-B0C39E2B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76750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1918182-443C-432B-AAC1-238AE39D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143618C-16C9-46B7-A4CB-E16E0C01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28875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6FEFD"/>
          </a:solidFill>
          <a:ln xmlns:a="http://schemas.openxmlformats.org/drawingml/2006/main" w="12383">
            <a:solidFill>
              <a:srgbClr val="70D3CB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5A37BE8-9AB7-4881-B853-CB1DC92C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14625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D8248D9-2BEC-4911-AC7F-2CFA9391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90875"/>
            <a:ext cx="1238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/api/settings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/api/doctor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8F1BD2F-76C5-41DD-866F-0F301436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2648240-8A70-43DF-AE3C-AFFF3293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764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SQLite 元数据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815264E-A8F9-45C4-8A71-791F3394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62200"/>
            <a:ext cx="695325" cy="3048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BC6A9BE-72FA-4EB5-A78F-47EDBBCD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EE8E254-EFB9-45DE-910C-9BF5F170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4A2B460-69AE-4263-92DF-9F10F4B3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146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 索引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CFE9E79-0384-4D64-96A3-C2FE4E22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3333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D6C1179-5298-4496-8766-573DF1D5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479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63B2D9A-1E65-4E06-B568-BDB7B52D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1947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CE2056E-CE15-47FB-95D9-E980ECA9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Artifacts 文件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A1DF823-60D6-459F-835F-FD957047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9715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064EAC8-D92E-445F-9EDB-56D8E51B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FAB2C4E-A33B-424A-9E11-9729A778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2E3BA7F-064C-4B4B-B162-E62F2BEB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SSE 事件流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E095C20-3008-4DF4-B13A-3321D380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16097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F6B69C22-9235-439B-B53A-EB8544A4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243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3478D91-C8CF-4F84-88CB-7E7B6D0D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958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F6BABA8-3A3E-46C0-AE4E-34995820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报告导出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894CE54-5034-4B2A-BBAC-D41FF96E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22479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C702A6B1-6318-40A4-B943-159F3C5F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62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3.5  前端控制台与可视化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9b5805242842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3.6  智能体层总体设计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e162b200eb4c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3.7  LangGraph 的作用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87c203b8924f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3.8  从测试场景到 Agent 任务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e4e6f664874a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3.9  为什么选择 browser-use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5b9658688742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3.10  运行编排与实时事件流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2b05fd3a7f45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3.11  双通道验证与仲裁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6d31190c6747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3.12  失败分类器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3b933194024b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3.13  运行报告与证据归档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3af3841bac4b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3.14  框架创新点总结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bd4546f9b249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3F5602B9-D756-4A9B-A735-8F910598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C6BD1E9E-462A-4E05-A64D-8C9D2DB3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72044AB2-5CCD-4B04-9B1B-94825870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CD0D9A1-6AFA-4A97-A0B0-A846D6F9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672" y="2782669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61419B7-1DE9-46A8-9CB1-3FB4A1F1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397" y="3606757"/>
            <a:ext cx="172220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Timeline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1ABCCC2-961B-49D2-B301-F53C64D7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574ab327764e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9354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34687BB-B6DE-4E27-BB3C-8B9654AC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4.1  当前实现成果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A1D445DB-6A01-473C-9EE1-EE1EDCAC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0557CE87-89DC-48A8-B4E6-092A0F5A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ED59D59-57B1-4B1C-B0CB-36E87DD2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0"/>
            <a:ext cx="2060295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52715EE3-2B08-48F7-B201-3F58D02B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09787789-72F3-4AFF-8D52-DE06018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2D6DA868-582C-4F92-9A9C-79C8E04C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03CED111-5D84-47E3-8EBB-DD8B1038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D5AFCF99-AA03-462C-B4C0-256DB517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e01a0390ce46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1766B8C3-A303-4CEA-8193-856EC688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E1F36224-82BF-48F8-914E-38CCEA47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E0268BEB-35B6-4FB6-BE9E-BEF2EA56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A9B3173F-339E-425F-8B11-5CE9AE0D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7F1CFACF-F41A-42E0-ADDB-BBF7E38E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7092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 7">
            <a:extLst xmlns:a="http://schemas.openxmlformats.org/drawingml/2006/main">
              <a:ext uri="{FF2B5EF4-FFF2-40B4-BE49-F238E27FC236}">
                <a16:creationId xmlns:a16="http://schemas.microsoft.com/office/drawing/2014/main" id="{3AC16CC3-01E4-4C53-90D3-317D53FF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05.01</a:t>
            </a:r>
          </a:p>
        </p:txBody>
      </p:sp>
      <p:sp>
        <p:nvSpPr>
          <p:cNvPr id="31" name="Text 8">
            <a:extLst xmlns:a="http://schemas.openxmlformats.org/drawingml/2006/main">
              <a:ext uri="{FF2B5EF4-FFF2-40B4-BE49-F238E27FC236}">
                <a16:creationId xmlns:a16="http://schemas.microsoft.com/office/drawing/2014/main" id="{BD713278-2AE9-4F52-BC9F-1E76C4D4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01 · DEADLINE</a:t>
            </a:r>
          </a:p>
        </p:txBody>
      </p:sp>
      <p:sp>
        <p:nvSpPr>
          <p:cNvPr id="32" name="Shape 9">
            <a:extLst xmlns:a="http://schemas.openxmlformats.org/drawingml/2006/main">
              <a:ext uri="{FF2B5EF4-FFF2-40B4-BE49-F238E27FC236}">
                <a16:creationId xmlns:a16="http://schemas.microsoft.com/office/drawing/2014/main" id="{119ACF3B-8E70-4451-986A-BC5B33B5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36" name="Text 12">
            <a:extLst xmlns:a="http://schemas.openxmlformats.org/drawingml/2006/main">
              <a:ext uri="{FF2B5EF4-FFF2-40B4-BE49-F238E27FC236}">
                <a16:creationId xmlns:a16="http://schemas.microsoft.com/office/drawing/2014/main" id="{12F16069-DB6E-42C4-A916-3A648717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05.30</a:t>
            </a:r>
          </a:p>
        </p:txBody>
      </p:sp>
      <p:sp>
        <p:nvSpPr>
          <p:cNvPr id="37" name="Text 13">
            <a:extLst xmlns:a="http://schemas.openxmlformats.org/drawingml/2006/main">
              <a:ext uri="{FF2B5EF4-FFF2-40B4-BE49-F238E27FC236}">
                <a16:creationId xmlns:a16="http://schemas.microsoft.com/office/drawing/2014/main" id="{51980742-5472-46D5-BBFB-EAE104C1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02 · DEADLINE</a:t>
            </a:r>
          </a:p>
        </p:txBody>
      </p:sp>
      <p:sp>
        <p:nvSpPr>
          <p:cNvPr id="51" name="Shape 14">
            <a:extLst xmlns:a="http://schemas.openxmlformats.org/drawingml/2006/main">
              <a:ext uri="{FF2B5EF4-FFF2-40B4-BE49-F238E27FC236}">
                <a16:creationId xmlns:a16="http://schemas.microsoft.com/office/drawing/2014/main" id="{43537C3E-3D2D-4F19-A412-547BA82E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4" name="Text 17">
            <a:extLst xmlns:a="http://schemas.openxmlformats.org/drawingml/2006/main">
              <a:ext uri="{FF2B5EF4-FFF2-40B4-BE49-F238E27FC236}">
                <a16:creationId xmlns:a16="http://schemas.microsoft.com/office/drawing/2014/main" id="{690B71BF-2C76-4D13-9F1C-1D1D49C0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06.15</a:t>
            </a:r>
          </a:p>
        </p:txBody>
      </p:sp>
      <p:sp>
        <p:nvSpPr>
          <p:cNvPr id="55" name="Text 18">
            <a:extLst xmlns:a="http://schemas.openxmlformats.org/drawingml/2006/main">
              <a:ext uri="{FF2B5EF4-FFF2-40B4-BE49-F238E27FC236}">
                <a16:creationId xmlns:a16="http://schemas.microsoft.com/office/drawing/2014/main" id="{801F2E21-1A64-48F4-9EB9-C6EB4785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03 · DEADLINE</a:t>
            </a:r>
          </a:p>
        </p:txBody>
      </p:sp>
      <p:sp>
        <p:nvSpPr>
          <p:cNvPr id="56" name="Shape 19">
            <a:extLst xmlns:a="http://schemas.openxmlformats.org/drawingml/2006/main">
              <a:ext uri="{FF2B5EF4-FFF2-40B4-BE49-F238E27FC236}">
                <a16:creationId xmlns:a16="http://schemas.microsoft.com/office/drawing/2014/main" id="{2736ACC0-27E8-4A0C-9177-0FBF9BF5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9" name="Text 22">
            <a:extLst xmlns:a="http://schemas.openxmlformats.org/drawingml/2006/main">
              <a:ext uri="{FF2B5EF4-FFF2-40B4-BE49-F238E27FC236}">
                <a16:creationId xmlns:a16="http://schemas.microsoft.com/office/drawing/2014/main" id="{E9D31FC1-4BC2-43ED-8BF6-AB7E2B71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06.30</a:t>
            </a:r>
          </a:p>
        </p:txBody>
      </p:sp>
      <p:sp>
        <p:nvSpPr>
          <p:cNvPr id="60" name="Text 23">
            <a:extLst xmlns:a="http://schemas.openxmlformats.org/drawingml/2006/main">
              <a:ext uri="{FF2B5EF4-FFF2-40B4-BE49-F238E27FC236}">
                <a16:creationId xmlns:a16="http://schemas.microsoft.com/office/drawing/2014/main" id="{B2F62955-4A21-43C6-ADCE-6C8D4E83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04 · DEADLINE</a:t>
            </a:r>
          </a:p>
        </p:txBody>
      </p:sp>
      <p:sp>
        <p:nvSpPr>
          <p:cNvPr id="61" name="Shape 24">
            <a:extLst xmlns:a="http://schemas.openxmlformats.org/drawingml/2006/main">
              <a:ext uri="{FF2B5EF4-FFF2-40B4-BE49-F238E27FC236}">
                <a16:creationId xmlns:a16="http://schemas.microsoft.com/office/drawing/2014/main" id="{B09ABEB9-FDDB-49CB-B6C7-FEAA8C47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</p:spTree>
    <p:extLst>
      <p:ext uri="{BB962C8B-B14F-4D97-AF65-F5344CB8AC3E}">
        <p14:creationId xmlns:p14="http://schemas.microsoft.com/office/powerpoint/2010/main" val="50482309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4.2  测试与验收情况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ec46139dba4f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5.1  小组分工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f9789beedd46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5B1E27-B13F-4025-AF3D-12626A48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617" y="1438103"/>
            <a:ext cx="9710531" cy="43961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5101F59-0547-4625-9D11-56ED6460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4" y="3286495"/>
            <a:ext cx="56769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敬请</a:t>
            </a:r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各位老师同学批评指正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5611ECF-9700-4D3A-B594-A59298F4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3" y="2340358"/>
            <a:ext cx="5600885" cy="76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4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汇报结束     感谢观看</a:t>
            </a:r>
          </a:p>
        </p:txBody>
      </p:sp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D0843B20-529F-4BA5-A985-F6B812D8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8478" y="4643854"/>
            <a:ext cx="1299044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ABF4C17-E7B2-4183-A778-509571B4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457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1EE79FE-A7C6-4974-8B17-3C0741C2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831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1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af682d64284d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6999" y="188082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222704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2026-05-26T13:28:51.5360000Z</dcterms:created>
  <dcterms:modified xsi:type="dcterms:W3CDTF">2026-05-26T13:28:51.5360000Z</dcterms:modified>
</coreProperties>
</file>