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</Types>
</file>

<file path=_rels/.rels><?xml version="1.0" encoding="utf-8"?><Relationships xmlns="http://schemas.openxmlformats.org/package/2006/relationships"><Relationship Type="http://schemas.openxmlformats.org/package/2006/relationships/metadata/core-properties" Target="/docProps/core.xml" Id="Ra9b2b537e9634141" /><Relationship Type="http://schemas.openxmlformats.org/officeDocument/2006/relationships/extended-properties" Target="/docProps/app.xml" Id="R65477c96589a4ef3" /><Relationship Type="http://schemas.openxmlformats.org/officeDocument/2006/relationships/officeDocument" Target="/ppt/presentation.xml" Id="Ra899e218a81a48c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95a0c10868b4a20"/>
  </p:sldMasterIdLst>
  <p:notesMasterIdLst>
    <p:notesMasterId xmlns:r="http://schemas.openxmlformats.org/officeDocument/2006/relationships" r:id="Rebabeba6cc0740fa"/>
  </p:notesMasterIdLst>
  <p:sldIdLst>
    <p:sldId xmlns:r="http://schemas.openxmlformats.org/officeDocument/2006/relationships" id="256" r:id="Rb8f07bffad6244be"/>
    <p:sldId xmlns:r="http://schemas.openxmlformats.org/officeDocument/2006/relationships" id="257" r:id="R126f9734f16e4dd4"/>
    <p:sldId xmlns:r="http://schemas.openxmlformats.org/officeDocument/2006/relationships" id="258" r:id="R33dc3a2d21374de2"/>
    <p:sldId xmlns:r="http://schemas.openxmlformats.org/officeDocument/2006/relationships" id="259" r:id="Rf11a882bcd3444ed"/>
    <p:sldId xmlns:r="http://schemas.openxmlformats.org/officeDocument/2006/relationships" id="260" r:id="Rdf5e02065f894515"/>
    <p:sldId xmlns:r="http://schemas.openxmlformats.org/officeDocument/2006/relationships" id="261" r:id="R4e7ea03c68fb4912"/>
    <p:sldId xmlns:r="http://schemas.openxmlformats.org/officeDocument/2006/relationships" id="262" r:id="R002978e4a6d84e47"/>
    <p:sldId xmlns:r="http://schemas.openxmlformats.org/officeDocument/2006/relationships" id="263" r:id="R493e068de7064eb7"/>
    <p:sldId xmlns:r="http://schemas.openxmlformats.org/officeDocument/2006/relationships" id="264" r:id="R88bf1b1fa66a4ef9"/>
    <p:sldId xmlns:r="http://schemas.openxmlformats.org/officeDocument/2006/relationships" id="265" r:id="Re2f275bc333c4df0"/>
    <p:sldId xmlns:r="http://schemas.openxmlformats.org/officeDocument/2006/relationships" id="266" r:id="Rb6de816f7bd74f5c"/>
    <p:sldId xmlns:r="http://schemas.openxmlformats.org/officeDocument/2006/relationships" id="267" r:id="R5f4469f375984037"/>
    <p:sldId xmlns:r="http://schemas.openxmlformats.org/officeDocument/2006/relationships" id="268" r:id="R4691efe84d5445d6"/>
    <p:sldId xmlns:r="http://schemas.openxmlformats.org/officeDocument/2006/relationships" id="269" r:id="R77c1f891019e4e53"/>
    <p:sldId xmlns:r="http://schemas.openxmlformats.org/officeDocument/2006/relationships" id="270" r:id="R7942be92736b4432"/>
    <p:sldId xmlns:r="http://schemas.openxmlformats.org/officeDocument/2006/relationships" id="271" r:id="R5b75529fa4da44a5"/>
    <p:sldId xmlns:r="http://schemas.openxmlformats.org/officeDocument/2006/relationships" id="272" r:id="Re7db26c6579e46c0"/>
    <p:sldId xmlns:r="http://schemas.openxmlformats.org/officeDocument/2006/relationships" id="273" r:id="R84dbfd327f88456a"/>
    <p:sldId xmlns:r="http://schemas.openxmlformats.org/officeDocument/2006/relationships" id="274" r:id="Rdc8f6b97c5ae480a"/>
    <p:sldId xmlns:r="http://schemas.openxmlformats.org/officeDocument/2006/relationships" id="275" r:id="R6483f8200347432c"/>
    <p:sldId xmlns:r="http://schemas.openxmlformats.org/officeDocument/2006/relationships" id="276" r:id="R4a0dffb8d9354f64"/>
    <p:sldId xmlns:r="http://schemas.openxmlformats.org/officeDocument/2006/relationships" id="277" r:id="R196e4907bff141db"/>
    <p:sldId xmlns:r="http://schemas.openxmlformats.org/officeDocument/2006/relationships" id="278" r:id="R3986e37266914c63"/>
    <p:sldId xmlns:r="http://schemas.openxmlformats.org/officeDocument/2006/relationships" id="279" r:id="Rcf45da207a4642e8"/>
    <p:sldId xmlns:r="http://schemas.openxmlformats.org/officeDocument/2006/relationships" id="280" r:id="Re35bf7bf2b124c2e"/>
    <p:sldId xmlns:r="http://schemas.openxmlformats.org/officeDocument/2006/relationships" id="281" r:id="Rdc1837ad27714ce0"/>
    <p:sldId xmlns:r="http://schemas.openxmlformats.org/officeDocument/2006/relationships" id="282" r:id="R0a811cb6c90147eb"/>
    <p:sldId xmlns:r="http://schemas.openxmlformats.org/officeDocument/2006/relationships" id="283" r:id="R20720ba560f840b7"/>
    <p:sldId xmlns:r="http://schemas.openxmlformats.org/officeDocument/2006/relationships" id="284" r:id="Rab80ed94351a4aa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Type="http://schemas.openxmlformats.org/officeDocument/2006/relationships/slideMaster" Target="/ppt/slideMasters/slideMaster1.xml" Id="R995a0c10868b4a20" /><Relationship Type="http://schemas.openxmlformats.org/officeDocument/2006/relationships/theme" Target="/ppt/theme/theme1.xml" Id="Rbea0fc0442934719" /><Relationship Type="http://schemas.openxmlformats.org/officeDocument/2006/relationships/notesMaster" Target="/ppt/notesMasters/notesMaster1.xml" Id="Rebabeba6cc0740fa" /><Relationship Type="http://schemas.openxmlformats.org/officeDocument/2006/relationships/presProps" Target="/ppt/presProps.xml" Id="R920c7e0f8dc146af" /><Relationship Type="http://schemas.openxmlformats.org/officeDocument/2006/relationships/viewProps" Target="/ppt/viewProps.xml" Id="R8d610e7f81f84e54" /><Relationship Type="http://schemas.openxmlformats.org/officeDocument/2006/relationships/tableStyles" Target="/ppt/tableStyles.xml" Id="Ra289668dce0b474f" /><Relationship Type="http://schemas.openxmlformats.org/officeDocument/2006/relationships/slide" Target="/ppt/slides/slide1.xml" Id="Rb8f07bffad6244be" /><Relationship Type="http://schemas.openxmlformats.org/officeDocument/2006/relationships/slide" Target="/ppt/slides/slide2.xml" Id="R126f9734f16e4dd4" /><Relationship Type="http://schemas.openxmlformats.org/officeDocument/2006/relationships/slide" Target="/ppt/slides/slide3.xml" Id="R33dc3a2d21374de2" /><Relationship Type="http://schemas.openxmlformats.org/officeDocument/2006/relationships/slide" Target="/ppt/slides/slide4.xml" Id="Rf11a882bcd3444ed" /><Relationship Type="http://schemas.openxmlformats.org/officeDocument/2006/relationships/slide" Target="/ppt/slides/slide5.xml" Id="Rdf5e02065f894515" /><Relationship Type="http://schemas.openxmlformats.org/officeDocument/2006/relationships/slide" Target="/ppt/slides/slide6.xml" Id="R4e7ea03c68fb4912" /><Relationship Type="http://schemas.openxmlformats.org/officeDocument/2006/relationships/slide" Target="/ppt/slides/slide7.xml" Id="R002978e4a6d84e47" /><Relationship Type="http://schemas.openxmlformats.org/officeDocument/2006/relationships/slide" Target="/ppt/slides/slide8.xml" Id="R493e068de7064eb7" /><Relationship Type="http://schemas.openxmlformats.org/officeDocument/2006/relationships/slide" Target="/ppt/slides/slide9.xml" Id="R88bf1b1fa66a4ef9" /><Relationship Type="http://schemas.openxmlformats.org/officeDocument/2006/relationships/slide" Target="/ppt/slides/slide10.xml" Id="Re2f275bc333c4df0" /><Relationship Type="http://schemas.openxmlformats.org/officeDocument/2006/relationships/slide" Target="/ppt/slides/slide11.xml" Id="Rb6de816f7bd74f5c" /><Relationship Type="http://schemas.openxmlformats.org/officeDocument/2006/relationships/slide" Target="/ppt/slides/slide12.xml" Id="R5f4469f375984037" /><Relationship Type="http://schemas.openxmlformats.org/officeDocument/2006/relationships/slide" Target="/ppt/slides/slide13.xml" Id="R4691efe84d5445d6" /><Relationship Type="http://schemas.openxmlformats.org/officeDocument/2006/relationships/slide" Target="/ppt/slides/slide14.xml" Id="R77c1f891019e4e53" /><Relationship Type="http://schemas.openxmlformats.org/officeDocument/2006/relationships/slide" Target="/ppt/slides/slide15.xml" Id="R7942be92736b4432" /><Relationship Type="http://schemas.openxmlformats.org/officeDocument/2006/relationships/slide" Target="/ppt/slides/slide16.xml" Id="R5b75529fa4da44a5" /><Relationship Type="http://schemas.openxmlformats.org/officeDocument/2006/relationships/slide" Target="/ppt/slides/slide17.xml" Id="Re7db26c6579e46c0" /><Relationship Type="http://schemas.openxmlformats.org/officeDocument/2006/relationships/slide" Target="/ppt/slides/slide18.xml" Id="R84dbfd327f88456a" /><Relationship Type="http://schemas.openxmlformats.org/officeDocument/2006/relationships/slide" Target="/ppt/slides/slide19.xml" Id="Rdc8f6b97c5ae480a" /><Relationship Type="http://schemas.openxmlformats.org/officeDocument/2006/relationships/slide" Target="/ppt/slides/slide20.xml" Id="R6483f8200347432c" /><Relationship Type="http://schemas.openxmlformats.org/officeDocument/2006/relationships/slide" Target="/ppt/slides/slide21.xml" Id="R4a0dffb8d9354f64" /><Relationship Type="http://schemas.openxmlformats.org/officeDocument/2006/relationships/slide" Target="/ppt/slides/slide22.xml" Id="R196e4907bff141db" /><Relationship Type="http://schemas.openxmlformats.org/officeDocument/2006/relationships/slide" Target="/ppt/slides/slide23.xml" Id="R3986e37266914c63" /><Relationship Type="http://schemas.openxmlformats.org/officeDocument/2006/relationships/slide" Target="/ppt/slides/slide24.xml" Id="Rcf45da207a4642e8" /><Relationship Type="http://schemas.openxmlformats.org/officeDocument/2006/relationships/slide" Target="/ppt/slides/slide25.xml" Id="Re35bf7bf2b124c2e" /><Relationship Type="http://schemas.openxmlformats.org/officeDocument/2006/relationships/slide" Target="/ppt/slides/slide26.xml" Id="Rdc1837ad27714ce0" /><Relationship Type="http://schemas.openxmlformats.org/officeDocument/2006/relationships/slide" Target="/ppt/slides/slide27.xml" Id="R0a811cb6c90147eb" /><Relationship Type="http://schemas.openxmlformats.org/officeDocument/2006/relationships/slide" Target="/ppt/slides/slide28.xml" Id="R20720ba560f840b7" /><Relationship Type="http://schemas.openxmlformats.org/officeDocument/2006/relationships/slide" Target="/ppt/slides/slide29.xml" Id="Rab80ed94351a4aa3" /></Relationships>
</file>

<file path=ppt/notesMasters/_rels/notesMaster1.xml.rels><?xml version="1.0" encoding="utf-8"?><Relationships xmlns="http://schemas.openxmlformats.org/package/2006/relationships"><Relationship Type="http://schemas.openxmlformats.org/officeDocument/2006/relationships/theme" Target="/ppt/notesMasters/theme/theme2.xml" Id="R6f8aca99c1b54a0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"1.0" encoding="utf-8"?><Relationships xmlns="http://schemas.openxmlformats.org/package/2006/relationships"><Relationship Type="http://schemas.openxmlformats.org/officeDocument/2006/relationships/slide" Target="/ppt/slides/slide1.xml" Id="Raf5c5ddb5b0d4344" /><Relationship Type="http://schemas.openxmlformats.org/officeDocument/2006/relationships/notesMaster" Target="/ppt/notesMasters/notesMaster1.xml" Id="Rf1be75682117453c" /></Relationships>
</file>

<file path=ppt/notesSlides/_rels/notesSlide2.xml.rels><?xml version="1.0" encoding="utf-8"?><Relationships xmlns="http://schemas.openxmlformats.org/package/2006/relationships"><Relationship Type="http://schemas.openxmlformats.org/officeDocument/2006/relationships/slide" Target="/ppt/slides/slide2.xml" Id="Rec756bf095864b64" /><Relationship Type="http://schemas.openxmlformats.org/officeDocument/2006/relationships/notesMaster" Target="/ppt/notesMasters/notesMaster1.xml" Id="Rb92630dcedd34c37" /></Relationships>
</file>

<file path=ppt/notesSlides/_rels/notesSlide3.xml.rels><?xml version="1.0" encoding="utf-8"?><Relationships xmlns="http://schemas.openxmlformats.org/package/2006/relationships"><Relationship Type="http://schemas.openxmlformats.org/officeDocument/2006/relationships/slide" Target="/ppt/slides/slide3.xml" Id="Ra9cc891d6b05443b" /><Relationship Type="http://schemas.openxmlformats.org/officeDocument/2006/relationships/notesMaster" Target="/ppt/notesMasters/notesMaster1.xml" Id="Re69cf7f7fe63412d" /></Relationships>
</file>

<file path=ppt/notesSlides/_rels/notesSlide4.xml.rels><?xml version="1.0" encoding="utf-8"?><Relationships xmlns="http://schemas.openxmlformats.org/package/2006/relationships"><Relationship Type="http://schemas.openxmlformats.org/officeDocument/2006/relationships/slide" Target="/ppt/slides/slide4.xml" Id="R3062b98fba384f95" /><Relationship Type="http://schemas.openxmlformats.org/officeDocument/2006/relationships/notesMaster" Target="/ppt/notesMasters/notesMaster1.xml" Id="Ra98b4f84b2dc4e90" /></Relationships>
</file>

<file path=ppt/notesSlides/_rels/notesSlide5.xml.rels><?xml version="1.0" encoding="utf-8"?><Relationships xmlns="http://schemas.openxmlformats.org/package/2006/relationships"><Relationship Type="http://schemas.openxmlformats.org/officeDocument/2006/relationships/slide" Target="/ppt/slides/slide5.xml" Id="R475f7dca4d8a4e55" /><Relationship Type="http://schemas.openxmlformats.org/officeDocument/2006/relationships/notesMaster" Target="/ppt/notesMasters/notesMaster1.xml" Id="Ra3d9370e56664700" /></Relationships>
</file>

<file path=ppt/notesSlides/_rels/notesSlide6.xml.rels><?xml version="1.0" encoding="utf-8"?><Relationships xmlns="http://schemas.openxmlformats.org/package/2006/relationships"><Relationship Type="http://schemas.openxmlformats.org/officeDocument/2006/relationships/slide" Target="/ppt/slides/slide6.xml" Id="Rb916f770d2334749" /><Relationship Type="http://schemas.openxmlformats.org/officeDocument/2006/relationships/notesMaster" Target="/ppt/notesMasters/notesMaster1.xml" Id="R306bc1b6f0254f7f" /></Relationships>
</file>

<file path=ppt/notesSlides/_rels/notesSlide7.xml.rels><?xml version="1.0" encoding="utf-8"?><Relationships xmlns="http://schemas.openxmlformats.org/package/2006/relationships"><Relationship Type="http://schemas.openxmlformats.org/officeDocument/2006/relationships/slide" Target="/ppt/slides/slide7.xml" Id="Rc639ce39c891419c" /><Relationship Type="http://schemas.openxmlformats.org/officeDocument/2006/relationships/notesMaster" Target="/ppt/notesMasters/notesMaster1.xml" Id="Rd165bde0dad94f67" /></Relationships>
</file>

<file path=ppt/notesSlides/_rels/notesSlide8.xml.rels><?xml version="1.0" encoding="utf-8"?><Relationships xmlns="http://schemas.openxmlformats.org/package/2006/relationships"><Relationship Type="http://schemas.openxmlformats.org/officeDocument/2006/relationships/slide" Target="/ppt/slides/slide8.xml" Id="R94942a1016c24f24" /><Relationship Type="http://schemas.openxmlformats.org/officeDocument/2006/relationships/notesMaster" Target="/ppt/notesMasters/notesMaster1.xml" Id="R9aec20a5ed754bed" /></Relationships>
</file>

<file path=ppt/notesSlides/_rels/notesSlide9.xml.rels><?xml version="1.0" encoding="utf-8"?><Relationships xmlns="http://schemas.openxmlformats.org/package/2006/relationships"><Relationship Type="http://schemas.openxmlformats.org/officeDocument/2006/relationships/slide" Target="/ppt/slides/slide9.xml" Id="Rcaf8e65f858e4944" /><Relationship Type="http://schemas.openxmlformats.org/officeDocument/2006/relationships/notesMaster" Target="/ppt/notesMasters/notesMaster1.xml" Id="R73b72c99525d4ea3" /></Relationships>
</file>

<file path=ppt/notesSlides/_rels/notesSlide10.xml.rels><?xml version="1.0" encoding="utf-8"?><Relationships xmlns="http://schemas.openxmlformats.org/package/2006/relationships"><Relationship Type="http://schemas.openxmlformats.org/officeDocument/2006/relationships/slide" Target="/ppt/slides/slide10.xml" Id="Ra9c6b872d3b44215" /><Relationship Type="http://schemas.openxmlformats.org/officeDocument/2006/relationships/notesMaster" Target="/ppt/notesMasters/notesMaster1.xml" Id="R66cb18d1097f45fe" /></Relationships>
</file>

<file path=ppt/notesSlides/_rels/notesSlide11.xml.rels><?xml version="1.0" encoding="utf-8"?><Relationships xmlns="http://schemas.openxmlformats.org/package/2006/relationships"><Relationship Type="http://schemas.openxmlformats.org/officeDocument/2006/relationships/slide" Target="/ppt/slides/slide11.xml" Id="Rcf1b9d77c7ab46f8" /><Relationship Type="http://schemas.openxmlformats.org/officeDocument/2006/relationships/notesMaster" Target="/ppt/notesMasters/notesMaster1.xml" Id="R8103c6d3e67a42c3" /></Relationships>
</file>

<file path=ppt/notesSlides/_rels/notesSlide12.xml.rels><?xml version="1.0" encoding="utf-8"?><Relationships xmlns="http://schemas.openxmlformats.org/package/2006/relationships"><Relationship Type="http://schemas.openxmlformats.org/officeDocument/2006/relationships/slide" Target="/ppt/slides/slide12.xml" Id="R3214723c33f64dbb" /><Relationship Type="http://schemas.openxmlformats.org/officeDocument/2006/relationships/notesMaster" Target="/ppt/notesMasters/notesMaster1.xml" Id="Rf94cf50f4f294787" /></Relationships>
</file>

<file path=ppt/notesSlides/_rels/notesSlide13.xml.rels><?xml version="1.0" encoding="utf-8"?><Relationships xmlns="http://schemas.openxmlformats.org/package/2006/relationships"><Relationship Type="http://schemas.openxmlformats.org/officeDocument/2006/relationships/slide" Target="/ppt/slides/slide13.xml" Id="R14a81cd4b4944e62" /><Relationship Type="http://schemas.openxmlformats.org/officeDocument/2006/relationships/notesMaster" Target="/ppt/notesMasters/notesMaster1.xml" Id="R3130c51915814caf" /></Relationships>
</file>

<file path=ppt/notesSlides/_rels/notesSlide14.xml.rels><?xml version="1.0" encoding="utf-8"?><Relationships xmlns="http://schemas.openxmlformats.org/package/2006/relationships"><Relationship Type="http://schemas.openxmlformats.org/officeDocument/2006/relationships/slide" Target="/ppt/slides/slide14.xml" Id="Rafac4c514769473c" /><Relationship Type="http://schemas.openxmlformats.org/officeDocument/2006/relationships/notesMaster" Target="/ppt/notesMasters/notesMaster1.xml" Id="R29b74f1909f74547" /></Relationships>
</file>

<file path=ppt/notesSlides/_rels/notesSlide15.xml.rels><?xml version="1.0" encoding="utf-8"?><Relationships xmlns="http://schemas.openxmlformats.org/package/2006/relationships"><Relationship Type="http://schemas.openxmlformats.org/officeDocument/2006/relationships/slide" Target="/ppt/slides/slide15.xml" Id="R3203d512dee247f7" /><Relationship Type="http://schemas.openxmlformats.org/officeDocument/2006/relationships/notesMaster" Target="/ppt/notesMasters/notesMaster1.xml" Id="Rc0dee355d6c942ad" /></Relationships>
</file>

<file path=ppt/notesSlides/_rels/notesSlide16.xml.rels><?xml version="1.0" encoding="utf-8"?><Relationships xmlns="http://schemas.openxmlformats.org/package/2006/relationships"><Relationship Type="http://schemas.openxmlformats.org/officeDocument/2006/relationships/slide" Target="/ppt/slides/slide16.xml" Id="R1f98f1158e46478c" /><Relationship Type="http://schemas.openxmlformats.org/officeDocument/2006/relationships/notesMaster" Target="/ppt/notesMasters/notesMaster1.xml" Id="Rdd0804ad824149b3" /></Relationships>
</file>

<file path=ppt/notesSlides/_rels/notesSlide17.xml.rels><?xml version="1.0" encoding="utf-8"?><Relationships xmlns="http://schemas.openxmlformats.org/package/2006/relationships"><Relationship Type="http://schemas.openxmlformats.org/officeDocument/2006/relationships/slide" Target="/ppt/slides/slide17.xml" Id="R0ff1b93e249e4c4a" /><Relationship Type="http://schemas.openxmlformats.org/officeDocument/2006/relationships/notesMaster" Target="/ppt/notesMasters/notesMaster1.xml" Id="Rd7b4675ec447499b" /></Relationships>
</file>

<file path=ppt/notesSlides/_rels/notesSlide18.xml.rels><?xml version="1.0" encoding="utf-8"?><Relationships xmlns="http://schemas.openxmlformats.org/package/2006/relationships"><Relationship Type="http://schemas.openxmlformats.org/officeDocument/2006/relationships/slide" Target="/ppt/slides/slide18.xml" Id="R5bc36730473a459b" /><Relationship Type="http://schemas.openxmlformats.org/officeDocument/2006/relationships/notesMaster" Target="/ppt/notesMasters/notesMaster1.xml" Id="Rda8e361780d24d52" /></Relationships>
</file>

<file path=ppt/notesSlides/_rels/notesSlide19.xml.rels><?xml version="1.0" encoding="utf-8"?><Relationships xmlns="http://schemas.openxmlformats.org/package/2006/relationships"><Relationship Type="http://schemas.openxmlformats.org/officeDocument/2006/relationships/slide" Target="/ppt/slides/slide19.xml" Id="R9eced84ac19e4eb6" /><Relationship Type="http://schemas.openxmlformats.org/officeDocument/2006/relationships/notesMaster" Target="/ppt/notesMasters/notesMaster1.xml" Id="R597dd17e42ed4a88" /></Relationships>
</file>

<file path=ppt/notesSlides/_rels/notesSlide20.xml.rels><?xml version="1.0" encoding="utf-8"?><Relationships xmlns="http://schemas.openxmlformats.org/package/2006/relationships"><Relationship Type="http://schemas.openxmlformats.org/officeDocument/2006/relationships/slide" Target="/ppt/slides/slide20.xml" Id="Rca6c504e44ee48a0" /><Relationship Type="http://schemas.openxmlformats.org/officeDocument/2006/relationships/notesMaster" Target="/ppt/notesMasters/notesMaster1.xml" Id="Rc7800f61642e47a0" /></Relationships>
</file>

<file path=ppt/notesSlides/_rels/notesSlide21.xml.rels><?xml version="1.0" encoding="utf-8"?><Relationships xmlns="http://schemas.openxmlformats.org/package/2006/relationships"><Relationship Type="http://schemas.openxmlformats.org/officeDocument/2006/relationships/slide" Target="/ppt/slides/slide21.xml" Id="Rd8f42d9886bf4f05" /><Relationship Type="http://schemas.openxmlformats.org/officeDocument/2006/relationships/notesMaster" Target="/ppt/notesMasters/notesMaster1.xml" Id="R4fbd03e22cb847ac" /></Relationships>
</file>

<file path=ppt/notesSlides/_rels/notesSlide22.xml.rels><?xml version="1.0" encoding="utf-8"?><Relationships xmlns="http://schemas.openxmlformats.org/package/2006/relationships"><Relationship Type="http://schemas.openxmlformats.org/officeDocument/2006/relationships/slide" Target="/ppt/slides/slide22.xml" Id="R19c55211a3d64f31" /><Relationship Type="http://schemas.openxmlformats.org/officeDocument/2006/relationships/notesMaster" Target="/ppt/notesMasters/notesMaster1.xml" Id="R61900d5d6a4b494f" /></Relationships>
</file>

<file path=ppt/notesSlides/_rels/notesSlide23.xml.rels><?xml version="1.0" encoding="utf-8"?><Relationships xmlns="http://schemas.openxmlformats.org/package/2006/relationships"><Relationship Type="http://schemas.openxmlformats.org/officeDocument/2006/relationships/slide" Target="/ppt/slides/slide23.xml" Id="Ra449d75276d44443" /><Relationship Type="http://schemas.openxmlformats.org/officeDocument/2006/relationships/notesMaster" Target="/ppt/notesMasters/notesMaster1.xml" Id="Rf44f7cdd1caf4bd2" /></Relationships>
</file>

<file path=ppt/notesSlides/_rels/notesSlide24.xml.rels><?xml version="1.0" encoding="utf-8"?><Relationships xmlns="http://schemas.openxmlformats.org/package/2006/relationships"><Relationship Type="http://schemas.openxmlformats.org/officeDocument/2006/relationships/slide" Target="/ppt/slides/slide24.xml" Id="R6c596b955dd14186" /><Relationship Type="http://schemas.openxmlformats.org/officeDocument/2006/relationships/notesMaster" Target="/ppt/notesMasters/notesMaster1.xml" Id="R523059baf69c4d90" /></Relationships>
</file>

<file path=ppt/notesSlides/_rels/notesSlide25.xml.rels><?xml version="1.0" encoding="utf-8"?><Relationships xmlns="http://schemas.openxmlformats.org/package/2006/relationships"><Relationship Type="http://schemas.openxmlformats.org/officeDocument/2006/relationships/slide" Target="/ppt/slides/slide25.xml" Id="R332941dd122c467c" /><Relationship Type="http://schemas.openxmlformats.org/officeDocument/2006/relationships/notesMaster" Target="/ppt/notesMasters/notesMaster1.xml" Id="R6203c29d3b3e4ce4" /></Relationships>
</file>

<file path=ppt/notesSlides/_rels/notesSlide26.xml.rels><?xml version="1.0" encoding="utf-8"?><Relationships xmlns="http://schemas.openxmlformats.org/package/2006/relationships"><Relationship Type="http://schemas.openxmlformats.org/officeDocument/2006/relationships/slide" Target="/ppt/slides/slide26.xml" Id="Rff6d4ff3b88f47fb" /><Relationship Type="http://schemas.openxmlformats.org/officeDocument/2006/relationships/notesMaster" Target="/ppt/notesMasters/notesMaster1.xml" Id="R13395921681f4388" /></Relationships>
</file>

<file path=ppt/notesSlides/_rels/notesSlide27.xml.rels><?xml version="1.0" encoding="utf-8"?><Relationships xmlns="http://schemas.openxmlformats.org/package/2006/relationships"><Relationship Type="http://schemas.openxmlformats.org/officeDocument/2006/relationships/slide" Target="/ppt/slides/slide27.xml" Id="Rd8f54109183444d9" /><Relationship Type="http://schemas.openxmlformats.org/officeDocument/2006/relationships/notesMaster" Target="/ppt/notesMasters/notesMaster1.xml" Id="R7288f06aeb27451a" /></Relationships>
</file>

<file path=ppt/notesSlides/_rels/notesSlide28.xml.rels><?xml version="1.0" encoding="utf-8"?><Relationships xmlns="http://schemas.openxmlformats.org/package/2006/relationships"><Relationship Type="http://schemas.openxmlformats.org/officeDocument/2006/relationships/slide" Target="/ppt/slides/slide28.xml" Id="R0d6c9fbf38cc40e7" /><Relationship Type="http://schemas.openxmlformats.org/officeDocument/2006/relationships/notesMaster" Target="/ppt/notesMasters/notesMaster1.xml" Id="Re5df8fd860e14396" /></Relationships>
</file>

<file path=ppt/notesSlides/_rels/notesSlide29.xml.rels><?xml version="1.0" encoding="utf-8"?><Relationships xmlns="http://schemas.openxmlformats.org/package/2006/relationships"><Relationship Type="http://schemas.openxmlformats.org/officeDocument/2006/relationships/slide" Target="/ppt/slides/slide29.xml" Id="Rec838bc0d3484437" /><Relationship Type="http://schemas.openxmlformats.org/officeDocument/2006/relationships/notesMaster" Target="/ppt/notesMasters/notesMaster1.xml" Id="Rcf91979a23ab427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<?xml version="1.0" encoding="utf-8"?><Relationships xmlns="http://schemas.openxmlformats.org/package/2006/relationships"><Relationship Type="http://schemas.openxmlformats.org/officeDocument/2006/relationships/slideMaster" Target="/ppt/slideMasters/slideMaster1.xml" Id="Rd84a6746ab454852" /></Relationships>
</file>

<file path=ppt/slideLayouts/_rels/slideLayout3.xml.rels><?xml version="1.0" encoding="utf-8"?><Relationships xmlns="http://schemas.openxmlformats.org/package/2006/relationships"><Relationship Type="http://schemas.openxmlformats.org/officeDocument/2006/relationships/slideMaster" Target="/ppt/slideMasters/slideMaster1.xml" Id="R899770582964428f" /></Relationships>
</file>

<file path=ppt/slideLayouts/_rels/slideLayout4.xml.rels><?xml version="1.0" encoding="utf-8"?><Relationships xmlns="http://schemas.openxmlformats.org/package/2006/relationships"><Relationship Type="http://schemas.openxmlformats.org/officeDocument/2006/relationships/slideMaster" Target="/ppt/slideMasters/slideMaster1.xml" Id="Rf5c8ceeec1ce4979" /></Relationships>
</file>

<file path=ppt/slideLayouts/_rels/slideLayout5.xml.rels><?xml version="1.0" encoding="utf-8"?><Relationships xmlns="http://schemas.openxmlformats.org/package/2006/relationships"><Relationship Type="http://schemas.openxmlformats.org/officeDocument/2006/relationships/slideMaster" Target="/ppt/slideMasters/slideMaster1.xml" Id="R369fad5b3a6e4034" /></Relationships>
</file>

<file path=ppt/slideLayouts/_rels/slideLayout6.xml.rels><?xml version="1.0" encoding="utf-8"?><Relationships xmlns="http://schemas.openxmlformats.org/package/2006/relationships"><Relationship Type="http://schemas.openxmlformats.org/officeDocument/2006/relationships/slideMaster" Target="/ppt/slideMasters/slideMaster1.xml" Id="R1dfd321b44e64aec" /></Relationships>
</file>

<file path=ppt/slideLayouts/_rels/slideLayout7.xml.rels><?xml version="1.0" encoding="utf-8"?><Relationships xmlns="http://schemas.openxmlformats.org/package/2006/relationships"><Relationship Type="http://schemas.openxmlformats.org/officeDocument/2006/relationships/slideMaster" Target="/ppt/slideMasters/slideMaster1.xml" Id="R4aef08b0d57e481e" /></Relationships>
</file>

<file path=ppt/slideLayouts/_rels/slideLayout8.xml.rels><?xml version="1.0" encoding="utf-8"?><Relationships xmlns="http://schemas.openxmlformats.org/package/2006/relationships"><Relationship Type="http://schemas.openxmlformats.org/officeDocument/2006/relationships/slideMaster" Target="/ppt/slideMasters/slideMaster1.xml" Id="Rcdaa43eff1b04aa4" /></Relationships>
</file>

<file path=ppt/slideLayouts/_rels/slideLayout9.xml.rels><?xml version="1.0" encoding="utf-8"?><Relationships xmlns="http://schemas.openxmlformats.org/package/2006/relationships"><Relationship Type="http://schemas.openxmlformats.org/officeDocument/2006/relationships/slideMaster" Target="/ppt/slideMasters/slideMaster1.xml" Id="Rf36bcf10a214483b" /></Relationships>
</file>

<file path=ppt/slideLayouts/_rels/slideLayout10.xml.rels><?xml version="1.0" encoding="utf-8"?><Relationships xmlns="http://schemas.openxmlformats.org/package/2006/relationships"><Relationship Type="http://schemas.openxmlformats.org/officeDocument/2006/relationships/slideMaster" Target="/ppt/slideMasters/slideMaster1.xml" Id="R70062c31a241425c" /></Relationships>
</file>

<file path=ppt/slideLayouts/_rels/slideLayout11.xml.rels><?xml version="1.0" encoding="utf-8"?><Relationships xmlns="http://schemas.openxmlformats.org/package/2006/relationships"><Relationship Type="http://schemas.openxmlformats.org/officeDocument/2006/relationships/slideMaster" Target="/ppt/slideMasters/slideMaster1.xml" Id="R175f821698604cc2" /></Relationships>
</file>

<file path=ppt/slideLayouts/_rels/slideLayout12.xml.rels><?xml version="1.0" encoding="utf-8"?><Relationships xmlns="http://schemas.openxmlformats.org/package/2006/relationships"><Relationship Type="http://schemas.openxmlformats.org/officeDocument/2006/relationships/slideMaster" Target="/ppt/slideMasters/slideMaster1.xml" Id="R8050001fe65c45b0" /></Relationships>
</file>

<file path=ppt/slideLayouts/slideLayout2.xml><?xml version="1.0" encoding="utf-8"?>
<p:sldLayout xmlns:p="http://schemas.openxmlformats.org/presentationml/2006/main" type="objTx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5B2BC33-62B7-407F-BB27-413D667AC08F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/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84B827BC-7C6A-4043-B1A7-28E8FC9A2843}"/>
              </a:ext>
            </a:extLst>
          </p:cNvPr>
          <p:cNvSpPr/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67346A8B-D538-4AB2-A384-1527A91E394D}"/>
              </a:ext>
            </a:extLst>
          </p:cNvPr>
          <p:cNvSpPr/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CBA7FB73-C062-451E-9246-F10B852B0857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EF22D85A-3C1C-42B3-B57C-AECC00DF7D0A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4C6EF025-1420-47D9-A2EF-C714CDF6F8D7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type="secHead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64ABCAF-B23B-48AF-A590-09B50630C957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F33F3589-5ED0-4252-A61F-A42B7EB08B9C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58580F6-CF76-4CDB-949C-421A0A0A9B8E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E7D9FD6-41AB-46F7-845E-587C8291750B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F43CC5C6-8054-442E-B401-E628BECCAB14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type="blank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60CB3C3-183B-47F0-BF48-7EE0761D4C70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450EEC10-5BC4-4C56-91CA-2C74E21BAB38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C53AD91B-799A-45CB-AE8E-A95079D2A98A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B61619D-36E2-402F-BF54-B7E675F6BC65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86C45D95-CA64-463F-8303-EB8732457481}"/>
              </a:ext>
            </a:extLst>
          </p:cNvPr>
          <p:cNvSpPr/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601A51D-ED68-4245-9D1B-5B49EEF485C5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60EFF1B-AADF-41B4-82F6-2BC7E328FA19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C9ABA4E-35B0-4F1A-AC9A-617D3AE219CA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6B8501E-2E54-4E7E-BE00-C4B477193BA2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8506479E-85AD-44E2-821A-04EA70F3BFFB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4016E07-F6B0-41C9-ADC8-042DD928A4C2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9AAFF367-92DB-4449-BE0F-C83564E3768C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F063D46-A9F1-482F-AB1C-52928A74BB20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BBC8C71-601B-4676-ACBC-945022B14D37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7275C810-747D-4D44-B27C-A70759C982BC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951EDBE-FB0B-48A3-A929-1A5603C05212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1B1686A6-27E6-498B-9556-9A3E9F0DB72A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type="vertTitleAndTx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6BDE453F-A641-46FE-86D8-48B4AC6695D3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23539DA3-0AD5-4872-BDE1-917A16310827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3AC4E60-1128-4DFA-86EB-E1FBF4ED6390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D5475826-7E35-4AD7-8C4E-778301FC91C6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7AD1073B-A181-4782-8FA8-69E82BF45238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 type="twoTxTwoObj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D06C58D-B60B-46B1-940F-658824C89CE7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6A3A50D0-0CE3-4225-8575-B5965B67010D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56C69E8E-4163-4A0C-BFBA-E057B91C5115}"/>
              </a:ext>
            </a:extLst>
          </p:cNvPr>
          <p:cNvSpPr/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2ABEA7B-3BFC-4C04-A0EF-516873D06636}"/>
              </a:ext>
            </a:extLst>
          </p:cNvPr>
          <p:cNvSpPr/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B56D2CCC-5921-4AD5-BADC-D3E512DC1B6C}"/>
              </a:ext>
            </a:extLst>
          </p:cNvPr>
          <p:cNvSpPr/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374165C6-6E3C-40F9-8A07-B568BEC2384A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D9700A9-9E74-4A74-8450-49C4F5394B6C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65EF7B12-BFBD-4E65-995D-B7DD8699B259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 type="vertTx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9E2B8F5-632F-4FE7-BAAF-9E9B0872A65A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816D912-67DB-48F5-905A-AED250DAF696}"/>
              </a:ext>
            </a:extLst>
          </p:cNvPr>
          <p:cNvSpPr/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EF29C8E-6B15-4DDF-908A-772224949079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3A04EAC4-6DFC-4E24-8CD3-15AA6E8B94E0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7D9960A-5224-431D-8D0F-C8A872A36298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1.xml><?xml version="1.0" encoding="utf-8"?>
<p:sldLayout xmlns:p="http://schemas.openxmlformats.org/presentationml/2006/main" type="twoObj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1B1D06A-5393-4764-8130-11F10C99C893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1D23CC81-5C72-4866-A072-4E114BFB9D90}"/>
              </a:ext>
            </a:extLst>
          </p:cNvPr>
          <p:cNvSpPr/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41322F73-935A-4AB5-9D45-EB2724565552}"/>
              </a:ext>
            </a:extLst>
          </p:cNvPr>
          <p:cNvSpPr/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4ABB10A3-54B1-4F19-83B7-AFEB9142D6D0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9B79EA4F-A556-4BCE-B0D0-94D524BB9CF3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62554723-71B4-48E8-A7B2-4834C541A6BE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2.xml><?xml version="1.0" encoding="utf-8"?>
<p:sldLayout xmlns:p="http://schemas.openxmlformats.org/presentationml/2006/main" type="picTx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1EF5C1E-A3D7-46BC-84A6-9D043E8DEAB2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/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F184AF9-034D-4210-AD29-949027A2A115}"/>
              </a:ext>
            </a:extLst>
          </p:cNvPr>
          <p:cNvSpPr/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0B72CC5E-5177-48E4-9CCF-4C5B485B5129}"/>
              </a:ext>
            </a:extLst>
          </p:cNvPr>
          <p:cNvSpPr/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06E3B853-7CF5-4592-90DA-56FB384FA4BC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ADE515C5-3FFA-4F25-91DE-92DAC0617908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1F094B46-3548-4643-BBB1-BC856B748D07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<?xml version="1.0" encoding="utf-8"?><Relationships xmlns="http://schemas.openxmlformats.org/package/2006/relationships"><Relationship Type="http://schemas.openxmlformats.org/officeDocument/2006/relationships/theme" Target="/ppt/theme/theme1.xml" Id="Rd7a86cd3407d45ce" /><Relationship Type="http://schemas.openxmlformats.org/officeDocument/2006/relationships/slideLayout" Target="/ppt/slideLayouts/slideLayout2.xml" Id="Rafdcd1d69224469e" /><Relationship Type="http://schemas.openxmlformats.org/officeDocument/2006/relationships/slideLayout" Target="/ppt/slideLayouts/slideLayout3.xml" Id="Ra00a686705934a59" /><Relationship Type="http://schemas.openxmlformats.org/officeDocument/2006/relationships/slideLayout" Target="/ppt/slideLayouts/slideLayout4.xml" Id="R3ca32466f97b4eda" /><Relationship Type="http://schemas.openxmlformats.org/officeDocument/2006/relationships/slideLayout" Target="/ppt/slideLayouts/slideLayout5.xml" Id="R43bb9b9717714f06" /><Relationship Type="http://schemas.openxmlformats.org/officeDocument/2006/relationships/slideLayout" Target="/ppt/slideLayouts/slideLayout6.xml" Id="R74a5930e16fa4779" /><Relationship Type="http://schemas.openxmlformats.org/officeDocument/2006/relationships/slideLayout" Target="/ppt/slideLayouts/slideLayout7.xml" Id="R00c10c7f414a4f48" /><Relationship Type="http://schemas.openxmlformats.org/officeDocument/2006/relationships/slideLayout" Target="/ppt/slideLayouts/slideLayout8.xml" Id="Rd764275048894095" /><Relationship Type="http://schemas.openxmlformats.org/officeDocument/2006/relationships/slideLayout" Target="/ppt/slideLayouts/slideLayout9.xml" Id="Rde7d4f2395d94112" /><Relationship Type="http://schemas.openxmlformats.org/officeDocument/2006/relationships/slideLayout" Target="/ppt/slideLayouts/slideLayout10.xml" Id="Re9fd5d5676524173" /><Relationship Type="http://schemas.openxmlformats.org/officeDocument/2006/relationships/slideLayout" Target="/ppt/slideLayouts/slideLayout11.xml" Id="R9a7b26dbf79243ea" /><Relationship Type="http://schemas.openxmlformats.org/officeDocument/2006/relationships/slideLayout" Target="/ppt/slideLayouts/slideLayout12.xml" Id="R6e86bf9ad73b4a75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260851FD-6DAA-4D95-90B2-CCAE93D636B8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457B427D-99CE-4777-B4D6-73A400A6961F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BF18D23-AB65-4357-B080-2ED76CBE928E}"/>
              </a:ext>
            </a:extLst>
          </p:cNvPr>
          <p:cNvSpPr/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16DD303-9416-48A3-ADC5-653A2A106938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7903E8B-4945-4223-9743-CDC9652C24C3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fdcd1d69224469e"/>
    <p:sldLayoutId xmlns:r="http://schemas.openxmlformats.org/officeDocument/2006/relationships" id="2147483650" r:id="Ra00a686705934a59"/>
    <p:sldLayoutId xmlns:r="http://schemas.openxmlformats.org/officeDocument/2006/relationships" id="2147483651" r:id="R3ca32466f97b4eda"/>
    <p:sldLayoutId xmlns:r="http://schemas.openxmlformats.org/officeDocument/2006/relationships" id="2147483652" r:id="R43bb9b9717714f06"/>
    <p:sldLayoutId xmlns:r="http://schemas.openxmlformats.org/officeDocument/2006/relationships" id="2147483653" r:id="R74a5930e16fa4779"/>
    <p:sldLayoutId xmlns:r="http://schemas.openxmlformats.org/officeDocument/2006/relationships" id="2147483654" r:id="R00c10c7f414a4f48"/>
    <p:sldLayoutId xmlns:r="http://schemas.openxmlformats.org/officeDocument/2006/relationships" id="2147483655" r:id="Rd764275048894095"/>
    <p:sldLayoutId xmlns:r="http://schemas.openxmlformats.org/officeDocument/2006/relationships" id="2147483656" r:id="Rde7d4f2395d94112"/>
    <p:sldLayoutId xmlns:r="http://schemas.openxmlformats.org/officeDocument/2006/relationships" id="2147483657" r:id="Re9fd5d5676524173"/>
    <p:sldLayoutId xmlns:r="http://schemas.openxmlformats.org/officeDocument/2006/relationships" id="2147483658" r:id="R9a7b26dbf79243ea"/>
    <p:sldLayoutId xmlns:r="http://schemas.openxmlformats.org/officeDocument/2006/relationships" id="2147483659" r:id="R6e86bf9ad73b4a7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Type="http://schemas.openxmlformats.org/officeDocument/2006/relationships/slideLayout" Target="/ppt/slideLayouts/slideLayout5.xml" Id="R7c38ff97720742c4" /><Relationship Type="http://schemas.openxmlformats.org/officeDocument/2006/relationships/image" Target="/ppt/media/image.png" Id="R684669fbb2b54968" /><Relationship Type="http://schemas.openxmlformats.org/officeDocument/2006/relationships/image" Target="/ppt/media/image2.png" Id="R76d0349c224d450e" /><Relationship Type="http://schemas.openxmlformats.org/officeDocument/2006/relationships/notesSlide" Target="/ppt/notesSlides/notesSlide1.xml" Id="Rbd72ee0b984747cf" /></Relationships>
</file>

<file path=ppt/slides/_rels/slide2.xml.rels><?xml version="1.0" encoding="utf-8"?><Relationships xmlns="http://schemas.openxmlformats.org/package/2006/relationships"><Relationship Type="http://schemas.openxmlformats.org/officeDocument/2006/relationships/slideLayout" Target="/ppt/slideLayouts/slideLayout6.xml" Id="R5a9f213dd496450e" /><Relationship Type="http://schemas.openxmlformats.org/officeDocument/2006/relationships/image" Target="/ppt/media/image2.png" Id="R83ec8d9322404c49" /><Relationship Type="http://schemas.openxmlformats.org/officeDocument/2006/relationships/notesSlide" Target="/ppt/notesSlides/notesSlide2.xml" Id="R8ba3f7fb93e1494b" /></Relationships>
</file>

<file path=ppt/slides/_rels/slide3.xml.rels><?xml version="1.0" encoding="utf-8"?><Relationships xmlns="http://schemas.openxmlformats.org/package/2006/relationships"><Relationship Type="http://schemas.openxmlformats.org/officeDocument/2006/relationships/slideLayout" Target="/ppt/slideLayouts/slideLayout5.xml" Id="R4dbd905cd8e44f14" /><Relationship Type="http://schemas.openxmlformats.org/officeDocument/2006/relationships/image" Target="/ppt/media/image2.png" Id="R0064fc6fb94d452e" /><Relationship Type="http://schemas.openxmlformats.org/officeDocument/2006/relationships/notesSlide" Target="/ppt/notesSlides/notesSlide3.xml" Id="Ra8611a34776a4cfc" /></Relationships>
</file>

<file path=ppt/slides/_rels/slide4.xml.rels><?xml version="1.0" encoding="utf-8"?><Relationships xmlns="http://schemas.openxmlformats.org/package/2006/relationships"><Relationship Type="http://schemas.openxmlformats.org/officeDocument/2006/relationships/slideLayout" Target="/ppt/slideLayouts/slideLayout5.xml" Id="Re1f7c202363f4fd3" /><Relationship Type="http://schemas.openxmlformats.org/officeDocument/2006/relationships/image" Target="/ppt/media/image3.png" Id="Re981e9223d1e4059" /><Relationship Type="http://schemas.openxmlformats.org/officeDocument/2006/relationships/notesSlide" Target="/ppt/notesSlides/notesSlide4.xml" Id="Rfa7581e0e14147a6" /></Relationships>
</file>

<file path=ppt/slides/_rels/slide5.xml.rels><?xml version="1.0" encoding="utf-8"?><Relationships xmlns="http://schemas.openxmlformats.org/package/2006/relationships"><Relationship Type="http://schemas.openxmlformats.org/officeDocument/2006/relationships/slideLayout" Target="/ppt/slideLayouts/slideLayout5.xml" Id="R7c547ba5371546b4" /><Relationship Type="http://schemas.openxmlformats.org/officeDocument/2006/relationships/image" Target="/ppt/media/image3.png" Id="Rc5c2dbc1d3104678" /><Relationship Type="http://schemas.openxmlformats.org/officeDocument/2006/relationships/notesSlide" Target="/ppt/notesSlides/notesSlide5.xml" Id="R95c2d4d1a6354d24" /></Relationships>
</file>

<file path=ppt/slides/_rels/slide6.xml.rels><?xml version="1.0" encoding="utf-8"?><Relationships xmlns="http://schemas.openxmlformats.org/package/2006/relationships"><Relationship Type="http://schemas.openxmlformats.org/officeDocument/2006/relationships/slideLayout" Target="/ppt/slideLayouts/slideLayout5.xml" Id="Rc74b2fe1d46e4ce9" /><Relationship Type="http://schemas.openxmlformats.org/officeDocument/2006/relationships/image" Target="/ppt/media/image2.png" Id="R27ee181a13614cfe" /><Relationship Type="http://schemas.openxmlformats.org/officeDocument/2006/relationships/notesSlide" Target="/ppt/notesSlides/notesSlide6.xml" Id="R40469738ff8c4a57" /></Relationships>
</file>

<file path=ppt/slides/_rels/slide7.xml.rels><?xml version="1.0" encoding="utf-8"?><Relationships xmlns="http://schemas.openxmlformats.org/package/2006/relationships"><Relationship Type="http://schemas.openxmlformats.org/officeDocument/2006/relationships/slideLayout" Target="/ppt/slideLayouts/slideLayout5.xml" Id="R02d518c1a955437b" /><Relationship Type="http://schemas.openxmlformats.org/officeDocument/2006/relationships/image" Target="/ppt/media/image3.png" Id="Rf805e176aaff4cc7" /><Relationship Type="http://schemas.openxmlformats.org/officeDocument/2006/relationships/notesSlide" Target="/ppt/notesSlides/notesSlide7.xml" Id="Rb65abb18fff54014" /></Relationships>
</file>

<file path=ppt/slides/_rels/slide8.xml.rels><?xml version="1.0" encoding="utf-8"?><Relationships xmlns="http://schemas.openxmlformats.org/package/2006/relationships"><Relationship Type="http://schemas.openxmlformats.org/officeDocument/2006/relationships/slideLayout" Target="/ppt/slideLayouts/slideLayout5.xml" Id="R59d047672db4470f" /><Relationship Type="http://schemas.openxmlformats.org/officeDocument/2006/relationships/image" Target="/ppt/media/image3.png" Id="Raacd2fa3475d4c30" /><Relationship Type="http://schemas.openxmlformats.org/officeDocument/2006/relationships/notesSlide" Target="/ppt/notesSlides/notesSlide8.xml" Id="R66dacd71b0ab4bf8" /></Relationships>
</file>

<file path=ppt/slides/_rels/slide9.xml.rels><?xml version="1.0" encoding="utf-8"?><Relationships xmlns="http://schemas.openxmlformats.org/package/2006/relationships"><Relationship Type="http://schemas.openxmlformats.org/officeDocument/2006/relationships/slideLayout" Target="/ppt/slideLayouts/slideLayout5.xml" Id="R45bafb41446246e1" /><Relationship Type="http://schemas.openxmlformats.org/officeDocument/2006/relationships/image" Target="/ppt/media/image3.png" Id="Rd01f2d8a5d0e40f0" /><Relationship Type="http://schemas.openxmlformats.org/officeDocument/2006/relationships/notesSlide" Target="/ppt/notesSlides/notesSlide9.xml" Id="R56b77e4cc04a463f" /></Relationships>
</file>

<file path=ppt/slides/_rels/slide10.xml.rels><?xml version="1.0" encoding="utf-8"?><Relationships xmlns="http://schemas.openxmlformats.org/package/2006/relationships"><Relationship Type="http://schemas.openxmlformats.org/officeDocument/2006/relationships/slideLayout" Target="/ppt/slideLayouts/slideLayout5.xml" Id="R16c9ef7bf533451a" /><Relationship Type="http://schemas.openxmlformats.org/officeDocument/2006/relationships/image" Target="/ppt/media/image2.png" Id="R895574c1cdd7444c" /><Relationship Type="http://schemas.openxmlformats.org/officeDocument/2006/relationships/notesSlide" Target="/ppt/notesSlides/notesSlide10.xml" Id="Rd075f15b40c94691" /></Relationships>
</file>

<file path=ppt/slides/_rels/slide11.xml.rels><?xml version="1.0" encoding="utf-8"?><Relationships xmlns="http://schemas.openxmlformats.org/package/2006/relationships"><Relationship Type="http://schemas.openxmlformats.org/officeDocument/2006/relationships/slideLayout" Target="/ppt/slideLayouts/slideLayout5.xml" Id="R01c5d02bd52e4424" /><Relationship Type="http://schemas.openxmlformats.org/officeDocument/2006/relationships/image" Target="/ppt/media/image3.png" Id="Rb48790dcf99e45c6" /><Relationship Type="http://schemas.openxmlformats.org/officeDocument/2006/relationships/notesSlide" Target="/ppt/notesSlides/notesSlide11.xml" Id="R8c06e3e0d0334464" /></Relationships>
</file>

<file path=ppt/slides/_rels/slide12.xml.rels><?xml version="1.0" encoding="utf-8"?><Relationships xmlns="http://schemas.openxmlformats.org/package/2006/relationships"><Relationship Type="http://schemas.openxmlformats.org/officeDocument/2006/relationships/slideLayout" Target="/ppt/slideLayouts/slideLayout5.xml" Id="R6c3ea569be7e47a3" /><Relationship Type="http://schemas.openxmlformats.org/officeDocument/2006/relationships/image" Target="/ppt/media/image3.png" Id="R7a227a2e9e004d73" /><Relationship Type="http://schemas.openxmlformats.org/officeDocument/2006/relationships/notesSlide" Target="/ppt/notesSlides/notesSlide12.xml" Id="R2b8f8a9ba0c84972" /></Relationships>
</file>

<file path=ppt/slides/_rels/slide13.xml.rels><?xml version="1.0" encoding="utf-8"?><Relationships xmlns="http://schemas.openxmlformats.org/package/2006/relationships"><Relationship Type="http://schemas.openxmlformats.org/officeDocument/2006/relationships/slideLayout" Target="/ppt/slideLayouts/slideLayout5.xml" Id="Reee8eb74208d4d96" /><Relationship Type="http://schemas.openxmlformats.org/officeDocument/2006/relationships/image" Target="/ppt/media/image3.png" Id="Rcd032e6361ae494b" /><Relationship Type="http://schemas.openxmlformats.org/officeDocument/2006/relationships/notesSlide" Target="/ppt/notesSlides/notesSlide13.xml" Id="Ra02c0514b6e24fdd" /></Relationships>
</file>

<file path=ppt/slides/_rels/slide14.xml.rels><?xml version="1.0" encoding="utf-8"?><Relationships xmlns="http://schemas.openxmlformats.org/package/2006/relationships"><Relationship Type="http://schemas.openxmlformats.org/officeDocument/2006/relationships/slideLayout" Target="/ppt/slideLayouts/slideLayout5.xml" Id="Rac808117e14e44d2" /><Relationship Type="http://schemas.openxmlformats.org/officeDocument/2006/relationships/image" Target="/ppt/media/image3.png" Id="Refc434f76a334739" /><Relationship Type="http://schemas.openxmlformats.org/officeDocument/2006/relationships/notesSlide" Target="/ppt/notesSlides/notesSlide14.xml" Id="R299d22c4da204d26" /></Relationships>
</file>

<file path=ppt/slides/_rels/slide15.xml.rels><?xml version="1.0" encoding="utf-8"?><Relationships xmlns="http://schemas.openxmlformats.org/package/2006/relationships"><Relationship Type="http://schemas.openxmlformats.org/officeDocument/2006/relationships/slideLayout" Target="/ppt/slideLayouts/slideLayout5.xml" Id="R63f856070a2a4d63" /><Relationship Type="http://schemas.openxmlformats.org/officeDocument/2006/relationships/image" Target="/ppt/media/image3.png" Id="R9524769fe84a43f3" /><Relationship Type="http://schemas.openxmlformats.org/officeDocument/2006/relationships/notesSlide" Target="/ppt/notesSlides/notesSlide15.xml" Id="Rfea11da3d0044c51" /></Relationships>
</file>

<file path=ppt/slides/_rels/slide16.xml.rels><?xml version="1.0" encoding="utf-8"?><Relationships xmlns="http://schemas.openxmlformats.org/package/2006/relationships"><Relationship Type="http://schemas.openxmlformats.org/officeDocument/2006/relationships/slideLayout" Target="/ppt/slideLayouts/slideLayout5.xml" Id="Rcf72539e04fd40c9" /><Relationship Type="http://schemas.openxmlformats.org/officeDocument/2006/relationships/image" Target="/ppt/media/image3.png" Id="Rc258cf74e55c47ac" /><Relationship Type="http://schemas.openxmlformats.org/officeDocument/2006/relationships/notesSlide" Target="/ppt/notesSlides/notesSlide16.xml" Id="R3da54e1d5c6a4b6e" /></Relationships>
</file>

<file path=ppt/slides/_rels/slide17.xml.rels><?xml version="1.0" encoding="utf-8"?><Relationships xmlns="http://schemas.openxmlformats.org/package/2006/relationships"><Relationship Type="http://schemas.openxmlformats.org/officeDocument/2006/relationships/slideLayout" Target="/ppt/slideLayouts/slideLayout5.xml" Id="Rd73b205f2a6d4120" /><Relationship Type="http://schemas.openxmlformats.org/officeDocument/2006/relationships/image" Target="/ppt/media/image3.png" Id="Re18516d08b3c4eb7" /><Relationship Type="http://schemas.openxmlformats.org/officeDocument/2006/relationships/notesSlide" Target="/ppt/notesSlides/notesSlide17.xml" Id="R18da7b1352f54ef7" /></Relationships>
</file>

<file path=ppt/slides/_rels/slide18.xml.rels><?xml version="1.0" encoding="utf-8"?><Relationships xmlns="http://schemas.openxmlformats.org/package/2006/relationships"><Relationship Type="http://schemas.openxmlformats.org/officeDocument/2006/relationships/slideLayout" Target="/ppt/slideLayouts/slideLayout5.xml" Id="R217e15d631914282" /><Relationship Type="http://schemas.openxmlformats.org/officeDocument/2006/relationships/image" Target="/ppt/media/image3.png" Id="Rbaaa42ae57d14b47" /><Relationship Type="http://schemas.openxmlformats.org/officeDocument/2006/relationships/notesSlide" Target="/ppt/notesSlides/notesSlide18.xml" Id="Rd9fd21fddbd24d5c" /></Relationships>
</file>

<file path=ppt/slides/_rels/slide19.xml.rels><?xml version="1.0" encoding="utf-8"?><Relationships xmlns="http://schemas.openxmlformats.org/package/2006/relationships"><Relationship Type="http://schemas.openxmlformats.org/officeDocument/2006/relationships/slideLayout" Target="/ppt/slideLayouts/slideLayout5.xml" Id="R6d579dfdce5b4876" /><Relationship Type="http://schemas.openxmlformats.org/officeDocument/2006/relationships/image" Target="/ppt/media/image3.png" Id="Rce0a6d980d604fa0" /><Relationship Type="http://schemas.openxmlformats.org/officeDocument/2006/relationships/notesSlide" Target="/ppt/notesSlides/notesSlide19.xml" Id="Rc25d7feddfe84344" /></Relationships>
</file>

<file path=ppt/slides/_rels/slide20.xml.rels><?xml version="1.0" encoding="utf-8"?><Relationships xmlns="http://schemas.openxmlformats.org/package/2006/relationships"><Relationship Type="http://schemas.openxmlformats.org/officeDocument/2006/relationships/slideLayout" Target="/ppt/slideLayouts/slideLayout5.xml" Id="R0ee5c35ae94645a1" /><Relationship Type="http://schemas.openxmlformats.org/officeDocument/2006/relationships/image" Target="/ppt/media/image3.png" Id="R9b5d2656725c46ab" /><Relationship Type="http://schemas.openxmlformats.org/officeDocument/2006/relationships/notesSlide" Target="/ppt/notesSlides/notesSlide20.xml" Id="Raaa03671e0644a73" /></Relationships>
</file>

<file path=ppt/slides/_rels/slide21.xml.rels><?xml version="1.0" encoding="utf-8"?><Relationships xmlns="http://schemas.openxmlformats.org/package/2006/relationships"><Relationship Type="http://schemas.openxmlformats.org/officeDocument/2006/relationships/slideLayout" Target="/ppt/slideLayouts/slideLayout5.xml" Id="Rbc807231055142d3" /><Relationship Type="http://schemas.openxmlformats.org/officeDocument/2006/relationships/image" Target="/ppt/media/image3.png" Id="Re338c3fb9ffb45bd" /><Relationship Type="http://schemas.openxmlformats.org/officeDocument/2006/relationships/notesSlide" Target="/ppt/notesSlides/notesSlide21.xml" Id="R877d31c57bbd4c47" /></Relationships>
</file>

<file path=ppt/slides/_rels/slide22.xml.rels><?xml version="1.0" encoding="utf-8"?><Relationships xmlns="http://schemas.openxmlformats.org/package/2006/relationships"><Relationship Type="http://schemas.openxmlformats.org/officeDocument/2006/relationships/slideLayout" Target="/ppt/slideLayouts/slideLayout5.xml" Id="R39877680f1cf40db" /><Relationship Type="http://schemas.openxmlformats.org/officeDocument/2006/relationships/image" Target="/ppt/media/image3.png" Id="R8b2f13d34ee34b13" /><Relationship Type="http://schemas.openxmlformats.org/officeDocument/2006/relationships/notesSlide" Target="/ppt/notesSlides/notesSlide22.xml" Id="R9bbf590b1606462c" /></Relationships>
</file>

<file path=ppt/slides/_rels/slide23.xml.rels><?xml version="1.0" encoding="utf-8"?><Relationships xmlns="http://schemas.openxmlformats.org/package/2006/relationships"><Relationship Type="http://schemas.openxmlformats.org/officeDocument/2006/relationships/slideLayout" Target="/ppt/slideLayouts/slideLayout5.xml" Id="R0afc5f40bf404fd5" /><Relationship Type="http://schemas.openxmlformats.org/officeDocument/2006/relationships/image" Target="/ppt/media/image3.png" Id="Rf670e60e9fc64987" /><Relationship Type="http://schemas.openxmlformats.org/officeDocument/2006/relationships/notesSlide" Target="/ppt/notesSlides/notesSlide23.xml" Id="R5034f6f44e0e4a4b" /></Relationships>
</file>

<file path=ppt/slides/_rels/slide24.xml.rels><?xml version="1.0" encoding="utf-8"?><Relationships xmlns="http://schemas.openxmlformats.org/package/2006/relationships"><Relationship Type="http://schemas.openxmlformats.org/officeDocument/2006/relationships/slideLayout" Target="/ppt/slideLayouts/slideLayout5.xml" Id="R7001292e0d7b4e5e" /><Relationship Type="http://schemas.openxmlformats.org/officeDocument/2006/relationships/image" Target="/ppt/media/image3.png" Id="Refcf3fa935d54324" /><Relationship Type="http://schemas.openxmlformats.org/officeDocument/2006/relationships/notesSlide" Target="/ppt/notesSlides/notesSlide24.xml" Id="R18994095722941a2" /></Relationships>
</file>

<file path=ppt/slides/_rels/slide25.xml.rels><?xml version="1.0" encoding="utf-8"?><Relationships xmlns="http://schemas.openxmlformats.org/package/2006/relationships"><Relationship Type="http://schemas.openxmlformats.org/officeDocument/2006/relationships/slideLayout" Target="/ppt/slideLayouts/slideLayout5.xml" Id="R98b183b3749b4da3" /><Relationship Type="http://schemas.openxmlformats.org/officeDocument/2006/relationships/image" Target="/ppt/media/image2.png" Id="R8657f315f97346cc" /><Relationship Type="http://schemas.openxmlformats.org/officeDocument/2006/relationships/notesSlide" Target="/ppt/notesSlides/notesSlide25.xml" Id="Rbdd3f50a767b46ab" /></Relationships>
</file>

<file path=ppt/slides/_rels/slide26.xml.rels><?xml version="1.0" encoding="utf-8"?><Relationships xmlns="http://schemas.openxmlformats.org/package/2006/relationships"><Relationship Type="http://schemas.openxmlformats.org/officeDocument/2006/relationships/slideLayout" Target="/ppt/slideLayouts/slideLayout5.xml" Id="Rceef2ccb7efb4fd9" /><Relationship Type="http://schemas.openxmlformats.org/officeDocument/2006/relationships/image" Target="/ppt/media/image3.png" Id="R5036db894c474e40" /><Relationship Type="http://schemas.openxmlformats.org/officeDocument/2006/relationships/notesSlide" Target="/ppt/notesSlides/notesSlide26.xml" Id="R5f2bbc2fc1674d55" /></Relationships>
</file>

<file path=ppt/slides/_rels/slide27.xml.rels><?xml version="1.0" encoding="utf-8"?><Relationships xmlns="http://schemas.openxmlformats.org/package/2006/relationships"><Relationship Type="http://schemas.openxmlformats.org/officeDocument/2006/relationships/slideLayout" Target="/ppt/slideLayouts/slideLayout5.xml" Id="Re9b9733fadf94472" /><Relationship Type="http://schemas.openxmlformats.org/officeDocument/2006/relationships/image" Target="/ppt/media/image3.png" Id="R51a3cb9072cd45a1" /><Relationship Type="http://schemas.openxmlformats.org/officeDocument/2006/relationships/notesSlide" Target="/ppt/notesSlides/notesSlide27.xml" Id="R3eae03b8ce6945a7" /></Relationships>
</file>

<file path=ppt/slides/_rels/slide28.xml.rels><?xml version="1.0" encoding="utf-8"?><Relationships xmlns="http://schemas.openxmlformats.org/package/2006/relationships"><Relationship Type="http://schemas.openxmlformats.org/officeDocument/2006/relationships/slideLayout" Target="/ppt/slideLayouts/slideLayout5.xml" Id="R9c83ecc4a30a48bb" /><Relationship Type="http://schemas.openxmlformats.org/officeDocument/2006/relationships/image" Target="/ppt/media/image3.png" Id="Rcc95d74b70414386" /><Relationship Type="http://schemas.openxmlformats.org/officeDocument/2006/relationships/notesSlide" Target="/ppt/notesSlides/notesSlide28.xml" Id="R75807f63986c4e03" /></Relationships>
</file>

<file path=ppt/slides/_rels/slide29.xml.rels><?xml version="1.0" encoding="utf-8"?><Relationships xmlns="http://schemas.openxmlformats.org/package/2006/relationships"><Relationship Type="http://schemas.openxmlformats.org/officeDocument/2006/relationships/slideLayout" Target="/ppt/slideLayouts/slideLayout5.xml" Id="Rc77e20dcab9344c7" /><Relationship Type="http://schemas.openxmlformats.org/officeDocument/2006/relationships/image" Target="/ppt/media/image2.png" Id="Re94d0fd347994be5" /><Relationship Type="http://schemas.openxmlformats.org/officeDocument/2006/relationships/notesSlide" Target="/ppt/notesSlides/notesSlide29.xml" Id="R0c9e580f1b8544a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图片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4669fbb2b54968"/>
          <a:srcRect xmlns:a="http://schemas.openxmlformats.org/drawingml/2006/main" l="49938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" y="-2407"/>
            <a:ext cx="6103614" cy="6860407"/>
          </a:xfrm>
          <a:prstGeom xmlns:a="http://schemas.openxmlformats.org/drawingml/2006/main" prst="rect">
            <a:avLst/>
          </a:prstGeom>
        </p:spPr>
      </p:pic>
      <p:sp>
        <p:nvSpPr>
          <p:cNvPr id="31" name="直角三角形 30">
            <a:extLst xmlns:a="http://schemas.openxmlformats.org/drawingml/2006/main">
              <a:ext uri="{FF2B5EF4-FFF2-40B4-BE49-F238E27FC236}">
                <a16:creationId xmlns:a16="http://schemas.microsoft.com/office/drawing/2014/main" id="{FBDC6FBC-5B15-4B27-993E-4AF8EAC8B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39426"/>
            <a:ext cx="2129742" cy="3418574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6D9FE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直角三角形 29">
            <a:extLst xmlns:a="http://schemas.openxmlformats.org/drawingml/2006/main">
              <a:ext uri="{FF2B5EF4-FFF2-40B4-BE49-F238E27FC236}">
                <a16:creationId xmlns:a16="http://schemas.microsoft.com/office/drawing/2014/main" id="{20110538-D038-431A-B0C4-CECA9F1BE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00668"/>
            <a:ext cx="1842392" cy="2957332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直角三角形 34">
            <a:extLst xmlns:a="http://schemas.openxmlformats.org/drawingml/2006/main">
              <a:ext uri="{FF2B5EF4-FFF2-40B4-BE49-F238E27FC236}">
                <a16:creationId xmlns:a16="http://schemas.microsoft.com/office/drawing/2014/main" id="{277EC6E2-AA3C-42BF-B054-90ABA1A86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9783" y="-69784"/>
            <a:ext cx="1384433" cy="15240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3" name="任意多边形: 形状 42">
            <a:extLst xmlns:a="http://schemas.openxmlformats.org/drawingml/2006/main">
              <a:ext uri="{FF2B5EF4-FFF2-40B4-BE49-F238E27FC236}">
                <a16:creationId xmlns:a16="http://schemas.microsoft.com/office/drawing/2014/main" id="{23212421-3CB9-4A6F-B6C5-B3393AE26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3927971" y="-8678"/>
            <a:ext cx="1012807" cy="2939977"/>
          </a:xfrm>
          <a:custGeom xmlns:a="http://schemas.openxmlformats.org/drawingml/2006/main">
            <a:rect l="l" t="t" r="r" b="b"/>
            <a:pathLst>
              <a:path w="1012807" h="2939977">
                <a:moveTo>
                  <a:pt x="1012807" y="0"/>
                </a:moveTo>
                <a:lnTo>
                  <a:pt x="930817" y="0"/>
                </a:lnTo>
                <a:lnTo>
                  <a:pt x="0" y="2939977"/>
                </a:lnTo>
                <a:lnTo>
                  <a:pt x="81990" y="2939977"/>
                </a:lnTo>
                <a:close/>
              </a:path>
            </a:pathLst>
          </a:cu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直角三角形 7">
            <a:extLst xmlns:a="http://schemas.openxmlformats.org/drawingml/2006/main">
              <a:ext uri="{FF2B5EF4-FFF2-40B4-BE49-F238E27FC236}">
                <a16:creationId xmlns:a16="http://schemas.microsoft.com/office/drawing/2014/main" id="{D8BFF7DE-2B79-4692-BE2E-B1CBA969A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0062258" y="-2407"/>
            <a:ext cx="2129742" cy="3418574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6D9FE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直角三角形 8">
            <a:extLst xmlns:a="http://schemas.openxmlformats.org/drawingml/2006/main">
              <a:ext uri="{FF2B5EF4-FFF2-40B4-BE49-F238E27FC236}">
                <a16:creationId xmlns:a16="http://schemas.microsoft.com/office/drawing/2014/main" id="{B9D108E0-DBE7-42E5-9538-1E6F13430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0349608" y="-8678"/>
            <a:ext cx="1842392" cy="2957332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D6EEEC42-9EA5-455A-A84E-6278B55AD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663" y="2107887"/>
            <a:ext cx="7966365" cy="13234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4000" b="1">
                <a:solidFill>
                  <a:schemeClr val="accent1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基于大模型的测试场景生成</a:t>
            </a:r>
          </a:p>
          <a:p xmlns:a="http://schemas.openxmlformats.org/drawingml/2006/main">
            <a:pPr algn="r">
              <a:buNone/>
            </a:pPr>
            <a:r>
              <a:rPr sz="4000" b="1">
                <a:solidFill>
                  <a:schemeClr val="accent1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与自主 Web 测试智能体</a:t>
            </a:r>
          </a:p>
        </p:txBody>
      </p:sp>
      <p:sp>
        <p:nvSpPr>
          <p:cNvPr id="6" name="直接连接符 5">
            <a:extLst xmlns:a="http://schemas.openxmlformats.org/drawingml/2006/main">
              <a:ext uri="{FF2B5EF4-FFF2-40B4-BE49-F238E27FC236}">
                <a16:creationId xmlns:a16="http://schemas.microsoft.com/office/drawing/2014/main" id="{F36C15F6-4A95-4F0F-A80F-A850FB658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983" y="3538910"/>
            <a:ext cx="6042821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7499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17DBEDCC-1672-4670-8F72-9D9E15866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9596" y="3624437"/>
            <a:ext cx="4967368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LLM-driven Test Scenario Generation &amp; Autonomous Web Testing Agent</a:t>
            </a: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67BF95EB-F667-4E5B-A28F-E2ED49069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1587" y="4567221"/>
            <a:ext cx="1454244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小组：第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7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组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AF1E8716-F2BA-4FBE-B4A1-ADD1598CE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444" y="5234176"/>
            <a:ext cx="2191584" cy="4671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E7F860F4-B985-41EB-952D-80AA44360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1587" y="5283080"/>
            <a:ext cx="1685077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汇报人：第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7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组</a:t>
            </a:r>
          </a:p>
        </p:txBody>
      </p:sp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E8BC879B-757F-4BAD-BFCA-40E899F42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0073" y="6147784"/>
            <a:ext cx="1518364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2026年5月26日</a:t>
            </a:r>
          </a:p>
        </p:txBody>
      </p:sp>
      <p:pic>
        <p:nvPicPr>
          <p:cNvPr id="53" name="图片 3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d0349c224d450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95036" y="153223"/>
            <a:ext cx="2554357" cy="538993"/>
          </a:xfrm>
          <a:prstGeom xmlns:a="http://schemas.openxmlformats.org/drawingml/2006/main" prst="rect">
            <a:avLst/>
          </a:prstGeom>
        </p:spPr>
      </p:pic>
      <p:sp>
        <p:nvSpPr>
          <p:cNvPr id="20" name="任意多边形: 形状 19">
            <a:extLst xmlns:a="http://schemas.openxmlformats.org/drawingml/2006/main">
              <a:ext uri="{FF2B5EF4-FFF2-40B4-BE49-F238E27FC236}">
                <a16:creationId xmlns:a16="http://schemas.microsoft.com/office/drawing/2014/main" id="{51BCB211-765B-4881-ABBA-67F77D321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319846" y="4401599"/>
            <a:ext cx="1112045" cy="2456401"/>
          </a:xfrm>
          <a:custGeom xmlns:a="http://schemas.openxmlformats.org/drawingml/2006/main">
            <a:rect l="l" t="t" r="r" b="b"/>
            <a:pathLst>
              <a:path w="1751" h="3868">
                <a:moveTo>
                  <a:pt x="1222" y="0"/>
                </a:moveTo>
                <a:lnTo>
                  <a:pt x="1751" y="0"/>
                </a:lnTo>
                <a:lnTo>
                  <a:pt x="527" y="3868"/>
                </a:lnTo>
                <a:lnTo>
                  <a:pt x="0" y="3868"/>
                </a:lnTo>
                <a:lnTo>
                  <a:pt x="1222" y="10"/>
                </a:lnTo>
                <a:lnTo>
                  <a:pt x="1219" y="10"/>
                </a:lnTo>
                <a:lnTo>
                  <a:pt x="1222" y="0"/>
                </a:lnTo>
                <a:close/>
              </a:path>
            </a:pathLst>
          </a:cu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07985768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流程图: 可选过程 25">
            <a:extLst xmlns:a="http://schemas.openxmlformats.org/drawingml/2006/main">
              <a:ext uri="{FF2B5EF4-FFF2-40B4-BE49-F238E27FC236}">
                <a16:creationId xmlns:a16="http://schemas.microsoft.com/office/drawing/2014/main" id="{E6FCCC0D-E720-45DE-904B-A797E02E1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1232204"/>
            <a:ext cx="3804920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椭圆 14">
            <a:extLst xmlns:a="http://schemas.openxmlformats.org/drawingml/2006/main">
              <a:ext uri="{FF2B5EF4-FFF2-40B4-BE49-F238E27FC236}">
                <a16:creationId xmlns:a16="http://schemas.microsoft.com/office/drawing/2014/main" id="{43035C86-4A89-4F83-B8CF-C0BF38ADE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8650" y="1968500"/>
            <a:ext cx="3240000" cy="324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DEAA8B84-074A-4B66-AA69-4611251F5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127375"/>
            <a:ext cx="1790065" cy="9220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5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目录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19F6F6DE-D3F1-42A9-AD32-449FC43C3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1295704"/>
            <a:ext cx="2748915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研究背景及意义</a:t>
            </a:r>
          </a:p>
        </p:txBody>
      </p:sp>
      <p:sp>
        <p:nvSpPr>
          <p:cNvPr id="27" name="椭圆 26">
            <a:extLst xmlns:a="http://schemas.openxmlformats.org/drawingml/2006/main">
              <a:ext uri="{FF2B5EF4-FFF2-40B4-BE49-F238E27FC236}">
                <a16:creationId xmlns:a16="http://schemas.microsoft.com/office/drawing/2014/main" id="{F450EE56-BD1B-43EC-B44E-773F2AEB3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1299514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ABE0A2E6-89EE-4219-9AC1-1CF69F151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1325549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01</a:t>
            </a:r>
          </a:p>
        </p:txBody>
      </p:sp>
      <p:sp>
        <p:nvSpPr>
          <p:cNvPr id="29" name="流程图: 可选过程 28">
            <a:extLst xmlns:a="http://schemas.openxmlformats.org/drawingml/2006/main">
              <a:ext uri="{FF2B5EF4-FFF2-40B4-BE49-F238E27FC236}">
                <a16:creationId xmlns:a16="http://schemas.microsoft.com/office/drawing/2014/main" id="{45259BEA-6F2B-4D4D-9330-BBAF6BCB8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187879"/>
            <a:ext cx="3804920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1A4E0E0A-36C9-40E9-B29A-996C8C2C8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2251379"/>
            <a:ext cx="2694940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研究目标与方案</a:t>
            </a:r>
          </a:p>
        </p:txBody>
      </p:sp>
      <p:sp>
        <p:nvSpPr>
          <p:cNvPr id="31" name="椭圆 30">
            <a:extLst xmlns:a="http://schemas.openxmlformats.org/drawingml/2006/main">
              <a:ext uri="{FF2B5EF4-FFF2-40B4-BE49-F238E27FC236}">
                <a16:creationId xmlns:a16="http://schemas.microsoft.com/office/drawing/2014/main" id="{A3003164-CE5B-40C6-8807-85A8E7B8D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2255189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B21867E7-A5A1-40D8-80D6-E8B193E23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2281224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02</a:t>
            </a:r>
          </a:p>
        </p:txBody>
      </p:sp>
      <p:sp>
        <p:nvSpPr>
          <p:cNvPr id="33" name="流程图: 可选过程 32">
            <a:extLst xmlns:a="http://schemas.openxmlformats.org/drawingml/2006/main">
              <a:ext uri="{FF2B5EF4-FFF2-40B4-BE49-F238E27FC236}">
                <a16:creationId xmlns:a16="http://schemas.microsoft.com/office/drawing/2014/main" id="{CB40E0FD-5F44-4828-99E9-C97F418BF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141649"/>
            <a:ext cx="3805555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E1E9B471-47C2-43BD-A24D-016D17628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3205149"/>
            <a:ext cx="2694940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研究框架介绍</a:t>
            </a:r>
          </a:p>
        </p:txBody>
      </p:sp>
      <p:sp>
        <p:nvSpPr>
          <p:cNvPr id="35" name="椭圆 34">
            <a:extLst xmlns:a="http://schemas.openxmlformats.org/drawingml/2006/main">
              <a:ext uri="{FF2B5EF4-FFF2-40B4-BE49-F238E27FC236}">
                <a16:creationId xmlns:a16="http://schemas.microsoft.com/office/drawing/2014/main" id="{B17F5E05-D170-44B6-BA4E-7A3862E06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3208959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文本框 35">
            <a:extLst xmlns:a="http://schemas.openxmlformats.org/drawingml/2006/main">
              <a:ext uri="{FF2B5EF4-FFF2-40B4-BE49-F238E27FC236}">
                <a16:creationId xmlns:a16="http://schemas.microsoft.com/office/drawing/2014/main" id="{4B07CFF6-85BC-461F-9B11-2FBFDAEFC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3234994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03</a:t>
            </a:r>
          </a:p>
        </p:txBody>
      </p:sp>
      <p:sp>
        <p:nvSpPr>
          <p:cNvPr id="37" name="流程图: 可选过程 36">
            <a:extLst xmlns:a="http://schemas.openxmlformats.org/drawingml/2006/main">
              <a:ext uri="{FF2B5EF4-FFF2-40B4-BE49-F238E27FC236}">
                <a16:creationId xmlns:a16="http://schemas.microsoft.com/office/drawing/2014/main" id="{081AC40C-2817-4E08-B5EF-F2B7F54A1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4092244"/>
            <a:ext cx="3806190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5EBAD52D-FFE9-492C-BFA2-DDF59264C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4155744"/>
            <a:ext cx="274828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研究进度安排</a:t>
            </a:r>
          </a:p>
        </p:txBody>
      </p:sp>
      <p:sp>
        <p:nvSpPr>
          <p:cNvPr id="39" name="椭圆 38">
            <a:extLst xmlns:a="http://schemas.openxmlformats.org/drawingml/2006/main">
              <a:ext uri="{FF2B5EF4-FFF2-40B4-BE49-F238E27FC236}">
                <a16:creationId xmlns:a16="http://schemas.microsoft.com/office/drawing/2014/main" id="{2F1E23AB-3E3F-4A6D-B85B-9BAE3719D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4159554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0" name="文本框 39">
            <a:extLst xmlns:a="http://schemas.openxmlformats.org/drawingml/2006/main">
              <a:ext uri="{FF2B5EF4-FFF2-40B4-BE49-F238E27FC236}">
                <a16:creationId xmlns:a16="http://schemas.microsoft.com/office/drawing/2014/main" id="{9042C2BE-59F2-4025-80AB-3D48CC256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4185589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04</a:t>
            </a:r>
          </a:p>
        </p:txBody>
      </p:sp>
      <p:sp>
        <p:nvSpPr>
          <p:cNvPr id="41" name="流程图: 可选过程 40">
            <a:extLst xmlns:a="http://schemas.openxmlformats.org/drawingml/2006/main">
              <a:ext uri="{FF2B5EF4-FFF2-40B4-BE49-F238E27FC236}">
                <a16:creationId xmlns:a16="http://schemas.microsoft.com/office/drawing/2014/main" id="{CFCBD5CC-0295-49A8-BC85-56198CF5D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5048554"/>
            <a:ext cx="3804920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2" name="文本框 41">
            <a:extLst xmlns:a="http://schemas.openxmlformats.org/drawingml/2006/main">
              <a:ext uri="{FF2B5EF4-FFF2-40B4-BE49-F238E27FC236}">
                <a16:creationId xmlns:a16="http://schemas.microsoft.com/office/drawing/2014/main" id="{34785A9E-51FF-4CF5-91C8-2ACF997A9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5112054"/>
            <a:ext cx="2125345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小组分工</a:t>
            </a:r>
          </a:p>
        </p:txBody>
      </p:sp>
      <p:sp>
        <p:nvSpPr>
          <p:cNvPr id="43" name="椭圆 42">
            <a:extLst xmlns:a="http://schemas.openxmlformats.org/drawingml/2006/main">
              <a:ext uri="{FF2B5EF4-FFF2-40B4-BE49-F238E27FC236}">
                <a16:creationId xmlns:a16="http://schemas.microsoft.com/office/drawing/2014/main" id="{38F727AF-092B-45EA-851D-0572CD8C3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5115864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4" name="文本框 43">
            <a:extLst xmlns:a="http://schemas.openxmlformats.org/drawingml/2006/main">
              <a:ext uri="{FF2B5EF4-FFF2-40B4-BE49-F238E27FC236}">
                <a16:creationId xmlns:a16="http://schemas.microsoft.com/office/drawing/2014/main" id="{6980DEC6-7196-49C2-9CF3-FE339FE47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5141899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05</a:t>
            </a:r>
          </a:p>
        </p:txBody>
      </p:sp>
      <p:pic>
        <p:nvPicPr>
          <p:cNvPr id="48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ec8d9322404c4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1832" y="351944"/>
            <a:ext cx="3267572" cy="68948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49959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直角三角形 4">
            <a:extLst xmlns:a="http://schemas.openxmlformats.org/drawingml/2006/main">
              <a:ext uri="{FF2B5EF4-FFF2-40B4-BE49-F238E27FC236}">
                <a16:creationId xmlns:a16="http://schemas.microsoft.com/office/drawing/2014/main" id="{2EEF5748-A1BE-45B4-843B-EA94B4B0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39139"/>
            <a:ext cx="1818861" cy="1818861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直角三角形 5">
            <a:extLst xmlns:a="http://schemas.openxmlformats.org/drawingml/2006/main">
              <a:ext uri="{FF2B5EF4-FFF2-40B4-BE49-F238E27FC236}">
                <a16:creationId xmlns:a16="http://schemas.microsoft.com/office/drawing/2014/main" id="{FB8BC298-0524-4D8D-8535-479387CEF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786082" y="-1"/>
            <a:ext cx="2405917" cy="240591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D268123A-7C8F-48FC-8B19-AD3F5270D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6592" y="1694838"/>
            <a:ext cx="1446530" cy="3153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9900" b="1">
                <a:solidFill>
                  <a:srgbClr val="174994">
                    <a:alpha val="38000"/>
                  </a:srgbClr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E343A0A1-3CC0-4083-AB0C-CA694AADD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2229" y="2782669"/>
            <a:ext cx="3387725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B77E53CA-5C65-4106-A7AD-CAD404572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2505" y="3606757"/>
            <a:ext cx="2586990" cy="3371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latin typeface="Times New Roman"/>
                <a:ea typeface="Times New Roman"/>
                <a:cs typeface="Times New Roman"/>
              </a:rPr>
              <a:t>Background and Significance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0D9385D7-63EB-4B96-A059-21268544C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76690" y="3512166"/>
            <a:ext cx="5238619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64fc6fb94d452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13" y="78833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27105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74A6671-D989-4460-8AC1-77728FF7D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B02C34EA-4DCD-4F53-9074-FD041DF5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038" y="0"/>
            <a:ext cx="2011817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1355836C-A950-4A2B-A32B-6363CFE8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27C7E32B-A3CF-4666-86A5-5657E6AE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90BC898A-C73D-4520-9BBC-F05395EA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023CB556-E9C7-4976-9AE4-BDE2D4AC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3583B483-B7A7-4629-A9F7-9A868AA24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39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81e9223d1e40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28" name="直接连接符 27">
            <a:extLst xmlns:a="http://schemas.openxmlformats.org/drawingml/2006/main">
              <a:ext uri="{FF2B5EF4-FFF2-40B4-BE49-F238E27FC236}">
                <a16:creationId xmlns:a16="http://schemas.microsoft.com/office/drawing/2014/main" id="{48D3EC0F-DB7B-48DD-A354-7069A9D8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0" name="直接连接符 29">
            <a:extLst xmlns:a="http://schemas.openxmlformats.org/drawingml/2006/main">
              <a:ext uri="{FF2B5EF4-FFF2-40B4-BE49-F238E27FC236}">
                <a16:creationId xmlns:a16="http://schemas.microsoft.com/office/drawing/2014/main" id="{257E2E7D-C342-491F-B11E-F3D2A0D8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1" name="直接连接符 30">
            <a:extLst xmlns:a="http://schemas.openxmlformats.org/drawingml/2006/main">
              <a:ext uri="{FF2B5EF4-FFF2-40B4-BE49-F238E27FC236}">
                <a16:creationId xmlns:a16="http://schemas.microsoft.com/office/drawing/2014/main" id="{808C51AC-3886-4E1B-84C1-F3702CEEB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2" name="直接连接符 31">
            <a:extLst xmlns:a="http://schemas.openxmlformats.org/drawingml/2006/main">
              <a:ext uri="{FF2B5EF4-FFF2-40B4-BE49-F238E27FC236}">
                <a16:creationId xmlns:a16="http://schemas.microsoft.com/office/drawing/2014/main" id="{C48649A8-C9B5-4E39-89C0-EA2B58A61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4" name="等腰三角形 33">
            <a:extLst xmlns:a="http://schemas.openxmlformats.org/drawingml/2006/main">
              <a:ext uri="{FF2B5EF4-FFF2-40B4-BE49-F238E27FC236}">
                <a16:creationId xmlns:a16="http://schemas.microsoft.com/office/drawing/2014/main" id="{1CB34D15-A6F0-40AB-B46A-723E71B1E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061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8C999504-BE27-4AB4-8610-1F5A39B8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14320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1.1  研究背景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F70E048-6BEB-4AA8-9032-DA0789AD2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97B761F-BDD3-446C-A91A-DD9001FDF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328612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95BCFA2-FB21-405B-9A4D-441EFE158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BD2EAF6-EE61-4D37-9A94-4C9F757D7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24125"/>
            <a:ext cx="2962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真实 Web 流程复杂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82D9C93-DFD7-4BBA-B41D-46DC9D326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38450"/>
            <a:ext cx="29622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页面动态、权限状态、弹窗与异步加载交织，传统脚本维护成本高。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EEEAE99-723B-4325-94ED-72E292FE4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81250"/>
            <a:ext cx="328612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6ABCEA5-226C-4751-80BB-5AE974A33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81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CA95740-7D90-4DBA-9791-6DE2A49DD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524125"/>
            <a:ext cx="2962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LLM Agent 仍易失败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3EB668F-E913-4B62-83B2-77083308E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838450"/>
            <a:ext cx="29622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缺少待测系统领域知识时，容易输出与手册或 UI 不一致的操作。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3AD87F7-B155-4822-B4D3-05523FBFA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328612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AAB8875-5DA8-43C2-9A11-1DC61A5AF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6F0223C-FB36-444C-A988-DC56923C3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24125"/>
            <a:ext cx="2962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完成后难以判定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D631D1D-B425-47DC-9219-2A31EA7B5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38450"/>
            <a:ext cx="29622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Agent 自报成功不等于功能正确，需要 Trace、截图和验证器复核。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C29AF34-9332-4473-A5DD-D4FCC8E68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05250"/>
            <a:ext cx="100012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6FAFF"/>
          </a:solidFill>
          <a:ln xmlns:a="http://schemas.openxmlformats.org/drawingml/2006/main" w="12383">
            <a:solidFill>
              <a:srgbClr val="C9DAF0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50BFA38-3EDB-40D7-AF4D-2C6E5B3B3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24815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核心问题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D15728B-8CB1-4ECC-81A8-9D5C85D8A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143375"/>
            <a:ext cx="7429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如何把 4ga Boards 手册中的功能描述，变成可执行、可验证、可追溯的 Web 测试任务？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22BF56A-F65D-41B4-8D2B-17B766985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619625"/>
            <a:ext cx="7334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SpecPilot 的回答：手册证据约束生成，零 locator 保持意图表达，browser-use 自主执行，验证器给出可复查结论。</a:t>
            </a:r>
          </a:p>
        </p:txBody>
      </p:sp>
    </p:spTree>
    <p:extLst>
      <p:ext uri="{BB962C8B-B14F-4D97-AF65-F5344CB8AC3E}">
        <p14:creationId xmlns:p14="http://schemas.microsoft.com/office/powerpoint/2010/main" val="99903338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74A6671-D989-4460-8AC1-77728FF7D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B02C34EA-4DCD-4F53-9074-FD041DF5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038" y="0"/>
            <a:ext cx="2011817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1355836C-A950-4A2B-A32B-6363CFE8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27C7E32B-A3CF-4666-86A5-5657E6AE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90BC898A-C73D-4520-9BBC-F05395EA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023CB556-E9C7-4976-9AE4-BDE2D4AC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3583B483-B7A7-4629-A9F7-9A868AA24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39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c2dbc1d31046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28" name="直接连接符 27">
            <a:extLst xmlns:a="http://schemas.openxmlformats.org/drawingml/2006/main">
              <a:ext uri="{FF2B5EF4-FFF2-40B4-BE49-F238E27FC236}">
                <a16:creationId xmlns:a16="http://schemas.microsoft.com/office/drawing/2014/main" id="{48D3EC0F-DB7B-48DD-A354-7069A9D8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0" name="直接连接符 29">
            <a:extLst xmlns:a="http://schemas.openxmlformats.org/drawingml/2006/main">
              <a:ext uri="{FF2B5EF4-FFF2-40B4-BE49-F238E27FC236}">
                <a16:creationId xmlns:a16="http://schemas.microsoft.com/office/drawing/2014/main" id="{257E2E7D-C342-491F-B11E-F3D2A0D8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1" name="直接连接符 30">
            <a:extLst xmlns:a="http://schemas.openxmlformats.org/drawingml/2006/main">
              <a:ext uri="{FF2B5EF4-FFF2-40B4-BE49-F238E27FC236}">
                <a16:creationId xmlns:a16="http://schemas.microsoft.com/office/drawing/2014/main" id="{808C51AC-3886-4E1B-84C1-F3702CEEB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2" name="直接连接符 31">
            <a:extLst xmlns:a="http://schemas.openxmlformats.org/drawingml/2006/main">
              <a:ext uri="{FF2B5EF4-FFF2-40B4-BE49-F238E27FC236}">
                <a16:creationId xmlns:a16="http://schemas.microsoft.com/office/drawing/2014/main" id="{C48649A8-C9B5-4E39-89C0-EA2B58A61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4" name="等腰三角形 33">
            <a:extLst xmlns:a="http://schemas.openxmlformats.org/drawingml/2006/main">
              <a:ext uri="{FF2B5EF4-FFF2-40B4-BE49-F238E27FC236}">
                <a16:creationId xmlns:a16="http://schemas.microsoft.com/office/drawing/2014/main" id="{1CB34D15-A6F0-40AB-B46A-723E71B1E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061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8C999504-BE27-4AB4-8610-1F5A39B8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14320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1.2  研究意义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F70E048-6BEB-4AA8-9032-DA0789AD2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7ADF5F7-0E1A-48FE-8F96-1C078768D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D0BBC3F-60DA-4FAF-8EFE-4EBC53475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79C9EA4-3B47-4CC0-A124-AE81167A4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手册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03606B8-C186-48FD-9FE4-5648E3AC9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软件手册转为结构化测试知识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93C51B5-AADD-42B3-B8B9-D88A5198F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E2EB124-3E8A-4C48-9AB7-96C8751B0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15BF6DB-92D7-46F5-BE25-6CE24E75A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D529377-E3C8-4CFF-95C4-A8D611847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场景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4A63AC6-74EF-4813-83A0-567D22640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自然语言步骤，不绑定 DOM locator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70F0133-55B5-41E7-A433-E7F6449CE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DB9684E-ED37-4ADD-A9FB-17D8F2B68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D102E95-7D91-44C5-BDA5-980C256B7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56F5A59-E505-408C-BCFC-A6E9E1F8D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执行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3FFD1A3-96B3-42C9-AA62-DF6854857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Web Agent 自主完成页面操作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7342BA3-A7F0-4F92-9C07-7901410C0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91534DF-69F9-4E89-823A-903382521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12383">
            <a:solidFill>
              <a:srgbClr val="27AE60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C5E027F-DBE2-4F23-9D81-C720CBF6E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CA89C83-DBBF-475C-B66D-74E765D25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验证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8D7E898-7722-4556-9468-DD3FD0BCC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确定性验证 + 视觉验证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E6A4544-722E-4D0C-9FF1-862492F7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FA1675E-15B5-4470-B9C7-0F972F692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12383">
            <a:solidFill>
              <a:srgbClr val="F5A623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8363529-7CFB-4D37-900C-A8B265841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F0DE66D-07C3-4202-9693-3B0FFFC40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诊断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FDB1AE1-35FB-4996-A470-886202C23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失败分类与报告归档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A2484D1-3238-4DBF-816B-AA8D97F9A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381500"/>
            <a:ext cx="9620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9EF"/>
          </a:solidFill>
          <a:ln xmlns:a="http://schemas.openxmlformats.org/drawingml/2006/main" w="12383">
            <a:solidFill>
              <a:srgbClr val="F3D6A2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F7A6FF4-7062-42BF-B765-4805FFF25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29150"/>
            <a:ext cx="895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8A5700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8A5700"/>
                </a:solidFill>
                <a:latin typeface="微软雅黑"/>
                <a:ea typeface="微软雅黑"/>
                <a:cs typeface="微软雅黑"/>
              </a:rPr>
              <a:t>形成“手册证据 → 测试场景 → 智能体执行 → 结果验证 → 失败分析”的闭环，而不是只让大模型写测试用例。</a:t>
            </a:r>
          </a:p>
        </p:txBody>
      </p:sp>
    </p:spTree>
    <p:extLst>
      <p:ext uri="{BB962C8B-B14F-4D97-AF65-F5344CB8AC3E}">
        <p14:creationId xmlns:p14="http://schemas.microsoft.com/office/powerpoint/2010/main" val="99903338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直角三角形 4">
            <a:extLst xmlns:a="http://schemas.openxmlformats.org/drawingml/2006/main">
              <a:ext uri="{FF2B5EF4-FFF2-40B4-BE49-F238E27FC236}">
                <a16:creationId xmlns:a16="http://schemas.microsoft.com/office/drawing/2014/main" id="{C53D25DD-8F22-4F68-9717-D555EFF2C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39139"/>
            <a:ext cx="1818861" cy="1818861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直角三角形 5">
            <a:extLst xmlns:a="http://schemas.openxmlformats.org/drawingml/2006/main">
              <a:ext uri="{FF2B5EF4-FFF2-40B4-BE49-F238E27FC236}">
                <a16:creationId xmlns:a16="http://schemas.microsoft.com/office/drawing/2014/main" id="{ADC7355D-A963-4EF5-A54D-94BD284E9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786082" y="-1"/>
            <a:ext cx="2405917" cy="240591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1CDF316-1371-4DD2-8047-DD78F3FF0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091" y="1694838"/>
            <a:ext cx="1446530" cy="3153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9900" b="1">
                <a:solidFill>
                  <a:srgbClr val="174994">
                    <a:alpha val="38000"/>
                  </a:srgbClr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ADFE3324-AB82-4283-A144-831DD98F9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40" y="2816963"/>
            <a:ext cx="3416320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7A87E50E-1656-4AF9-900E-068E0B99D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8376" y="3606757"/>
            <a:ext cx="3376244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latin typeface="Times New Roman"/>
                <a:ea typeface="Times New Roman"/>
                <a:cs typeface="Times New Roman"/>
              </a:rPr>
              <a:t>Research Objectives and Methodology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27A1EA1C-2086-40E7-BDCD-768E9DE10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87189" y="3512166"/>
            <a:ext cx="5238619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ee181a13614cf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13" y="78833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41624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DC4B7F6-BF62-4E53-B146-01F852D6E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A051C895-FBF6-4A5A-BC63-BF84752C8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6" y="0"/>
            <a:ext cx="2615316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89B0B3E7-7DD8-45DE-939C-F9A8FB310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F2445862-16EA-4A7B-819F-88AA98D22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B3F42468-B0D9-4785-A6E3-C45E4487C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48820B60-34E7-4E08-AA74-87AE879AA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9296B7C1-6589-4D9E-B954-249E6FCAF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39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05e176aaff4cc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28" name="直接连接符 27">
            <a:extLst xmlns:a="http://schemas.openxmlformats.org/drawingml/2006/main">
              <a:ext uri="{FF2B5EF4-FFF2-40B4-BE49-F238E27FC236}">
                <a16:creationId xmlns:a16="http://schemas.microsoft.com/office/drawing/2014/main" id="{50FE17C1-9624-4A9F-9B57-784B471CC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0" name="直接连接符 29">
            <a:extLst xmlns:a="http://schemas.openxmlformats.org/drawingml/2006/main">
              <a:ext uri="{FF2B5EF4-FFF2-40B4-BE49-F238E27FC236}">
                <a16:creationId xmlns:a16="http://schemas.microsoft.com/office/drawing/2014/main" id="{CD71BD3E-851B-4639-9ACA-3D4E4AE92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1" name="直接连接符 30">
            <a:extLst xmlns:a="http://schemas.openxmlformats.org/drawingml/2006/main">
              <a:ext uri="{FF2B5EF4-FFF2-40B4-BE49-F238E27FC236}">
                <a16:creationId xmlns:a16="http://schemas.microsoft.com/office/drawing/2014/main" id="{8D892374-7818-4381-B65B-28BA4F095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2" name="直接连接符 31">
            <a:extLst xmlns:a="http://schemas.openxmlformats.org/drawingml/2006/main">
              <a:ext uri="{FF2B5EF4-FFF2-40B4-BE49-F238E27FC236}">
                <a16:creationId xmlns:a16="http://schemas.microsoft.com/office/drawing/2014/main" id="{7C97C541-360D-4782-8469-E7B26CBD6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4" name="等腰三角形 33">
            <a:extLst xmlns:a="http://schemas.openxmlformats.org/drawingml/2006/main">
              <a:ext uri="{FF2B5EF4-FFF2-40B4-BE49-F238E27FC236}">
                <a16:creationId xmlns:a16="http://schemas.microsoft.com/office/drawing/2014/main" id="{C6D0E936-EFA9-40A4-BDDA-02749B0C7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09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8B89FB35-04FF-43FB-9AC5-472301A1F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39239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2.1  总体流程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847CDFFF-8A37-44E4-9E15-9D0F90F8E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E451BAE-28C0-40AA-B9E5-76635DE63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B544A59-85D4-4E45-B521-2864A525A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84CA1DD-9101-4C55-9181-AF83F8143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C3E836A-CA19-4FDB-B104-3245F63B8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4ga 手册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C27D095-C3F9-4673-98C8-EB9D34021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英文 user/admin manual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3954C8A-71BF-4672-9F8F-DFA181A3A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0A0C886-127A-49E9-A80E-2EF2DA25C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64A44D4-60F3-41FF-83D8-FF0BDAF83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97603BB-343B-496B-943A-E31B1ED31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D8751A0-D0D5-4160-8B1F-FC5D78A42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清洗切片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597A52D-D8DB-4024-A5D5-691B30CB3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Markdown + heading path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D4304AC-2E47-4ED9-8EA7-FE394BE26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F1F2D87-B020-4CCF-A978-2AEA75716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45FB1B3-42BD-440F-86FC-CB69169C3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FAE97EB-85DA-40DD-91A9-7FE9218EE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19034B3-368D-44B2-AA7A-1E2CF41D1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向量索引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44DF85D-916B-4730-904C-33426FF59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ChromaDB evidence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DB68B2B-010C-4477-9EF4-1A5138CCA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CF7E6C7-F680-4394-A868-E23FF6937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29120C8-6330-4715-B4CF-EFEFC5973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12383">
            <a:solidFill>
              <a:srgbClr val="27AE60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3FB1A66-1F98-4C9B-B640-936E8B6BE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650AB2C-925F-4439-B98C-5D799AC6C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场景生成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FBE5943-272A-45B3-B894-91EC71ACD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Feature + Scenario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74AE31F-CC07-4BE0-9FEC-0A9A129A4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BD4A73C-7A8F-4719-B273-DC7B8EA6F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765393E-3F7A-4595-961B-907A0BAA0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12383">
            <a:solidFill>
              <a:srgbClr val="F5A623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A5DBFD9-8A24-4AA0-BAAB-27D72AE03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E89B71E-84F9-4A45-9583-CE601BD99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自主执行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A8C083A5-C4ED-4FF3-9E48-1633C963D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browser-use Agent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68C612E-9FD0-4824-BB5A-0AC4E9CE3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6302CC5-88CB-42EF-8D6A-81E53C4E4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A4C8CF91-6535-4F74-9A04-CD80D6194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4C3C"/>
          </a:solidFill>
          <a:ln xmlns:a="http://schemas.openxmlformats.org/drawingml/2006/main" w="12383">
            <a:solidFill>
              <a:srgbClr val="E74C3C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E13039B4-5DE3-4E70-87C5-6EE8342D5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8FBFFB37-3CB0-4F32-8EDD-2FCA29B77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验证报告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11AD9BB7-26AF-414D-ACB3-0303E4FC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DOM/视觉/分类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03DC0666-DE9E-477E-92A7-C3F3BE4A9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05250"/>
            <a:ext cx="3143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DBBFD64-204F-4971-A025-5C95402F6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05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4542FF89-A1B9-47AE-9736-B18591EBF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048125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边界 1：零 locator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487849B4-8402-43FC-B306-9205D53AB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362450"/>
            <a:ext cx="2819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场景只表达用户意图，不写 selector、xpath、DOM id 或 element index。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11986F4C-8AC0-4520-8499-BFB89E011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905250"/>
            <a:ext cx="3143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F15124C0-A136-41BF-BBEF-7E18349FC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905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C0FA3453-8757-42B2-9733-77424F416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048125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边界 2：browser-use 唯一执行器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4E82B113-3CC6-4780-9438-19F71BCFE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362450"/>
            <a:ext cx="2819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不使用 Playwright fallback，保持自然语言任务到 Agent 自主执行的路线。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0A9B24E0-D602-4499-841B-F22A0E1C9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05250"/>
            <a:ext cx="3143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0C617670-022C-465E-9F1B-D65571CC8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05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21800159-C51F-4E86-A9ED-871837EF6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048125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边界 3：本地可追溯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AF2B0C0A-375A-48CC-89CA-7DFC050D1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362450"/>
            <a:ext cx="2819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Trace、截图、验证结果和报告统一归档到 data/runs/{run_id}/。</a:t>
            </a:r>
          </a:p>
        </p:txBody>
      </p:sp>
    </p:spTree>
    <p:extLst>
      <p:ext uri="{BB962C8B-B14F-4D97-AF65-F5344CB8AC3E}">
        <p14:creationId xmlns:p14="http://schemas.microsoft.com/office/powerpoint/2010/main" val="410192030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3F5AD5A7-F10F-48AD-9516-B0900162B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39239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2.2  研究目标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1515B250-3F65-47D0-A517-C1F5DB30D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  <p:sp>
        <p:nvSpPr>
          <p:cNvPr id="118" name="矩形 117">
            <a:extLst xmlns:a="http://schemas.openxmlformats.org/drawingml/2006/main">
              <a:ext uri="{FF2B5EF4-FFF2-40B4-BE49-F238E27FC236}">
                <a16:creationId xmlns:a16="http://schemas.microsoft.com/office/drawing/2014/main" id="{E10E5026-9769-4FDA-A3C2-689FB4FFE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9" name="矩形 118">
            <a:extLst xmlns:a="http://schemas.openxmlformats.org/drawingml/2006/main">
              <a:ext uri="{FF2B5EF4-FFF2-40B4-BE49-F238E27FC236}">
                <a16:creationId xmlns:a16="http://schemas.microsoft.com/office/drawing/2014/main" id="{651D5F33-4A49-48C5-A33C-ABFDF222B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6" y="0"/>
            <a:ext cx="2615316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0" name="文本框 119">
            <a:extLst xmlns:a="http://schemas.openxmlformats.org/drawingml/2006/main">
              <a:ext uri="{FF2B5EF4-FFF2-40B4-BE49-F238E27FC236}">
                <a16:creationId xmlns:a16="http://schemas.microsoft.com/office/drawing/2014/main" id="{CCE41962-D964-415D-8B26-F787AF6B7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24" name="文本框 123">
            <a:extLst xmlns:a="http://schemas.openxmlformats.org/drawingml/2006/main">
              <a:ext uri="{FF2B5EF4-FFF2-40B4-BE49-F238E27FC236}">
                <a16:creationId xmlns:a16="http://schemas.microsoft.com/office/drawing/2014/main" id="{AF17376A-7459-49B5-8BB1-B818CD00B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30" name="文本框 129">
            <a:extLst xmlns:a="http://schemas.openxmlformats.org/drawingml/2006/main">
              <a:ext uri="{FF2B5EF4-FFF2-40B4-BE49-F238E27FC236}">
                <a16:creationId xmlns:a16="http://schemas.microsoft.com/office/drawing/2014/main" id="{599D3835-85B7-47C1-A1A6-FA9C570DC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131" name="文本框 130">
            <a:extLst xmlns:a="http://schemas.openxmlformats.org/drawingml/2006/main">
              <a:ext uri="{FF2B5EF4-FFF2-40B4-BE49-F238E27FC236}">
                <a16:creationId xmlns:a16="http://schemas.microsoft.com/office/drawing/2014/main" id="{FC780630-B8AC-4195-898D-6F8978079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132" name="文本框 131">
            <a:extLst xmlns:a="http://schemas.openxmlformats.org/drawingml/2006/main">
              <a:ext uri="{FF2B5EF4-FFF2-40B4-BE49-F238E27FC236}">
                <a16:creationId xmlns:a16="http://schemas.microsoft.com/office/drawing/2014/main" id="{E921E35E-305E-4103-9911-931745661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133" name="图片 1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cd2fa3475d4c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134" name="直接连接符 133">
            <a:extLst xmlns:a="http://schemas.openxmlformats.org/drawingml/2006/main">
              <a:ext uri="{FF2B5EF4-FFF2-40B4-BE49-F238E27FC236}">
                <a16:creationId xmlns:a16="http://schemas.microsoft.com/office/drawing/2014/main" id="{4AA1076A-267F-432B-BDC2-E686E3C72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5" name="直接连接符 134">
            <a:extLst xmlns:a="http://schemas.openxmlformats.org/drawingml/2006/main">
              <a:ext uri="{FF2B5EF4-FFF2-40B4-BE49-F238E27FC236}">
                <a16:creationId xmlns:a16="http://schemas.microsoft.com/office/drawing/2014/main" id="{D4DF99EB-20A1-447A-8A73-DDECF5215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6" name="直接连接符 135">
            <a:extLst xmlns:a="http://schemas.openxmlformats.org/drawingml/2006/main">
              <a:ext uri="{FF2B5EF4-FFF2-40B4-BE49-F238E27FC236}">
                <a16:creationId xmlns:a16="http://schemas.microsoft.com/office/drawing/2014/main" id="{50870E47-F85E-4953-9B7F-757B3AF8D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7" name="直接连接符 136">
            <a:extLst xmlns:a="http://schemas.openxmlformats.org/drawingml/2006/main">
              <a:ext uri="{FF2B5EF4-FFF2-40B4-BE49-F238E27FC236}">
                <a16:creationId xmlns:a16="http://schemas.microsoft.com/office/drawing/2014/main" id="{8089A8E7-8F7B-4127-B817-9C735EC32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8" name="等腰三角形 137">
            <a:extLst xmlns:a="http://schemas.openxmlformats.org/drawingml/2006/main">
              <a:ext uri="{FF2B5EF4-FFF2-40B4-BE49-F238E27FC236}">
                <a16:creationId xmlns:a16="http://schemas.microsoft.com/office/drawing/2014/main" id="{4A263288-6E46-4B9E-817D-3C7EB473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09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1F293071-19F3-4DB4-8586-B47659B42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288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2D0505B1-49B9-4022-8428-93F252C71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5717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48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FAC16387-582A-40F9-A404-A8F250A95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26193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已抽取功能点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2D5E63C5-3CD1-4B8F-9AC9-A37C3884E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4288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71711F38-FDDD-430D-B0A1-8EF2839C1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25717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62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613DCB64-D15F-4FFA-ADBE-20EC56D6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26193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已生成测试场景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2C711B26-BF40-4F0A-9A68-99626055B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4288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7EFED123-F454-4546-BC06-C6F94075A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5717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7AE60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27AE60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100316AE-C50E-45FE-A5BE-103A6B8B4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6193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本地运行记录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4368B4CC-AC8B-45A0-A582-922A0341F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62200"/>
            <a:ext cx="3381375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3FAFF"/>
          </a:solidFill>
          <a:ln xmlns:a="http://schemas.openxmlformats.org/drawingml/2006/main" w="12383">
            <a:solidFill>
              <a:srgbClr val="BBD9F4"/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1ACC907F-5EE3-4A01-9BDA-1EE98D40E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609850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可运行本地闭环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35500D65-CA48-4A19-AD41-A63144F22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3370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从手册到执行记录，已形成端到端系统形态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24750C6F-9B9E-4B6A-A7D8-2A39AD120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576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544421C1-E03A-4910-9A27-18C219F18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528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CFA451EF-E463-4C85-BDB5-867493F61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905250"/>
            <a:ext cx="901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自动抽取 4ga Boards 主要功能点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F4995772-90D2-427B-B417-6F0A9F8B8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767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D84C4872-AACA-4B93-AEE3-99CA891E3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719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D058CE06-598C-4329-BF3C-64FF6AB80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324350"/>
            <a:ext cx="901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生成结构化、可执行、带证据的测试场景</a:t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A734BB43-DE7F-4912-85AD-9100F683B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958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2209D2E1-7F7A-4EBB-88C9-180C67E6D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910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B9055581-FE86-4EEB-BE69-F511AEC9A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743450"/>
            <a:ext cx="901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实时展示 Agent 节点状态、动作、截图与事件流</a:t>
            </a: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714E6B00-F737-439C-A9F4-DD419F1C8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149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910E3617-27BD-4DB9-94CB-F61BE8783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101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C13E38EA-A7D1-405C-9E6A-BD95C967D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162550"/>
            <a:ext cx="901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对执行结果进行验证、失败分类和报告归档</a:t>
            </a:r>
          </a:p>
        </p:txBody>
      </p:sp>
    </p:spTree>
    <p:extLst>
      <p:ext uri="{BB962C8B-B14F-4D97-AF65-F5344CB8AC3E}">
        <p14:creationId xmlns:p14="http://schemas.microsoft.com/office/powerpoint/2010/main" val="104861567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C5DA7CA1-70B9-4E2A-ACCE-A2B0364CA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39239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2.3  总体架构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27FAC13A-C4B2-4A07-B247-B6FC609DD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  <p:sp>
        <p:nvSpPr>
          <p:cNvPr id="100" name="矩形 99">
            <a:extLst xmlns:a="http://schemas.openxmlformats.org/drawingml/2006/main">
              <a:ext uri="{FF2B5EF4-FFF2-40B4-BE49-F238E27FC236}">
                <a16:creationId xmlns:a16="http://schemas.microsoft.com/office/drawing/2014/main" id="{F352DA87-3D00-4C14-AB17-254EA311B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1" name="矩形 100">
            <a:extLst xmlns:a="http://schemas.openxmlformats.org/drawingml/2006/main">
              <a:ext uri="{FF2B5EF4-FFF2-40B4-BE49-F238E27FC236}">
                <a16:creationId xmlns:a16="http://schemas.microsoft.com/office/drawing/2014/main" id="{73B58A2F-2613-4675-91B4-F5E927591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6" y="0"/>
            <a:ext cx="2615316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2" name="文本框 101">
            <a:extLst xmlns:a="http://schemas.openxmlformats.org/drawingml/2006/main">
              <a:ext uri="{FF2B5EF4-FFF2-40B4-BE49-F238E27FC236}">
                <a16:creationId xmlns:a16="http://schemas.microsoft.com/office/drawing/2014/main" id="{E4E5C484-F627-4B59-AD16-6479AC5B9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03" name="文本框 102">
            <a:extLst xmlns:a="http://schemas.openxmlformats.org/drawingml/2006/main">
              <a:ext uri="{FF2B5EF4-FFF2-40B4-BE49-F238E27FC236}">
                <a16:creationId xmlns:a16="http://schemas.microsoft.com/office/drawing/2014/main" id="{68569EF0-A4A4-4B56-B77A-6F56F2FA0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04" name="文本框 103">
            <a:extLst xmlns:a="http://schemas.openxmlformats.org/drawingml/2006/main">
              <a:ext uri="{FF2B5EF4-FFF2-40B4-BE49-F238E27FC236}">
                <a16:creationId xmlns:a16="http://schemas.microsoft.com/office/drawing/2014/main" id="{27BB5293-4B48-4EB3-82A0-C3EEE4BA8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105" name="文本框 104">
            <a:extLst xmlns:a="http://schemas.openxmlformats.org/drawingml/2006/main">
              <a:ext uri="{FF2B5EF4-FFF2-40B4-BE49-F238E27FC236}">
                <a16:creationId xmlns:a16="http://schemas.microsoft.com/office/drawing/2014/main" id="{8EC6E344-EBC5-475B-A47E-1A6F08365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106" name="文本框 105">
            <a:extLst xmlns:a="http://schemas.openxmlformats.org/drawingml/2006/main">
              <a:ext uri="{FF2B5EF4-FFF2-40B4-BE49-F238E27FC236}">
                <a16:creationId xmlns:a16="http://schemas.microsoft.com/office/drawing/2014/main" id="{98566DDC-D397-4A51-A9F8-B89FDBECD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107" name="图片 10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1f2d8a5d0e40f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108" name="直接连接符 107">
            <a:extLst xmlns:a="http://schemas.openxmlformats.org/drawingml/2006/main">
              <a:ext uri="{FF2B5EF4-FFF2-40B4-BE49-F238E27FC236}">
                <a16:creationId xmlns:a16="http://schemas.microsoft.com/office/drawing/2014/main" id="{86C1ED2F-F6CB-41FD-8287-03980FA3A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9" name="直接连接符 108">
            <a:extLst xmlns:a="http://schemas.openxmlformats.org/drawingml/2006/main">
              <a:ext uri="{FF2B5EF4-FFF2-40B4-BE49-F238E27FC236}">
                <a16:creationId xmlns:a16="http://schemas.microsoft.com/office/drawing/2014/main" id="{B7050A9C-5873-4754-8D9D-B127A3FB2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0" name="直接连接符 109">
            <a:extLst xmlns:a="http://schemas.openxmlformats.org/drawingml/2006/main">
              <a:ext uri="{FF2B5EF4-FFF2-40B4-BE49-F238E27FC236}">
                <a16:creationId xmlns:a16="http://schemas.microsoft.com/office/drawing/2014/main" id="{1DDF999B-915D-4CD2-999C-FAA9327E3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1" name="直接连接符 110">
            <a:extLst xmlns:a="http://schemas.openxmlformats.org/drawingml/2006/main">
              <a:ext uri="{FF2B5EF4-FFF2-40B4-BE49-F238E27FC236}">
                <a16:creationId xmlns:a16="http://schemas.microsoft.com/office/drawing/2014/main" id="{4EE3BF20-BD17-4CC5-BA20-DD86AC12A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2" name="等腰三角形 111">
            <a:extLst xmlns:a="http://schemas.openxmlformats.org/drawingml/2006/main">
              <a:ext uri="{FF2B5EF4-FFF2-40B4-BE49-F238E27FC236}">
                <a16:creationId xmlns:a16="http://schemas.microsoft.com/office/drawing/2014/main" id="{8B64758C-5507-40E3-90A1-72C6F587B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09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900DE79A-79C9-4765-82ED-CCA5A5840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43125"/>
            <a:ext cx="9334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A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59557749-9CAD-48B6-9242-E3DC036C3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25742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Next.js 中文控制台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8BA38D8B-E2BA-4861-82D5-17F5B6A96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76475"/>
            <a:ext cx="571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Dashboard / Features / Scenarios / Live Run / Reports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135EE0FB-39F3-436B-B2B3-699431582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33675"/>
            <a:ext cx="89916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4FB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132BFB36-484E-4B81-8C58-FC44BB232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284797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REST API + SSE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AAB9576B-D24D-4EA5-9A50-9012F9696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867025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运行创建、事件推送、报告导出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604A00F3-5E9D-464F-B5E9-204FC4AC5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324225"/>
            <a:ext cx="86487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A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977A5F00-F85F-4B13-8503-F68BD81B9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343852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FastAPI 后端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D4C8B926-6DA7-422F-A979-10EFA4DE4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457575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SQLModel / SQLite / ChromaDB / Artifact storage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BC0CFFFF-9E6B-470A-9F97-C1C16AC53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914775"/>
            <a:ext cx="83058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4FB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170E5E20-41DD-4D89-A4FF-53B71B7C6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402907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LangGraph Workflow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2795F667-E38F-4E4F-BFCF-62BED02B9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48125"/>
            <a:ext cx="457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ScenarioLoader → BrowserUseRun → Verifier → Reporter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D3DC479C-131E-458A-A193-10A1A6C09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505325"/>
            <a:ext cx="79629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A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77F27448-F1AD-4315-8667-0A3E741B0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461962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browser-use Agent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EFAA8D49-A14E-49FD-90B8-AEAFA3E26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638675"/>
            <a:ext cx="419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DeepSeek / OpenAI-compatible / Browser Use hosted LLM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49340E0C-8F61-4419-8507-296D7ABD3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095875"/>
            <a:ext cx="7620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4FB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DA09C5C4-CAC0-47A5-A1A5-7E3A996D1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21017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验证与报告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78F3AF56-8737-425D-8FBC-DE9DB1518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29225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Deterministic Verifier + GLM-4.6V + FailureClassifier</a:t>
            </a:r>
          </a:p>
        </p:txBody>
      </p:sp>
    </p:spTree>
    <p:extLst>
      <p:ext uri="{BB962C8B-B14F-4D97-AF65-F5344CB8AC3E}">
        <p14:creationId xmlns:p14="http://schemas.microsoft.com/office/powerpoint/2010/main" val="7184916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直角三角形 4">
            <a:extLst xmlns:a="http://schemas.openxmlformats.org/drawingml/2006/main">
              <a:ext uri="{FF2B5EF4-FFF2-40B4-BE49-F238E27FC236}">
                <a16:creationId xmlns:a16="http://schemas.microsoft.com/office/drawing/2014/main" id="{0A7C0DCB-7EEF-4038-B0F9-818B301C4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39139"/>
            <a:ext cx="1818861" cy="1818861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直角三角形 5">
            <a:extLst xmlns:a="http://schemas.openxmlformats.org/drawingml/2006/main">
              <a:ext uri="{FF2B5EF4-FFF2-40B4-BE49-F238E27FC236}">
                <a16:creationId xmlns:a16="http://schemas.microsoft.com/office/drawing/2014/main" id="{DD40740B-FE96-4EF6-86AD-CF918FD93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786082" y="-1"/>
            <a:ext cx="2405917" cy="240591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07EA6693-60B7-4D50-B21C-80AEA1D91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091" y="1694838"/>
            <a:ext cx="1446530" cy="3153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9900" b="1">
                <a:solidFill>
                  <a:srgbClr val="174994">
                    <a:alpha val="38000"/>
                  </a:srgbClr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326ABAB6-7A09-46C0-A59D-4BA7229D1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3028" y="2753201"/>
            <a:ext cx="2954655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B176D3F8-51CC-4A58-AF83-F49915A18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3024" y="3612894"/>
            <a:ext cx="3005951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latin typeface="Times New Roman"/>
                <a:ea typeface="Times New Roman"/>
                <a:cs typeface="Times New Roman"/>
              </a:rPr>
              <a:t>Research Framework Introduction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D28486A4-1558-4BFD-A981-FF400CBF6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87189" y="3512166"/>
            <a:ext cx="5238619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5574c1cdd7444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13" y="78833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95604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  整体技术栈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11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8790dcf99e45c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19487B64-9B5C-44B7-ADBB-D86AC7272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38375"/>
            <a:ext cx="4762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94F6BB46-0669-44A4-8F2B-9F3A6A827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38375"/>
            <a:ext cx="666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FB0BFE52-7BD9-4907-950D-30CBD2877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81250"/>
            <a:ext cx="4438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前端展示层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26DC2890-19B6-4FA9-A909-DE02D4A3C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95575"/>
            <a:ext cx="44386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Next.js App Router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TypeScript / Tailwind CSS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Radix UI / Lucide Icons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React Flow / TanStack Query / Recharts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CB5CCA0B-3B4A-4DFC-92CE-6696827EE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38375"/>
            <a:ext cx="4762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E2E9E99D-B505-4AA9-94EA-F7D598289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38375"/>
            <a:ext cx="666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8ED00D2F-15FD-43C6-A6C4-350D4D6A0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81250"/>
            <a:ext cx="4438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后端服务层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75F96BE8-8407-40EB-85D4-E50800C10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95575"/>
            <a:ext cx="44386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FastAPI / SQLModel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SQLite / ChromaDB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sse-starlette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persistence + artifacts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4C43CCE3-2C1E-4F1D-9A15-E117554E1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71925"/>
            <a:ext cx="4762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F44E5A8C-C932-4B5A-BA0C-038CA797B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71925"/>
            <a:ext cx="666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44CEE5A9-37F5-4D79-BBA6-960AA0BC4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14800"/>
            <a:ext cx="4438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智能体层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9525B7DE-2352-4B72-8178-3797AB4B7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29125"/>
            <a:ext cx="44386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LangGraph workflow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browser-use Agent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OpenAI-compatible adapter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langchain-deepseek adapter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8F4180B1-1AED-418D-9AFC-139F41899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71925"/>
            <a:ext cx="4762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AE788B20-6005-42C9-8817-8194D3761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71925"/>
            <a:ext cx="666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590A55AC-2970-4E70-84A0-C2EB5BE79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14800"/>
            <a:ext cx="4438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验证与存储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DD6339FC-DB38-46E1-B587-2723AEEB7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29125"/>
            <a:ext cx="44386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Deterministic Verifier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GLM-4.6V adapter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FailureClassifier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data/runs/{run_id}/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3.2  系统模块划分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227a2e9e004d7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2B0BF0F2-5808-41D2-8117-E376F47D5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669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EE81EDF5-1405-417C-9487-1EBCF416B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622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DOC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EDF9E004-8B49-45C8-80C5-FC5B9026C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190750"/>
            <a:ext cx="838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A26A292D-8281-438E-950E-11D902579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3241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手册知识层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0ED0760A-0FFA-4B5B-9982-A78C423FF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431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爬取 / 清洗 / 切片 / 索引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30A8C370-C3AE-47B3-8C60-5BD68C372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2860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862E8B0D-5F13-4B59-8C38-3DE049A7A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276475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94D32D97-8F3A-4651-A6CC-02B105126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9527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4868B379-FC35-46DA-B397-A12E560AF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480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SCN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8C3F6F2C-07B8-4A9E-8A42-4330953D7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876550"/>
            <a:ext cx="838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D6548F53-6D40-408E-AC6D-A350FBE85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0099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场景生成层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6A6ED650-AF37-4F15-B4FC-A03835F33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289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功能点抽取 / 零 locator 场景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2511289B-5151-4AEC-AAAD-DECB39C66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9718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C861629C-F11F-4C2F-B6F3-FE61F415C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962275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0F128E77-7EAD-4DD6-9FAC-A03B32ACA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385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41040D72-7C93-4D7E-8FF3-6F07140C4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338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AGT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ADD5C245-01BE-4802-BF98-8E882B097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562350"/>
            <a:ext cx="838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D59043BC-C5E2-4136-A2A3-EE5A2AA4B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6957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智能体执行层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D347A5ED-E8A3-440E-A94C-4B6347CED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147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任务构造 / browser-use 执行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EC247C55-6040-41E0-934A-10DB2026D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6576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914C57EF-BFBF-4079-B74F-A6D6E396D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648075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900B2F4E-65D1-42E6-9377-B20C7300C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3243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12383">
            <a:solidFill>
              <a:srgbClr val="27AE60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71E8E1D7-FCA3-4AEC-9E9C-F29115531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196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CHK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480B4725-D4E5-4E7B-9531-0E9ADECDF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248150"/>
            <a:ext cx="838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5AA32BCE-A2E3-4E39-883F-CED96B251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3815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验证与诊断层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EE95E8D8-17E0-41B2-B6F3-EA007C6A7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4005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确定性验证 / GLM 视觉 / 分类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4D2A0F2A-8246-4174-BA8A-51B31BA55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3434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4128A385-1E20-4032-AE21-49A93843A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333875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533995E6-EF7E-47DB-83C8-745D0DE84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0101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12383">
            <a:solidFill>
              <a:srgbClr val="F5A623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148CD2AA-2424-41AD-B25F-FBB12DB7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1054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UI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58A18542-6E9F-4AF2-93D2-7A753B017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933950"/>
            <a:ext cx="838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9ECD80D3-B0D6-4385-B78C-BBE675776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0673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前端控制台层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7C116E05-73E8-49E8-9712-2E603EBD1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0863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状态可视化 / 报告 / 运行历史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CA7F5947-D855-4C2B-A109-F5D97C6FC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0292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36BADE93-AA41-4015-9DD4-DFE22B424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019675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3.3  手册知识层与场景生成层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13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032e6361ae494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607E021E-5E7A-41CF-B606-48A6897F2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675BCDDE-3EAF-4535-BFF4-A39A6A715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932C5467-006E-440D-8A6F-89010E467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F4F698BD-10E9-47DD-A255-3D309E0F0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手册页面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78C7EC20-2A96-451C-A373-262A7DD28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证据保真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B3D810F9-B1DD-404B-8AFB-6E1A63562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3CD75781-ADB7-4A27-A2CF-B86598E57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528E1B80-AEE8-451E-8D9A-F31C7BF90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9B6A0E0F-9381-445A-9D0E-297087FFC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14FD9775-C5CC-427A-99F6-503773374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爬取清洗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72EAEFF9-99D1-4E20-9FAB-C387F3DC1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证据保真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3CAB6E62-7370-4720-B184-E173D381B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29D9FA12-37E2-4C4B-8C52-09F407F01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CC396A25-5443-4D02-9BDC-0E06961DF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BBACB5A6-1C8F-4E98-BC8C-608ED2299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833CA1AA-EC13-4463-8295-F0C234DED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标题切片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E6FC8A5E-7DE9-4980-B9A8-4F458A608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证据保真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6FEDDEF8-0560-467C-B44B-E4C8BAC40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76E69384-921A-4173-9D16-273CABB21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10770AE2-2418-4D86-9553-5F66BEEAC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729DFECC-2AAC-4110-9BD9-D654AED47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5A4EC06A-D6AD-4648-BD08-B466F7E61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ChromaDB索引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7986E339-ADA9-4EC3-9C61-93EEDEC97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证据保真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F2E2413D-C00C-4540-BFF1-24A489F26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C69FAF09-287F-4CFE-8625-278E6C9C8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DAD607A5-7D16-4626-AF3E-9CB83D1B3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242F57D0-2C56-4ADA-8A38-B1F28AFCF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816A6F22-7B56-46C0-97C5-40F2E8077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功能点抽取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75360EE4-6CC4-4EAA-ADD2-789548B19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结构化输出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47A6608A-F454-4104-A29D-6F0185604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72B28496-FFC5-4572-93F1-EBAA1B21B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E5445085-846A-4B1A-BC06-FE7C28FAB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A09250E4-BA67-4A87-A55F-0F1FD4B60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2564035E-C975-4763-AC35-4CFC016E3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零locator场景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0E2156F4-18B6-4CA4-8C79-5E974C747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结构化输出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58EB1BE8-5884-419E-88E6-D6CC5D112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00A7665F-EACC-4AE8-A16F-E0BCC3305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A7A5591C-F562-4074-AE85-6C9CD1BDE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CC207199-EBB7-4820-8329-DD2E97EAC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7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F3E78CFD-E3EF-45D6-9945-3A8DE3924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校验入库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4CBBC344-18A7-416D-83D9-E46A5D647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结构化输出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1915CADE-C0AF-4B31-A956-8CC7A60A9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57625"/>
            <a:ext cx="10287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3F8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DFF912D5-DC7E-46AF-8E48-BDA8474EF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29075"/>
            <a:ext cx="771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手册知识层：URL / title / heading path / manual section / content hash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5151B82A-820A-4D1A-8F0C-8029A98EB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72000"/>
            <a:ext cx="10287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4FFFD"/>
          </a:solidFill>
          <a:ln xmlns:a="http://schemas.openxmlformats.org/drawingml/2006/main" w="12383">
            <a:solidFill>
              <a:srgbClr val="BFE8E4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971F5437-5F6A-42FA-834F-152798ADB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434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场景生成层：Feature → Scenario → evidence quotes → 零 locator 校验 → SQLite 持久化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3.4  后端 API 与数据存储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14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c434f76a3347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CD174AEC-B960-42C8-9580-1A9AB14BB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2476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CC005913-9DEE-4780-B734-E83F39556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28545ABA-C9CE-4A0E-AFCD-F01EAF036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76500"/>
            <a:ext cx="2152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前端请求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2D136BB8-9066-4ADA-895A-A0E72A078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90825"/>
            <a:ext cx="2152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/api/features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/api/scenarios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6BF25C47-AEAE-45E9-B78C-573463BD4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67000"/>
            <a:ext cx="11239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8C9A8983-4085-4A35-80EF-F67BB3EB0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146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BB5190EE-4C00-45B8-A2E1-6E646CC20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2476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27E4F1C1-2711-4126-9CAF-96321D280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B4705A67-447D-480D-844E-17D44E24F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81375"/>
            <a:ext cx="2152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手册生成任务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172BC741-D4F2-4ED2-A2FA-41CB5D6A6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95700"/>
            <a:ext cx="2152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/api/pipeline/manual-to-scenarios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FFF866DD-64A1-46BB-A2DF-3D41486D6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571875"/>
            <a:ext cx="11239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8A649F6D-6D43-4496-8D91-D382AE6DB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4194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88C2F0EB-FB3F-4B8A-9CE4-259A3357A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43375"/>
            <a:ext cx="2476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122FFC27-8FA8-432B-B2A0-4E5728A5A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43375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13F9E439-31A2-4EF1-A130-0CCE92B0F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86250"/>
            <a:ext cx="2152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运行请求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BAA2D290-F681-4DE1-A83B-2F74A2E15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00575"/>
            <a:ext cx="2152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/api/runs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/events / artifacts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82FC1847-2C9C-47A5-9D12-EE0398C32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76750"/>
            <a:ext cx="11239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C12658DF-9FF4-4E7E-AB36-F2376F141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243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6C3C74BE-1C10-4745-AADD-E3EF09EDE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428875"/>
            <a:ext cx="2857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6FEFD"/>
          </a:solidFill>
          <a:ln xmlns:a="http://schemas.openxmlformats.org/drawingml/2006/main" w="12383">
            <a:solidFill>
              <a:srgbClr val="70D3CB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092136F3-3DF7-4F26-96F0-4B5D0987F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714625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FastAPI 后端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B39DFC0D-ACDA-445C-A45C-080CEE940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90875"/>
            <a:ext cx="1238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/api/features</a:t>
            </a:r>
          </a:p>
          <a:p xmlns:a="http://schemas.openxmlformats.org/drawingml/2006/main">
            <a:pPr algn="ctr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/api/scenarios</a:t>
            </a:r>
          </a:p>
          <a:p xmlns:a="http://schemas.openxmlformats.org/drawingml/2006/main">
            <a:pPr algn="ctr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/api/runs</a:t>
            </a:r>
          </a:p>
          <a:p xmlns:a="http://schemas.openxmlformats.org/drawingml/2006/main">
            <a:pPr algn="ctr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/api/settings</a:t>
            </a:r>
          </a:p>
          <a:p xmlns:a="http://schemas.openxmlformats.org/drawingml/2006/main">
            <a:pPr algn="ctr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/api/doctor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9CC76EF5-01D8-4E4B-96B9-E7A4777D3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43125"/>
            <a:ext cx="23336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C8DAEE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F9846A1C-DB1C-4584-B062-F58AA3567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764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SQLite 元数据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F49C6FBC-6284-4014-A779-87E65539C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67000"/>
            <a:ext cx="695325" cy="-3048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696E739A-4984-4F84-B02B-81C9E7988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098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25BB69E5-EE8D-49AC-A3D7-44C232662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81300"/>
            <a:ext cx="23336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C8DAEE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1C5FB969-9AC2-4C82-99C1-920995304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146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ChromaDB 索引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ACD96FB0-262B-4CFD-BDC2-B3054FF15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67000"/>
            <a:ext cx="695325" cy="33337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682273EB-58EA-4438-A844-C1B73752F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479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630DD432-3812-4D31-B4A8-AAAC072AA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19475"/>
            <a:ext cx="23336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C8DAEE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0245C605-01F3-434C-B938-7D0C98A20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55282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Artifacts 文件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8D9C54B3-D1A0-4F10-B889-E5F10A38F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67000"/>
            <a:ext cx="695325" cy="9715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C547E2B6-AB3A-4F01-97AE-E3CEDD5BB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861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8027A902-5525-4786-84B9-DE4063AD4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57650"/>
            <a:ext cx="23336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C8DAEE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E15CECBD-4BB8-4BB9-AEDA-BC67E900E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910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SSE 事件流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CFB040CC-93DD-4314-9592-AB872AB30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67000"/>
            <a:ext cx="695325" cy="16097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DEDA720C-01FC-45A6-A32B-03F310146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12432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BF77F77A-E329-49DD-B684-41FA23686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695825"/>
            <a:ext cx="23336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C8DAEE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06BDF690-F525-48DA-9F92-3661E9732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291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报告导出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1E7847E9-895E-47D7-A769-1B0268F0D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67000"/>
            <a:ext cx="695325" cy="22479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3E48EF17-0BC1-4EA7-B71F-FB8850D05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762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3.5  前端控制台与可视化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15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24769fe84a43f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937F47E7-3B2E-4219-9643-64CAD6B3A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43125"/>
            <a:ext cx="6572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9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A4C78790-E30B-4522-9925-A9C966BAF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43125"/>
            <a:ext cx="6572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B2F63"/>
          </a:solidFill>
          <a:ln xmlns:a="http://schemas.openxmlformats.org/drawingml/2006/main" w="12383">
            <a:solidFill>
              <a:srgbClr val="0B2F63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0932833D-AC36-4124-BDA7-B7B27AFCD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57425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SpecPilot 中文控制台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FA659CAB-390E-42C4-B539-7B7698FA2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813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AB01F9E8-29C1-4326-BBE0-FC8F89432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47975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工作台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BBA5381A-A911-4889-913D-3021209B0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7813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C3E274FE-A0E6-40E1-96DC-35E78EBE7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847975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功能点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0BE92CAA-2CB6-41C8-A830-5C8E263E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7813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26BFD593-0DF6-459B-9425-24E1B793F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847975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测试场景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DC964796-E9FA-470C-A5C2-B9039F8FF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813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F5D71E75-A135-428E-9166-C99E607B8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47975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执行过程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720C943B-B0A4-4CBA-A373-A13868B0B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7813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8527D78B-A15C-40BC-95CE-003F14028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847975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执行记录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C47DC818-62CD-4738-AEA4-9FC0E1944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813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17A06157-2053-4E9A-ABAD-C87D2C086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5242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48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C3B41867-9187-4D9E-B29D-749C7AF89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5718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功能点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E51925CF-0263-4024-B75E-2B94FD4EF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3813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EA5FF786-8EB1-4AFA-AEB9-15C56FE1A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5242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62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104C4105-7CC5-446C-92B3-C0818538D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5718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场景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898091B6-0ACE-41BD-A490-EF66C66C4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3813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ECFE1F03-B769-4559-B282-91036423A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5242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7AE60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27AE60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1AFDF813-1394-43C5-8BC5-4DF032236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5718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运行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EC2615CD-B737-4F59-9736-A4A8FA7BC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429125"/>
            <a:ext cx="26670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34757568-E6D3-40E0-A330-1E4DEADC8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910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SSE 实时事件流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CB4302C7-5264-4500-8103-D76B3A9D7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429125"/>
            <a:ext cx="2619375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5E2AEE14-6962-4F7C-BF2F-204ECC10A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5910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报告与运行历史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B0F90D00-64D7-466D-AF21-9CAEF1F09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81250"/>
            <a:ext cx="3143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E7033C05-89D3-4E08-8D67-AFCBF212E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81250"/>
            <a:ext cx="666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E7B86D3E-7F4B-45A9-8EE9-6EAB27541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524125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控制台职责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A34F5849-E044-4C9F-910F-E30D148C7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838450"/>
            <a:ext cx="28194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用中文界面串起功能点、场景、运行、报告四类工作流；通过实时事件流让智能体执行过程可观察、可解释、可复盘。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3.6  智能体层总体设计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16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58cf74e55c47a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83643887-E3DB-4E5D-B7F9-5B04C660C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0"/>
            <a:ext cx="106680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AAD3F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35130AD0-3FE1-4F00-A1BB-46FE3806D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714625"/>
            <a:ext cx="4000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8FE9C561-CE4E-4914-BC86-DF39D27D0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33700"/>
            <a:ext cx="3333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browser-use 内部 Agent loop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E96846C1-259D-4B5B-A4BC-5E9793520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3375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D306D7DC-9EE1-445A-A936-A352241E6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4861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33645CFA-236B-4129-9521-2828CDE77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814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3F614AB2-DEE8-43DD-8436-7A420FBBB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4861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观察页面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D2A1DA2D-E880-4549-AC5C-C947CD043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762375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DOM + screenshot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2B3ECA91-9652-4C21-BB95-A23E7AF37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33375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287822EB-1CCA-4CDC-B0CE-48C5400FE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4861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4632E168-5D86-4A06-8FAC-BCEF78A8C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5814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ABB09C1C-5CBD-4564-BB3C-D8133954B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34861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规划动作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7DE82231-B118-45E9-A4DC-4DC0514AB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3762375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click/input/drag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DC635AEF-6502-4A86-9C2B-8A1C7AA3A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8145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0603F45A-4034-4DA2-A3BF-7B3A09AC4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1338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D34F3251-4811-4205-9BA1-9306D173E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2291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49E33D63-C5E0-45EC-90E4-620B933F3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1338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执行动作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E8B170FA-3A08-4381-9DA4-CCDFA6977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410075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本地浏览器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BCA49F15-3E6E-4093-AD9B-B97CA7084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98145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B0870BD6-15D4-4E09-9844-A165D5F57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1338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5B81E808-5EF0-4880-A0C7-E5C7527D7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2291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2292016E-DC88-46DD-B9CF-D912A57FE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41338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返回轨迹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AEA4266F-1031-4BF0-8C2B-BA3D0B775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4410075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history + errors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987A7211-F582-4E77-9214-F2C69A6AE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619375"/>
            <a:ext cx="4762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8B4A7005-663D-438D-9009-0822BF7AF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76550"/>
            <a:ext cx="3333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LangGraph 外部工作流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DD3A1A61-8A36-4368-BD6B-53B5EEF4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33375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820BDA25-8FE9-4973-BF45-9B7941856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57575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ScenarioLoader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11404F56-E9D2-432D-A143-E1129C1EA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3375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8FA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42F5C07D-22D6-4DA0-A925-B94F9DD05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457575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BrowserUseRun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5B930E28-793B-40FB-91FB-B1A239D65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33375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D4E6DA1F-ED6E-4A90-BD63-E7F17714B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457575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TraceCollector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44C7F243-72F2-4E09-9C4F-E19A1D667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2430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36ABC8E8-7940-4B82-9253-58975C484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48125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Verifier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EFBCA587-AE8B-4D1C-A5D1-E58FA7095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92430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21786892-1CC1-40F8-83DC-EEC83B014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48125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FailureClassifier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357351E7-F7EB-46AC-83FE-711EB79A9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92430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DDF3F6FD-7E83-4A9A-882E-6B731B92A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048125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Reporter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1B36733A-3CAE-4314-B5D1-FAC6D45C7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14875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2F6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0B2F63"/>
                </a:solidFill>
                <a:latin typeface="微软雅黑"/>
                <a:ea typeface="微软雅黑"/>
                <a:cs typeface="微软雅黑"/>
              </a:rPr>
              <a:t>职责边界：browser-use 负责单场景内部执行 loop；LangGraph 负责执行前后编排、记录、验证、分类和报告。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3.7  LangGraph 的作用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8516d08b3c4eb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41941099-3917-4EF5-9BFF-2061066B4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914291E4-7F14-4233-9478-419F5AEFD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ScenarioLoader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F874E043-3A1A-40AA-8651-74FA2D2BB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6950317F-CE09-4EAC-9F2D-1AAEF3320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6F8FF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50DB40A4-9DEC-4B1B-8C89-E1DA25DBD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BrowserUseRun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E91DECB8-1A2C-4178-80EF-20A7D5EC5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060AA4C1-0541-4283-AEAD-C46146A61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4A67DADF-799D-4B97-BF89-DC68D93C6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TraceCollector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3D01199D-548B-4FB9-B2A1-8D2CF6EFA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54A6D7EF-0304-400E-8D9F-70976337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8D09B717-643D-4ED5-933C-C532BDF99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DeterministicVerifier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95887CFB-B6C3-4A70-81C0-659CBD660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947828CC-E639-4D9B-8F29-D9A9B38BE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7A544A2D-6AEB-4787-AD78-8D5059C57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VisionVerifier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4015D1FA-5B0E-4580-A225-AD0C5E6A5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A3DDC9FC-EB64-416A-8E59-FEF2F33F7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96D3DA09-05EB-4BA2-9FCF-D3114A68B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FailureClassifier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29B073AA-B126-480A-A883-DA49C8B87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5096B157-32C3-49A7-A209-E81859C3A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704229B9-D5E1-40E0-8C18-ADB8C18A6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RepairPlanner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972452B6-E7E3-4EB4-9D05-BE71C8ED1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BD3DB4DC-4258-4560-A25A-14BC466E6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F0BAB8C1-753B-4587-B989-B82B0B92B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Reporter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4C7222C9-920A-4E14-AE09-AB1188BEC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52875"/>
            <a:ext cx="2190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8A44EBF0-3767-4AEA-B23D-0D58DD71C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52875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05953E81-56A2-4254-9B20-8C6F211A5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0957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固定运行阶段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D05A4A9D-105D-4D93-8442-0343B9AE4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410075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把一次 Agent 测试运行拆成可观测节点。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CC3280B6-C16C-4147-8DE5-49B07BDFD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952875"/>
            <a:ext cx="2190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A5941124-2553-47B6-81B1-56CBFB4BD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952875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07372B9B-4E08-424D-A859-0654E5E51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0957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支撑实时可视化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14B0D629-0BE3-468B-AF28-CE5CFC038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410075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React Flow 根据 TraceEvent 展示节点流转。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83EBDEAF-DC8F-4D6F-8EBF-9CD93806C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952875"/>
            <a:ext cx="2190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58A7F775-B031-4411-B32A-0AD29033A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952875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0E73AE39-19B8-477C-8FB1-AB1149BAC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0957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便于后续扩展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608334FB-FE2F-4386-A141-21D0A4834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410075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可插入二次验证、修补策略或人工审核节点。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F44C47CF-27B5-432A-845E-6322D00CA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952875"/>
            <a:ext cx="2190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F86BE2FB-5177-4AF8-AED5-2926F94F4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952875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FAE00660-C440-40A2-9F00-B711E7E2B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0957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A62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5A623"/>
                </a:solidFill>
                <a:latin typeface="微软雅黑"/>
                <a:ea typeface="微软雅黑"/>
                <a:cs typeface="微软雅黑"/>
              </a:rPr>
              <a:t>不替代 browser-use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532A1C11-4567-4780-AD4C-D256D4E0F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410075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不重新规划每一次 click，避免职责重叠。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3.8  从测试场景到 Agent 任务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18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aa42ae57d14b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D81A204B-1F05-4428-9A6D-92BB4AE30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2381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7BB1E5CA-0A11-4D54-A8A8-5A4340342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DE3971B8-F32D-4982-9015-34B8A9415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19375"/>
            <a:ext cx="2057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TestScenario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A9EFC751-CD44-4F10-8DD5-B6F220487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33700"/>
            <a:ext cx="20574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title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preconditions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test_data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steps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expectations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B46209E6-9D19-4219-854D-1BC2A8A0E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28612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B7CE0621-536F-4F92-9E30-F8F5177A8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476500"/>
            <a:ext cx="2762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325B7C47-3D71-4E96-9416-79EB57E54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47650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EDD98C69-E7A5-4A94-9509-A9474801D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619375"/>
            <a:ext cx="2438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TaskBuilder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9137F673-9B99-4BC6-BB88-3FCFAEA1C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933700"/>
            <a:ext cx="24384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字段筛选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敏感信息过滤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内容转换与规范化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补充执行规则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95DC4C47-00F6-49DF-B58B-D83E996FD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8612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2E2A237B-E9C1-4779-A5F1-D8AA42D16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476500"/>
            <a:ext cx="2762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C55AC244-7316-4F15-99FE-042E69165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47650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A6B6946A-727A-443C-BC5F-9B0FF35A7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619375"/>
            <a:ext cx="2438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browser-use 任务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93D12F38-7F30-4429-9148-7E46492FE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933700"/>
            <a:ext cx="24384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场景标题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前置条件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非敏感测试数据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操作步骤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执行规则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D3D86914-95EC-416A-821D-456A62CAD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810125"/>
            <a:ext cx="3429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2F0"/>
          </a:solidFill>
          <a:ln xmlns:a="http://schemas.openxmlformats.org/drawingml/2006/main" w="12383">
            <a:solidFill>
              <a:srgbClr val="F4B0A8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2E620822-8871-4A8A-A28C-0F9002A28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972050"/>
            <a:ext cx="30003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74C3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E74C3C"/>
                </a:solidFill>
                <a:latin typeface="微软雅黑"/>
                <a:ea typeface="微软雅黑"/>
                <a:cs typeface="微软雅黑"/>
              </a:rPr>
              <a:t>password / token / api_key 不进入任务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8EA64600-C451-42FE-99AA-0B3145165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10125"/>
            <a:ext cx="3619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0FFF7"/>
          </a:solidFill>
          <a:ln xmlns:a="http://schemas.openxmlformats.org/drawingml/2006/main" w="12383">
            <a:solidFill>
              <a:srgbClr val="B9EBCF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4D5C22DF-5F11-4971-B864-EB50F5926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972050"/>
            <a:ext cx="3238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7AE6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7AE60"/>
                </a:solidFill>
                <a:latin typeface="微软雅黑"/>
                <a:ea typeface="微软雅黑"/>
                <a:cs typeface="微软雅黑"/>
              </a:rPr>
              <a:t>expectations 只交给后置验证器，避免 Agent 迎合答案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3.9  为什么选择 browser-use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19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0a6d980d604fa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E384FAAD-5058-48E0-B32E-F8C6465AA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38375"/>
            <a:ext cx="44767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7AB8DF8E-BFF2-4A2F-8909-C3A2FEC17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38375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B2F63"/>
          </a:solidFill>
          <a:ln xmlns:a="http://schemas.openxmlformats.org/drawingml/2006/main" w="12383">
            <a:solidFill>
              <a:srgbClr val="0B2F63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39FE50D7-BA33-4982-8CF9-A34478991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52675"/>
            <a:ext cx="447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Playwright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CDE66655-DB48-474A-B997-8531B919E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90512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脚本驱动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0FBAEE2B-259E-4072-B889-47B0DAEF4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26707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依赖 locator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44D61EBC-EE1C-4E77-8E4D-3D7B5FDF7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62902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确定性 E2E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74D7FC46-E3CD-4E77-8A68-6B28780EA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99097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适合已知流程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A4E94DBE-25C5-41E2-9D87-8649035BA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238375"/>
            <a:ext cx="44767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27350627-C728-40E7-9F98-FAE3C549C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238375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C5687FBC-831F-4C68-851A-18F842E16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352675"/>
            <a:ext cx="447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browser-use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0C84A62C-D635-41EF-BC0F-311AD95DA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90512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自然语言任务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D9EC1D10-F019-43F4-B2B1-6F0E0A874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26707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运行时观察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BB989DD4-2C92-4AB2-B7E6-CF1537EF0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62902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自主规划动作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4E8100EA-6F1D-4E48-A0EF-6AE831424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99097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返回执行轨迹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B6EBA55D-8D44-4577-85FD-D53452087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095875"/>
            <a:ext cx="80962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12383">
            <a:solidFill>
              <a:srgbClr val="F1CE78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C8986101-CE6A-49E0-AB3B-99CF9F66A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219700"/>
            <a:ext cx="7524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9A6500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9A6500"/>
                </a:solidFill>
                <a:latin typeface="微软雅黑"/>
                <a:ea typeface="微软雅黑"/>
                <a:cs typeface="微软雅黑"/>
              </a:rPr>
              <a:t>手册场景需要 Agent 自主执行：没有 selector，只有自然语言意图。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3.10  运行编排与实时事件流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20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5d2656725c46a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89D3EF98-A883-43AB-87A1-59835E62A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28875"/>
            <a:ext cx="28575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D38AE553-CC6E-4050-96B8-0D491127E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714625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后端 Run Executor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C82E8154-D0DE-43CA-B61D-CDD816C2B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90875"/>
            <a:ext cx="1905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4BC4AADB-D490-4BEE-B09E-E6AA71876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257550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创建 run_id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64DE1C5B-79F9-4E62-837D-AF91DDCBE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552825"/>
            <a:ext cx="1905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A489C353-0875-455D-9990-2F0B800BA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19500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Browser Use 执行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EDAA4D47-4F5D-4E60-8D1B-0B84B4911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14775"/>
            <a:ext cx="1905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931BDD19-4FEC-40CA-9335-AFDB61159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81450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校验与分类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CC800AF1-8878-4E33-95BF-487584435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76725"/>
            <a:ext cx="1905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2E61201E-D24B-4AC4-9CD3-4C8DBC232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43400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写入 trace.jsonl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B71B4937-A744-4B32-BE5B-B4B9D65B4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3337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F4A00468-95A6-48E6-AFEB-64ADA0FAE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76500"/>
            <a:ext cx="23812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5C2BF064-C684-43B3-935A-8405998A1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76500"/>
            <a:ext cx="66675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CA642CDD-0060-4FD9-8EF0-2632D47E8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619375"/>
            <a:ext cx="2057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TraceEvent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764DC6A6-5DF5-4CDC-AF93-E6D75A4A8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933700"/>
            <a:ext cx="205740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node_status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browser_step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browser_frame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verification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classification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report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1C8B7756-E4CC-4172-AA03-3FEC1C2D3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3337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B6DDFAEC-F102-4024-8E80-D37894194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28875"/>
            <a:ext cx="28575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CBF1F4A7-7A79-49ED-9BAC-7E95DBB52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714625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前端实时页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FF846AC1-2B91-4BEE-BAF9-5F53AC9A5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9087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Agent 节点图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EAB5E2D9-C166-4D1E-A63E-33523E767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55282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动作日志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DFD77F03-CB75-48D5-ACE4-6E0E8DC90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1477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浏览器截图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2AE7A0E4-3BC5-4931-A66C-D50B42212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27672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截图时间线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3.11  双通道验证与仲裁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21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38c3fb9ffb45b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B37DE5C0-4015-4347-8D17-CFD30F7D7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46672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49E951B7-CB66-4EEF-A86D-418718449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571750"/>
            <a:ext cx="3714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DeterministicVerifier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1B4BBE63-9CBA-4C5B-81D5-15FF6F91F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95625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CF7F28B9-BA0C-423C-83CF-A8F1B17CB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623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DOM文本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CC2486E1-6B02-4B9A-B68A-6FAA3B105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095625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30C70C57-5FAA-4692-B3DD-FAC7C66B8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1623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URL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3719E23B-8D61-4F5B-B6A9-134486406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95625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B75635D1-6C0E-43A2-BF3C-83ADD8B09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1623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可访问性树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4FD13C59-EDAC-49D2-9E98-4A09192FE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95625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6FA8F846-5120-4228-8A9A-C0780BE0A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623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HTML快照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DB221FBB-590A-43E0-9610-B4C711DBD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33625"/>
            <a:ext cx="46672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4FFFD"/>
          </a:solidFill>
          <a:ln xmlns:a="http://schemas.openxmlformats.org/drawingml/2006/main" w="12383">
            <a:solidFill>
              <a:srgbClr val="BFE8E4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F3FF5F10-45D7-4BD3-A681-86D145CB0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571750"/>
            <a:ext cx="3714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VisionVerifier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579B576E-6195-448F-AB83-407DE1677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95625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5C35433D-4A4A-4C98-BE00-5756D58F8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623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初始截图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959F9433-6489-4170-BDC8-9553BFDB6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95625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D5F8938F-9240-4854-8A32-7189A1F1D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623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最终截图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062EE1F8-BF79-4742-ADB5-E96718A08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95625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757372F8-7C36-4D06-A533-82F77AD3B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623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GLM-4.6V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9AF39163-36BC-4FD6-8722-68E1E451E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095625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EA2C66C0-C7A6-441E-92BF-EDFDF4213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1623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语义判断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711951F9-A075-4379-BFE9-F6866A811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00550"/>
            <a:ext cx="9144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C86A79B7-382A-4C50-A365-61648B275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66725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仲裁规则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3640677A-B121-4349-ABE3-92DE81B42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29150"/>
            <a:ext cx="7000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确定性通过 + 无需视觉 → pass；semantic 必须走视觉；任一通道低置信度 → needs_review；通道冲突 → fail_soft / 人工复核。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3.12  失败分类器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22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2f13d34ee34b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9E5DF04F-EC61-4FE9-9773-1F080369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38375"/>
            <a:ext cx="2190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F0930949-6BFF-4548-8954-A914BEEAF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38375"/>
            <a:ext cx="666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10019391-2130-4833-81EE-D23FA343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3812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verification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B9AFC633-F25F-4371-8E4D-D956CAAA3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695575"/>
            <a:ext cx="1866900" cy="-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诊断信号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A0472BF9-3156-4E54-A0F3-BE77FC82A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809875"/>
            <a:ext cx="2190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BCE467F0-C98E-4AD4-816C-24ACA0FA5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809875"/>
            <a:ext cx="666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17046058-F4ED-45F5-A1DA-257DCCFE7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9527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agent 自报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E2D19EE5-ACB8-4CEB-BC2F-E26E50E67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267075"/>
            <a:ext cx="1866900" cy="-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诊断信号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FE40C93A-ACFA-45F2-A3FB-D286F4F25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381375"/>
            <a:ext cx="2190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FA197D6A-6D30-437E-93D2-7810A8E3E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381375"/>
            <a:ext cx="666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642B3D54-5C60-4B22-BA68-D1B94B2AC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5242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errors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B593BD3C-D929-4D2F-A69B-5EC31E662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838575"/>
            <a:ext cx="1866900" cy="-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诊断信号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EA8F14BE-8ED3-40F8-88AC-C6FA0BFB4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952875"/>
            <a:ext cx="2190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DB613FDD-49CF-40DF-AC7A-829F03752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952875"/>
            <a:ext cx="666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D5A845B3-9B0A-4FED-A427-51490019B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0957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final URL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85614A12-DDB8-4A8E-A538-0D49DAA04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10075"/>
            <a:ext cx="1866900" cy="-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诊断信号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6659CCF4-5CD9-420E-8043-BD11CFF39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24375"/>
            <a:ext cx="2190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38BE2E8B-8F92-4DB6-B273-1BB310C39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24375"/>
            <a:ext cx="666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DC26D207-72A4-4736-97F3-D18B13C78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6672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DOM Summary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47E28497-2282-41AC-AFB2-57CF9D54B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981575"/>
            <a:ext cx="1866900" cy="-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诊断信号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1CAA9579-8514-4D3A-83AB-1B09C4A1E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62250"/>
            <a:ext cx="2190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2F63"/>
          </a:solidFill>
          <a:ln xmlns:a="http://schemas.openxmlformats.org/drawingml/2006/main" w="12383">
            <a:solidFill>
              <a:srgbClr val="0B2F63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1F7F1653-A968-476C-A209-FAA5F2B08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219450"/>
            <a:ext cx="1619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FailureClassifier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失败分类器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8266994F-4F13-4E56-8049-DEE8D048E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162300"/>
            <a:ext cx="13811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74C3C"/>
          </a:solidFill>
          <a:ln xmlns:a="http://schemas.openxmlformats.org/drawingml/2006/main" w="12383">
            <a:solidFill>
              <a:srgbClr val="E74C3C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B087F64C-4394-4483-8924-955C4767B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228975"/>
            <a:ext cx="1381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navigation_failure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E9447C01-4FA8-41EB-89EE-CEC306E31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3780" y="4172579"/>
            <a:ext cx="13811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5A623"/>
          </a:solidFill>
          <a:ln xmlns:a="http://schemas.openxmlformats.org/drawingml/2006/main" w="12383">
            <a:solidFill>
              <a:srgbClr val="F5A623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34CD85D1-7895-4F73-A229-6C909E605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3780" y="4239254"/>
            <a:ext cx="1381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element_not_found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31633200-4A0B-409B-8E8F-3836CE499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591050"/>
            <a:ext cx="13811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58FAA426-379C-4C42-97C7-8F94F3D94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657725"/>
            <a:ext cx="1381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interaction_failure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967B877D-7975-49C7-9336-4967E2C17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720" y="4172579"/>
            <a:ext cx="13811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4C5A21D3-278C-4D6E-B1FB-C3AF9351C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720" y="4239254"/>
            <a:ext cx="1381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timing_issue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7CB5C8B9-62C7-4345-9E88-E96CAA51B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62300"/>
            <a:ext cx="13811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74C3C"/>
          </a:solidFill>
          <a:ln xmlns:a="http://schemas.openxmlformats.org/drawingml/2006/main" w="12383">
            <a:solidFill>
              <a:srgbClr val="E74C3C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80870792-0767-4042-BC93-8A2343996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228975"/>
            <a:ext cx="1381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state_mismatch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E2C209D4-245B-47EC-9134-11AEF0288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720" y="2152021"/>
            <a:ext cx="13811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5A623"/>
          </a:solidFill>
          <a:ln xmlns:a="http://schemas.openxmlformats.org/drawingml/2006/main" w="12383">
            <a:solidFill>
              <a:srgbClr val="F5A623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90B0140E-66C6-41E5-A708-731716D53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720" y="2218696"/>
            <a:ext cx="1381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visual_regression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5C8BA47E-47B9-40F9-87D8-867626E23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733550"/>
            <a:ext cx="13811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99C43B3F-2F24-4A11-B582-74F90B2D0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800225"/>
            <a:ext cx="1381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agent_planning_error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BD7A0F44-3F6A-4330-B0F7-551E20DDE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3780" y="2152021"/>
            <a:ext cx="13811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5EAFD1CC-8E91-458D-92D3-A77B84CCF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3780" y="2218696"/>
            <a:ext cx="1381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unknown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D21E196B-0DEB-4750-BA2C-F98CB507B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762250"/>
            <a:ext cx="2381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B51F6C85-CE88-400B-95E7-FA3F9F6EE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76225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319549A5-DF44-480E-9A1C-CAD1C778B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905125"/>
            <a:ext cx="2057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输出结果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E264488C-1D00-4F93-AF72-CD52F7880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219450"/>
            <a:ext cx="20574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primary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secondary[]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reason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判定依据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3.13  运行报告与证据归档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23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70e60e9fc649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BF5A2D74-AA5A-4F11-BCD5-A48630D45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62250"/>
            <a:ext cx="2095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94DCF6EF-DCD6-4A90-9CD0-92AB62BAF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62250"/>
            <a:ext cx="666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9738926E-0224-469C-B9B3-DD6656C9B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905125"/>
            <a:ext cx="1771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一次运行 Run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3F17797E-331C-45A9-81C7-7045A45A0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219450"/>
            <a:ext cx="17716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run_id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scenario_id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start/end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模型配置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9E32E87E-6D1F-4A99-AF4D-B0C5AFD6A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8612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BE96E607-7F2B-46D8-B50D-11718B2B8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81250"/>
            <a:ext cx="3000375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76B28D8B-C5D7-49A2-BAAC-4B5702756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479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data/runs/{run_id}/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B8CF557F-21D2-4EA0-BD72-8C309A376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2895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□ trace.jsonl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5A4CCC0F-CBF9-43BE-B8CE-14DBD0CCD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05175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□ report.json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DDCEF692-F1BA-4BCA-B9C7-6688432BC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814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□ report.html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169AAE67-1F51-45E5-9374-CDCE14BC8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57625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□ screenshots/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8BC21C7D-9426-4511-BE2A-4EB5061D9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13385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□ verification/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20A78DE5-3071-434B-BC38-0C302019D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28612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312D7651-D8AF-49E2-A18E-F10E34614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81250"/>
            <a:ext cx="32385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BC696FA7-1632-4C08-9275-86CD3C16E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479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报告预览 report.html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95059DC6-3C35-4477-A3C5-632113469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028950"/>
            <a:ext cx="204787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370183CA-A07D-4049-9575-B54699066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095625"/>
            <a:ext cx="20478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Run Summary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40393648-BE85-40F1-9E21-A3FDCAE0D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305175"/>
            <a:ext cx="204787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89E5F3CD-9B62-4FA3-9BBB-8E05363F3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371850"/>
            <a:ext cx="20478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Verification Results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59C1A1B4-F207-4BFF-A5CD-05167501B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581400"/>
            <a:ext cx="204787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BAE74AF5-1D29-4E3D-8BAE-30F793C61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648075"/>
            <a:ext cx="20478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Trace Events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C5BF93E3-A196-4EE4-AEA0-CB1751C89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857625"/>
            <a:ext cx="204787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EA87C1CF-6EA7-438C-B2DC-6B32B3F9A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924300"/>
            <a:ext cx="20478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Failure Classification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DFEED85D-5279-4088-99FA-347EA322B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133850"/>
            <a:ext cx="204787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32281461-D6F9-4A40-AC61-5C1A23339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200525"/>
            <a:ext cx="20478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Artifact Links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39038764-29A1-4F35-8BC5-876F7BF88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000625"/>
            <a:ext cx="7239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2F0"/>
          </a:solidFill>
          <a:ln xmlns:a="http://schemas.openxmlformats.org/drawingml/2006/main" w="12383">
            <a:solidFill>
              <a:srgbClr val="F4B0A8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3D5BF544-6A19-4965-901D-3616FBE36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114925"/>
            <a:ext cx="666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74C3C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E74C3C"/>
                </a:solidFill>
                <a:latin typeface="微软雅黑"/>
                <a:ea typeface="微软雅黑"/>
                <a:cs typeface="微软雅黑"/>
              </a:rPr>
              <a:t>安全处理：报告生成时脱敏 api_key / password / secret / token / credential / authorization。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3.14  框架创新点总结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24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cf3fa935d543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C2510D39-5E7D-415C-B33D-F2CCAC763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33625"/>
            <a:ext cx="30480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6A46EB6D-0C77-432C-84C5-AE0E168D5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33625"/>
            <a:ext cx="66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37C6FF45-7A27-46BA-9C7F-E9AFDC6F7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476500"/>
            <a:ext cx="2724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零 locator 场景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39767190-7420-49AB-8910-582F419FA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790825"/>
            <a:ext cx="27241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只描述用户意图，提升 UI 改版泛化能力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704522A4-96F5-4699-A8AB-25631EA15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33625"/>
            <a:ext cx="30480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9A44BFFD-D938-42D6-9C98-4969D864D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33625"/>
            <a:ext cx="66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E2ED29F1-2042-412B-9CCC-F7DCC7D08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76500"/>
            <a:ext cx="2724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零领域专用 action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6C7F2F5A-EDF9-4BE1-8212-8C72E8233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790825"/>
            <a:ext cx="27241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保留 Web Agent 实时 DOM 自主决策价值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5B79DC98-3F2C-4301-8D74-36C4A6067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333625"/>
            <a:ext cx="30480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F535955B-D323-4943-BAD6-3F7DB4EA7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333625"/>
            <a:ext cx="66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4F0676B4-DD88-425F-8360-7EE09D8DE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476500"/>
            <a:ext cx="2724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职责边界清晰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91F81582-A154-4B84-80FB-F3BE15ECF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790825"/>
            <a:ext cx="27241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browser-use 执行，LangGraph 编排验证报告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5C842E01-142B-4D64-941E-4C8674979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14750"/>
            <a:ext cx="30480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2757B54E-BDE8-434C-8204-812E9F08D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14750"/>
            <a:ext cx="66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0">
            <a:solidFill>
              <a:srgbClr val="27AE60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7C9B55F8-6748-46B2-9D00-8392B3E3C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857625"/>
            <a:ext cx="2724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7AE60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7AE60"/>
                </a:solidFill>
                <a:latin typeface="微软雅黑"/>
                <a:ea typeface="微软雅黑"/>
                <a:cs typeface="微软雅黑"/>
              </a:rPr>
              <a:t>双通道验证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FC1861E6-1AF7-4907-A278-9C9F9C23B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171950"/>
            <a:ext cx="27241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DOM / URL / 文本 + GLM-4.6V 视觉语义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E77E68D3-C6A8-431A-BCA9-9BD4CA468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0480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7A965310-204F-4BE4-A5DF-84AA34B46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66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8AC6138F-336C-42E0-9B4A-5E4B646B8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857625"/>
            <a:ext cx="2724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A62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5A623"/>
                </a:solidFill>
                <a:latin typeface="微软雅黑"/>
                <a:ea typeface="微软雅黑"/>
                <a:cs typeface="微软雅黑"/>
              </a:rPr>
              <a:t>可观察执行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8F35A0A4-24A9-4D41-AFCC-4F74AB65A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171950"/>
            <a:ext cx="27241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SSE 事件流、节点状态图、截图时间线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2711A432-9709-4AA9-8416-6844B2CF6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714750"/>
            <a:ext cx="30480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39B2645A-DA4C-4A80-82DE-AC4134F56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714750"/>
            <a:ext cx="66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4C3C"/>
          </a:solidFill>
          <a:ln xmlns:a="http://schemas.openxmlformats.org/drawingml/2006/main" w="0">
            <a:solidFill>
              <a:srgbClr val="E74C3C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0C7705B7-DABC-40E0-B99C-CF4096BAE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857625"/>
            <a:ext cx="2724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4C3C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E74C3C"/>
                </a:solidFill>
                <a:latin typeface="微软雅黑"/>
                <a:ea typeface="微软雅黑"/>
                <a:cs typeface="微软雅黑"/>
              </a:rPr>
              <a:t>手册证据约束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52302C31-64EF-490F-B318-9A946531D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4171950"/>
            <a:ext cx="27241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source URLs + evidence quotes 降低幻觉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直角三角形 4">
            <a:extLst xmlns:a="http://schemas.openxmlformats.org/drawingml/2006/main">
              <a:ext uri="{FF2B5EF4-FFF2-40B4-BE49-F238E27FC236}">
                <a16:creationId xmlns:a16="http://schemas.microsoft.com/office/drawing/2014/main" id="{3F5602B9-D756-4A9B-A735-8F910598A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39139"/>
            <a:ext cx="1818861" cy="1818861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直角三角形 5">
            <a:extLst xmlns:a="http://schemas.openxmlformats.org/drawingml/2006/main">
              <a:ext uri="{FF2B5EF4-FFF2-40B4-BE49-F238E27FC236}">
                <a16:creationId xmlns:a16="http://schemas.microsoft.com/office/drawing/2014/main" id="{C6BD1E9E-462A-4E05-A64D-8C9D2DB32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786082" y="-1"/>
            <a:ext cx="2405917" cy="240591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72044AB2-5CCD-4B04-9B1B-948258709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091" y="1694838"/>
            <a:ext cx="1446530" cy="3153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9900" b="1">
                <a:solidFill>
                  <a:srgbClr val="174994">
                    <a:alpha val="38000"/>
                  </a:srgbClr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3CD0D9A1-6AFA-4A97-A0B0-A846D6F9A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672" y="2782669"/>
            <a:ext cx="2954655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261419B7-1DE9-46A8-9CB1-3FB4A1F1E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5397" y="3606757"/>
            <a:ext cx="1722202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latin typeface="Times New Roman"/>
                <a:ea typeface="Times New Roman"/>
                <a:cs typeface="Times New Roman"/>
              </a:rPr>
              <a:t>Research Timeline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1ABCCC2-961B-49D2-B301-F53C64D7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87189" y="3512166"/>
            <a:ext cx="5238619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57f315f97346c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13" y="78833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993548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D34687BB-B6DE-4E27-BB3C-8B9654AC5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39239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4.1  当前实现成果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A1D445DB-6A01-473C-9EE1-EE1EDCAC0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26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0557CE87-89DC-48A8-B4E6-092A0F5A4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ED59D59-57B1-4B1C-B0CB-36E87DD21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0"/>
            <a:ext cx="2060295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52715EE3-2B08-48F7-B201-3F58D02B3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09787789-72F3-4AFF-8D52-DE0601899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2D6DA868-582C-4F92-9A9C-79C8E04C4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03CED111-5D84-47E3-8EBB-DD8B1038C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D5AFCF99-AA03-462C-B4C0-256DB517B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36db894c474e4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1766B8C3-A303-4CEA-8193-856EC6883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E1F36224-82BF-48F8-914E-38CCEA470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E0268BEB-35B6-4FB6-BE9E-BEF2EA56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A9B3173F-339E-425F-8B11-5CE9AE0DD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7F1CFACF-F41A-42E0-ADDB-BBF7E38E7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7092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369594F8-73D7-44E0-AA52-E95DBADC2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3C7CE131-9909-4159-A1C0-79C0C2D85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7650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48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365A0942-05F3-4251-A5F4-BC3D9DF6E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52412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功能点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0E4FF545-E52D-4EBC-AB6E-A2CBE66F8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3362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EC9EE177-6FBE-4DEB-ACD9-CA7C257C7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7650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62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B5D704A6-E752-4B81-AA01-A2CBAF43E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52412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测试场景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CA4BD84F-0637-4EF4-B9E0-05E26CA80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33362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A757FA2C-F49F-4FB5-921E-B15C81DF6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47650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7AE60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27AE60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0EECCA20-C035-4301-8889-620F97B4C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52412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运行记录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50949875-FDE4-45C5-A06C-6CDE9CBD0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3362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F262836F-4AAB-4156-B33E-3DEB37CD8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47650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6+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CA555D76-A69E-4DC9-9096-CE70428E0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52412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覆盖模块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D88BA70F-5208-40C0-A056-5E6EF517E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76625"/>
            <a:ext cx="31432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E01D2492-A12A-4391-AC9C-CA91EB28E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147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功能点实现进度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1A3FFED6-946C-4D18-BC71-30A0C315C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95750"/>
            <a:ext cx="857250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2FF"/>
          </a:solidFill>
          <a:ln xmlns:a="http://schemas.openxmlformats.org/drawingml/2006/main" w="12383">
            <a:solidFill>
              <a:srgbClr val="C8DAEE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5F7E716C-DBE4-4A4F-8281-38C5AB34A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391025"/>
            <a:ext cx="619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80%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7ED4C64F-AB24-4606-9614-74A04AD64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333875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已实现 48 / 计划 60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09308087-688D-439D-9B0F-734E609A7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476625"/>
            <a:ext cx="31432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DA85E4E3-A731-4E14-84D7-5739BB0C2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7147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测试场景类别分布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55D88862-E5B8-4999-A786-1FFDE85E1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829050"/>
            <a:ext cx="247650" cy="8382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60FDD4EA-B236-4C37-88B4-6556A5F8D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695825"/>
            <a:ext cx="342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22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DAA20BEC-2C3B-4462-8CE4-BEF298A8D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4057650"/>
            <a:ext cx="247650" cy="6096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AB194161-71B8-4779-A762-A8B146C75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695825"/>
            <a:ext cx="342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16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7E7D752D-3096-476A-BE6D-5EB84AA94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4210050"/>
            <a:ext cx="247650" cy="4572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4E81A9FD-61C2-4E21-AA78-2CB3EBC4A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695825"/>
            <a:ext cx="342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084237C5-8B87-4AD3-80EB-A6F1A667E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400550"/>
            <a:ext cx="247650" cy="2667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5A623"/>
          </a:solidFill>
          <a:ln xmlns:a="http://schemas.openxmlformats.org/drawingml/2006/main" w="12383">
            <a:solidFill>
              <a:srgbClr val="F5A623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E79AE1F9-04BF-46B9-AA9A-FB83FD752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695825"/>
            <a:ext cx="342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7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083F0715-CC34-49C5-83F8-868B4F555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476750"/>
            <a:ext cx="24765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4C3C"/>
          </a:solidFill>
          <a:ln xmlns:a="http://schemas.openxmlformats.org/drawingml/2006/main" w="12383">
            <a:solidFill>
              <a:srgbClr val="E74C3C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EDF64353-E493-456D-AA46-AA8FC3E64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695825"/>
            <a:ext cx="342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EF39F96A-0C4B-42B9-BE35-87324FBD5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76625"/>
            <a:ext cx="31432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93856A13-0536-4208-9576-7139EFFDE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7147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已完成模块清单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9B8BF4C4-0636-4812-B283-903E3EE4D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076700"/>
            <a:ext cx="123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✓ 手册生成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076EC2CB-838B-4A11-A62C-C3AD3DB97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076700"/>
            <a:ext cx="123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✓ 功能点抽取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407C8141-D1CC-4E08-982C-5147A1963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343400"/>
            <a:ext cx="123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✓ 场景生成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017FCAED-8DCF-4916-93A4-D10A94BA1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343400"/>
            <a:ext cx="123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✓ browser-use执行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2A4FF14E-0457-40B3-B9F5-1092CEB99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610100"/>
            <a:ext cx="123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✓ 验证器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902A68B6-D81D-44B5-AD42-C7EACE2F3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610100"/>
            <a:ext cx="123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✓ 报告导出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4B34EA19-6367-4CA6-A2F7-85F8933B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76800"/>
            <a:ext cx="123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✓ Doctor检查</a:t>
            </a:r>
          </a:p>
        </p:txBody>
      </p:sp>
    </p:spTree>
    <p:extLst>
      <p:ext uri="{BB962C8B-B14F-4D97-AF65-F5344CB8AC3E}">
        <p14:creationId xmlns:p14="http://schemas.microsoft.com/office/powerpoint/2010/main" val="504823097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4.2  测试与验收情况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27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a3cb9072cd45a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EFB39F45-704C-4F10-AD50-D7A6C31EC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3048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EB708705-927B-44BF-906D-F3EC230D5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A32D815E-B681-4749-B0B9-E8D835535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76500"/>
            <a:ext cx="2724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后端测试覆盖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688741A2-4C5A-4C48-9E7E-20F9979B6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90825"/>
            <a:ext cx="27241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schema 零 locator 校验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config 与 provider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artifact path 安全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manual pipeline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failure classifier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report generation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87655ED3-074D-4BB8-8EB7-C5A1030A2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33625"/>
            <a:ext cx="3048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3B5279A2-3DCB-407D-A2A9-B1CBBC3BA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33625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A4323760-2B9C-41A1-923C-E1B64103A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476500"/>
            <a:ext cx="2724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前端测试覆盖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2079AAFA-3582-4973-BD5D-B89462246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790825"/>
            <a:ext cx="27241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App Shell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Dashboard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手册生成页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场景表格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设置抽屉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Logo / 背景展示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D3C897D0-5E96-4D63-A7FD-E59855AF7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33625"/>
            <a:ext cx="3048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72C9C4A0-D244-49C9-AD34-122CE7E95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33625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5780C390-E5C7-4E22-B77A-13F2F8DF7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76500"/>
            <a:ext cx="2724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后续优化方向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FEEA9773-8877-47C8-90B1-EE281489A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90825"/>
            <a:ext cx="27241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RepairPlanner 自动修补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失败分类 LLM-as-Judge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action 目标高亮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mutation 生成算法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更多真实 E2E 样本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1E84B36E-877A-49F8-8D4A-5D14F960C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810125"/>
            <a:ext cx="9048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6FA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FDF1E4FF-3464-40C9-B6E1-217E1A74F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933950"/>
            <a:ext cx="847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0B2F6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0B2F63"/>
                </a:solidFill>
                <a:latin typeface="微软雅黑"/>
                <a:ea typeface="微软雅黑"/>
                <a:cs typeface="微软雅黑"/>
              </a:rPr>
              <a:t>真实 E2E 验收依赖测试账号、4ga 网络环境、文本模型 API key 和 GLM-4.6V API key。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5.1  小组分工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28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95d74b704143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97036451-E4C4-4C63-A82C-BCB2411D3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24125"/>
            <a:ext cx="1952625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C17DF6B8-17F7-42A2-B2BA-77EFAD728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24125"/>
            <a:ext cx="6667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927A3B4B-95ED-4701-BEBB-930FC17E8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667000"/>
            <a:ext cx="16287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李荣康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E00D88AC-2EB6-4E15-AECF-29C6B7E87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981325"/>
            <a:ext cx="1628775" cy="923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手册解析 / 功能点提取 / ChromaDB 索引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3D58D2D5-B7E0-48B8-AE66-00B57E4FC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286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44043E70-EB09-4904-A0B5-20FE90572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3815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D078DDFC-2FA7-4397-B216-CD402060A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2524125"/>
            <a:ext cx="1952625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B845CB4A-A6A6-477F-9783-A8FFA6FAD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2524125"/>
            <a:ext cx="6667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4AEEB339-0718-4188-9B3C-F74A280E5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667000"/>
            <a:ext cx="16287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陈柏睿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A397AC80-0C3D-4480-B862-F1E324110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981325"/>
            <a:ext cx="1628775" cy="923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测试场景生成 / Prompt / 证据校验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D1C16370-ECB5-421A-81E9-E61C94C3E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286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00C8F5C5-537A-4702-BE8A-D309F1B51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3815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B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85731605-AEA7-402D-A582-8943C123D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2524125"/>
            <a:ext cx="1952625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D531F313-2288-478B-9894-C87753406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2524125"/>
            <a:ext cx="6667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EBC0246D-D1E7-40A0-9163-E8AA5394B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2667000"/>
            <a:ext cx="16287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许文硕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3F39D9F4-C8B1-41E7-BE9B-C50E4EF4E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2981325"/>
            <a:ext cx="1628775" cy="923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智能体层 / browser-use / LangGraph / 验证分类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EB0ACD63-2EAD-4D1A-A458-2BB0DDC78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286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19980583-7B65-423F-B432-6E6DF92E5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3815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0563150F-81E3-494B-B1B0-DB3F5649B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524125"/>
            <a:ext cx="1952625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6E4B3EE8-657D-4F11-AAA1-32E4F055E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524125"/>
            <a:ext cx="6667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6CB3E9A7-0909-4C67-88F3-BA139E0FB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2667000"/>
            <a:ext cx="16287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A62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5A623"/>
                </a:solidFill>
                <a:latin typeface="微软雅黑"/>
                <a:ea typeface="微软雅黑"/>
                <a:cs typeface="微软雅黑"/>
              </a:rPr>
              <a:t>黄良宏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457FF4BA-0FBD-4174-988D-BC4A0169A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2981325"/>
            <a:ext cx="1628775" cy="923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评估指标 / 前端可视化 / 报告页面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689D89D0-01FC-49AD-AE9D-361D26D07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86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12383">
            <a:solidFill>
              <a:srgbClr val="F5A623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BAB4737C-FB34-4205-A722-3A3BE33F0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3815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D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CE896296-4A0E-47BC-9CAE-CA531F57F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2524125"/>
            <a:ext cx="1952625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4C1E6FF8-094F-43D8-9A8E-CC0D916AA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2524125"/>
            <a:ext cx="6667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4C3C"/>
          </a:solidFill>
          <a:ln xmlns:a="http://schemas.openxmlformats.org/drawingml/2006/main" w="0">
            <a:solidFill>
              <a:srgbClr val="E74C3C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ED20F08B-2D94-485E-8465-8842A588F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667000"/>
            <a:ext cx="16287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4C3C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E74C3C"/>
                </a:solidFill>
                <a:latin typeface="微软雅黑"/>
                <a:ea typeface="微软雅黑"/>
                <a:cs typeface="微软雅黑"/>
              </a:rPr>
              <a:t>Team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7EF76D61-E74B-4B01-884A-D73C67A88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981325"/>
            <a:ext cx="1628775" cy="923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需求讨论 / 代码审查 / 测试 / 答辩材料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42F0E9FE-2D15-46C1-B4FA-A405F269F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286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4C3C"/>
          </a:solidFill>
          <a:ln xmlns:a="http://schemas.openxmlformats.org/drawingml/2006/main" w="12383">
            <a:solidFill>
              <a:srgbClr val="E74C3C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8C0F9D93-7AB9-4778-99F3-59FD0FC98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3815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B75B1E27-B13F-4025-AF3D-12626A482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7617" y="1438103"/>
            <a:ext cx="9710531" cy="43961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15101F59-0547-4625-9D11-56ED6460A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3844" y="3286495"/>
            <a:ext cx="5676900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敬请</a:t>
            </a:r>
            <a:r>
              <a:rPr sz="3600"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各位老师同学批评指正</a:t>
            </a: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45611ECF-9700-4D3A-B594-A59298F40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3843" y="2340358"/>
            <a:ext cx="5600885" cy="768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400"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汇报结束     感谢观看</a:t>
            </a:r>
          </a:p>
        </p:txBody>
      </p:sp>
      <p:sp>
        <p:nvSpPr>
          <p:cNvPr id="9" name="直接连接符 8">
            <a:extLst xmlns:a="http://schemas.openxmlformats.org/drawingml/2006/main">
              <a:ext uri="{FF2B5EF4-FFF2-40B4-BE49-F238E27FC236}">
                <a16:creationId xmlns:a16="http://schemas.microsoft.com/office/drawing/2014/main" id="{D0843B20-529F-4BA5-A985-F6B812D86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8478" y="4643854"/>
            <a:ext cx="12990443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8ABF4C17-E7B2-4183-A778-509571B4F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7457" y="5050565"/>
            <a:ext cx="1685077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汇报人：第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7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组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81EE79FE-A7C6-4974-8B17-3C0741C25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5831" y="5050565"/>
            <a:ext cx="1685077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2026年5月26日</a:t>
            </a:r>
          </a:p>
        </p:txBody>
      </p:sp>
      <p:pic>
        <p:nvPicPr>
          <p:cNvPr id="13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4d0fd347994be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16999" y="188082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222704"/>
      </p:ext>
    </p:extLst>
  </p:cSld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2026-05-26T13:12:43.1100000Z</dcterms:created>
  <dcterms:modified xsi:type="dcterms:W3CDTF">2026-05-26T13:12:43.1100000Z</dcterms:modified>
</coreProperties>
</file>