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0d8830462c146e0" /><Relationship Type="http://schemas.openxmlformats.org/officeDocument/2006/relationships/extended-properties" Target="/docProps/app.xml" Id="R9668c4d2262c46c9" /><Relationship Type="http://schemas.openxmlformats.org/officeDocument/2006/relationships/officeDocument" Target="/ppt/presentation.xml" Id="R81ec72bac245492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db8c9918e9943fa"/>
  </p:sldMasterIdLst>
  <p:notesMasterIdLst>
    <p:notesMasterId xmlns:r="http://schemas.openxmlformats.org/officeDocument/2006/relationships" r:id="Ref7f47c9c1d945b6"/>
  </p:notesMasterIdLst>
  <p:sldIdLst>
    <p:sldId xmlns:r="http://schemas.openxmlformats.org/officeDocument/2006/relationships" id="256" r:id="Rf7332ebcfa084bb9"/>
    <p:sldId xmlns:r="http://schemas.openxmlformats.org/officeDocument/2006/relationships" id="257" r:id="R3ba46dd42d3941fa"/>
    <p:sldId xmlns:r="http://schemas.openxmlformats.org/officeDocument/2006/relationships" id="258" r:id="R00fe2c1581614ddd"/>
    <p:sldId xmlns:r="http://schemas.openxmlformats.org/officeDocument/2006/relationships" id="259" r:id="R1753994fae464bdf"/>
    <p:sldId xmlns:r="http://schemas.openxmlformats.org/officeDocument/2006/relationships" id="260" r:id="R7a7f581a135a4207"/>
    <p:sldId xmlns:r="http://schemas.openxmlformats.org/officeDocument/2006/relationships" id="261" r:id="R2c7d899fa0ee42fd"/>
    <p:sldId xmlns:r="http://schemas.openxmlformats.org/officeDocument/2006/relationships" id="262" r:id="R7f6cb899d84c415d"/>
    <p:sldId xmlns:r="http://schemas.openxmlformats.org/officeDocument/2006/relationships" id="263" r:id="R077295bbf40f49c5"/>
    <p:sldId xmlns:r="http://schemas.openxmlformats.org/officeDocument/2006/relationships" id="264" r:id="R7d2172989e4d410e"/>
    <p:sldId xmlns:r="http://schemas.openxmlformats.org/officeDocument/2006/relationships" id="265" r:id="Rf86e5b5048234314"/>
    <p:sldId xmlns:r="http://schemas.openxmlformats.org/officeDocument/2006/relationships" id="266" r:id="R5042495445fe4353"/>
    <p:sldId xmlns:r="http://schemas.openxmlformats.org/officeDocument/2006/relationships" id="267" r:id="R3a4b38615de041bd"/>
    <p:sldId xmlns:r="http://schemas.openxmlformats.org/officeDocument/2006/relationships" id="268" r:id="R3652646c8a26415a"/>
    <p:sldId xmlns:r="http://schemas.openxmlformats.org/officeDocument/2006/relationships" id="269" r:id="R346e45b65e564119"/>
    <p:sldId xmlns:r="http://schemas.openxmlformats.org/officeDocument/2006/relationships" id="270" r:id="R3b7b61646933425c"/>
    <p:sldId xmlns:r="http://schemas.openxmlformats.org/officeDocument/2006/relationships" id="271" r:id="R512c56a3c39e4576"/>
    <p:sldId xmlns:r="http://schemas.openxmlformats.org/officeDocument/2006/relationships" id="272" r:id="R2f7c56ba0fcc4a77"/>
    <p:sldId xmlns:r="http://schemas.openxmlformats.org/officeDocument/2006/relationships" id="273" r:id="R5a90ae8c45834177"/>
    <p:sldId xmlns:r="http://schemas.openxmlformats.org/officeDocument/2006/relationships" id="274" r:id="R04d0e6e1b87049b1"/>
    <p:sldId xmlns:r="http://schemas.openxmlformats.org/officeDocument/2006/relationships" id="275" r:id="Rf509efc8595040a7"/>
    <p:sldId xmlns:r="http://schemas.openxmlformats.org/officeDocument/2006/relationships" id="276" r:id="R98a2923025284185"/>
    <p:sldId xmlns:r="http://schemas.openxmlformats.org/officeDocument/2006/relationships" id="277" r:id="R613dc160b53d425e"/>
    <p:sldId xmlns:r="http://schemas.openxmlformats.org/officeDocument/2006/relationships" id="278" r:id="R60c66cc99f004dd1"/>
    <p:sldId xmlns:r="http://schemas.openxmlformats.org/officeDocument/2006/relationships" id="279" r:id="R184e8fa40a1a4ae1"/>
    <p:sldId xmlns:r="http://schemas.openxmlformats.org/officeDocument/2006/relationships" id="280" r:id="Ree21913de69e4189"/>
    <p:sldId xmlns:r="http://schemas.openxmlformats.org/officeDocument/2006/relationships" id="281" r:id="Ref115a35f55f43cb"/>
    <p:sldId xmlns:r="http://schemas.openxmlformats.org/officeDocument/2006/relationships" id="282" r:id="R07f505b1d1ab48a0"/>
    <p:sldId xmlns:r="http://schemas.openxmlformats.org/officeDocument/2006/relationships" id="283" r:id="R68b30a4d1a8349bb"/>
    <p:sldId xmlns:r="http://schemas.openxmlformats.org/officeDocument/2006/relationships" id="284" r:id="Rbeb461f3428544e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b8c9918e9943fa" /><Relationship Type="http://schemas.openxmlformats.org/officeDocument/2006/relationships/theme" Target="/ppt/theme/theme1.xml" Id="R7686eba0fc2d42cf" /><Relationship Type="http://schemas.openxmlformats.org/officeDocument/2006/relationships/notesMaster" Target="/ppt/notesMasters/notesMaster1.xml" Id="Ref7f47c9c1d945b6" /><Relationship Type="http://schemas.openxmlformats.org/officeDocument/2006/relationships/presProps" Target="/ppt/presProps.xml" Id="R345a91a467644caa" /><Relationship Type="http://schemas.openxmlformats.org/officeDocument/2006/relationships/viewProps" Target="/ppt/viewProps.xml" Id="Red1f003cda1d44c9" /><Relationship Type="http://schemas.openxmlformats.org/officeDocument/2006/relationships/tableStyles" Target="/ppt/tableStyles.xml" Id="R362ba1b909bc4001" /><Relationship Type="http://schemas.openxmlformats.org/officeDocument/2006/relationships/slide" Target="/ppt/slides/slide1.xml" Id="Rf7332ebcfa084bb9" /><Relationship Type="http://schemas.openxmlformats.org/officeDocument/2006/relationships/slide" Target="/ppt/slides/slide2.xml" Id="R3ba46dd42d3941fa" /><Relationship Type="http://schemas.openxmlformats.org/officeDocument/2006/relationships/slide" Target="/ppt/slides/slide3.xml" Id="R00fe2c1581614ddd" /><Relationship Type="http://schemas.openxmlformats.org/officeDocument/2006/relationships/slide" Target="/ppt/slides/slide4.xml" Id="R1753994fae464bdf" /><Relationship Type="http://schemas.openxmlformats.org/officeDocument/2006/relationships/slide" Target="/ppt/slides/slide5.xml" Id="R7a7f581a135a4207" /><Relationship Type="http://schemas.openxmlformats.org/officeDocument/2006/relationships/slide" Target="/ppt/slides/slide6.xml" Id="R2c7d899fa0ee42fd" /><Relationship Type="http://schemas.openxmlformats.org/officeDocument/2006/relationships/slide" Target="/ppt/slides/slide7.xml" Id="R7f6cb899d84c415d" /><Relationship Type="http://schemas.openxmlformats.org/officeDocument/2006/relationships/slide" Target="/ppt/slides/slide8.xml" Id="R077295bbf40f49c5" /><Relationship Type="http://schemas.openxmlformats.org/officeDocument/2006/relationships/slide" Target="/ppt/slides/slide9.xml" Id="R7d2172989e4d410e" /><Relationship Type="http://schemas.openxmlformats.org/officeDocument/2006/relationships/slide" Target="/ppt/slides/slide10.xml" Id="Rf86e5b5048234314" /><Relationship Type="http://schemas.openxmlformats.org/officeDocument/2006/relationships/slide" Target="/ppt/slides/slide11.xml" Id="R5042495445fe4353" /><Relationship Type="http://schemas.openxmlformats.org/officeDocument/2006/relationships/slide" Target="/ppt/slides/slide12.xml" Id="R3a4b38615de041bd" /><Relationship Type="http://schemas.openxmlformats.org/officeDocument/2006/relationships/slide" Target="/ppt/slides/slide13.xml" Id="R3652646c8a26415a" /><Relationship Type="http://schemas.openxmlformats.org/officeDocument/2006/relationships/slide" Target="/ppt/slides/slide14.xml" Id="R346e45b65e564119" /><Relationship Type="http://schemas.openxmlformats.org/officeDocument/2006/relationships/slide" Target="/ppt/slides/slide15.xml" Id="R3b7b61646933425c" /><Relationship Type="http://schemas.openxmlformats.org/officeDocument/2006/relationships/slide" Target="/ppt/slides/slide16.xml" Id="R512c56a3c39e4576" /><Relationship Type="http://schemas.openxmlformats.org/officeDocument/2006/relationships/slide" Target="/ppt/slides/slide17.xml" Id="R2f7c56ba0fcc4a77" /><Relationship Type="http://schemas.openxmlformats.org/officeDocument/2006/relationships/slide" Target="/ppt/slides/slide18.xml" Id="R5a90ae8c45834177" /><Relationship Type="http://schemas.openxmlformats.org/officeDocument/2006/relationships/slide" Target="/ppt/slides/slide19.xml" Id="R04d0e6e1b87049b1" /><Relationship Type="http://schemas.openxmlformats.org/officeDocument/2006/relationships/slide" Target="/ppt/slides/slide20.xml" Id="Rf509efc8595040a7" /><Relationship Type="http://schemas.openxmlformats.org/officeDocument/2006/relationships/slide" Target="/ppt/slides/slide21.xml" Id="R98a2923025284185" /><Relationship Type="http://schemas.openxmlformats.org/officeDocument/2006/relationships/slide" Target="/ppt/slides/slide22.xml" Id="R613dc160b53d425e" /><Relationship Type="http://schemas.openxmlformats.org/officeDocument/2006/relationships/slide" Target="/ppt/slides/slide23.xml" Id="R60c66cc99f004dd1" /><Relationship Type="http://schemas.openxmlformats.org/officeDocument/2006/relationships/slide" Target="/ppt/slides/slide24.xml" Id="R184e8fa40a1a4ae1" /><Relationship Type="http://schemas.openxmlformats.org/officeDocument/2006/relationships/slide" Target="/ppt/slides/slide25.xml" Id="Ree21913de69e4189" /><Relationship Type="http://schemas.openxmlformats.org/officeDocument/2006/relationships/slide" Target="/ppt/slides/slide26.xml" Id="Ref115a35f55f43cb" /><Relationship Type="http://schemas.openxmlformats.org/officeDocument/2006/relationships/slide" Target="/ppt/slides/slide27.xml" Id="R07f505b1d1ab48a0" /><Relationship Type="http://schemas.openxmlformats.org/officeDocument/2006/relationships/slide" Target="/ppt/slides/slide28.xml" Id="R68b30a4d1a8349bb" /><Relationship Type="http://schemas.openxmlformats.org/officeDocument/2006/relationships/slide" Target="/ppt/slides/slide29.xml" Id="Rbeb461f3428544e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6610e62b1ffa4e5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1dcbf317c9f4965" /><Relationship Type="http://schemas.openxmlformats.org/officeDocument/2006/relationships/notesMaster" Target="/ppt/notesMasters/notesMaster1.xml" Id="R99678284f2a8493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17883ebaa0548fc" /><Relationship Type="http://schemas.openxmlformats.org/officeDocument/2006/relationships/notesMaster" Target="/ppt/notesMasters/notesMaster1.xml" Id="Rfe6dc69cfe1a479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a13e43b01d84140" /><Relationship Type="http://schemas.openxmlformats.org/officeDocument/2006/relationships/notesMaster" Target="/ppt/notesMasters/notesMaster1.xml" Id="Rc8c0d13b61cd47f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ce23e9f2c254075" /><Relationship Type="http://schemas.openxmlformats.org/officeDocument/2006/relationships/notesMaster" Target="/ppt/notesMasters/notesMaster1.xml" Id="Rfa414a5c535c416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6db5defbf4144cb" /><Relationship Type="http://schemas.openxmlformats.org/officeDocument/2006/relationships/notesMaster" Target="/ppt/notesMasters/notesMaster1.xml" Id="R22d3939176ce456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099f38096014835" /><Relationship Type="http://schemas.openxmlformats.org/officeDocument/2006/relationships/notesMaster" Target="/ppt/notesMasters/notesMaster1.xml" Id="R5e543c3bd471418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c397a0f3ee54aa3" /><Relationship Type="http://schemas.openxmlformats.org/officeDocument/2006/relationships/notesMaster" Target="/ppt/notesMasters/notesMaster1.xml" Id="Ree6bd894b2d147d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b343dd3c3ea419b" /><Relationship Type="http://schemas.openxmlformats.org/officeDocument/2006/relationships/notesMaster" Target="/ppt/notesMasters/notesMaster1.xml" Id="Rff4d087a241d40e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736484f1a594063" /><Relationship Type="http://schemas.openxmlformats.org/officeDocument/2006/relationships/notesMaster" Target="/ppt/notesMasters/notesMaster1.xml" Id="R185b640d77c6427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6d052275a5f48c1" /><Relationship Type="http://schemas.openxmlformats.org/officeDocument/2006/relationships/notesMaster" Target="/ppt/notesMasters/notesMaster1.xml" Id="Ra17a3ba26653458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eb3a6c1a1854180" /><Relationship Type="http://schemas.openxmlformats.org/officeDocument/2006/relationships/notesMaster" Target="/ppt/notesMasters/notesMaster1.xml" Id="R9e13e2616c10464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39b25fbf802446d" /><Relationship Type="http://schemas.openxmlformats.org/officeDocument/2006/relationships/notesMaster" Target="/ppt/notesMasters/notesMaster1.xml" Id="Ra328b45ca40d4cb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09f13a82af0406b" /><Relationship Type="http://schemas.openxmlformats.org/officeDocument/2006/relationships/notesMaster" Target="/ppt/notesMasters/notesMaster1.xml" Id="Re7b139b29184456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9554bc4c6ae4e88" /><Relationship Type="http://schemas.openxmlformats.org/officeDocument/2006/relationships/notesMaster" Target="/ppt/notesMasters/notesMaster1.xml" Id="Rd717fbd4c9e5489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fb4a157e0c646f3" /><Relationship Type="http://schemas.openxmlformats.org/officeDocument/2006/relationships/notesMaster" Target="/ppt/notesMasters/notesMaster1.xml" Id="Ra1931a5982804f4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0cfe44031414869" /><Relationship Type="http://schemas.openxmlformats.org/officeDocument/2006/relationships/notesMaster" Target="/ppt/notesMasters/notesMaster1.xml" Id="R64c5c1ace5314aa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44a867516394873" /><Relationship Type="http://schemas.openxmlformats.org/officeDocument/2006/relationships/notesMaster" Target="/ppt/notesMasters/notesMaster1.xml" Id="Rda022d61eeb0419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73bae5ba8744f69" /><Relationship Type="http://schemas.openxmlformats.org/officeDocument/2006/relationships/notesMaster" Target="/ppt/notesMasters/notesMaster1.xml" Id="Rcb8a86b8e5b74db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92f28b59ec643ba" /><Relationship Type="http://schemas.openxmlformats.org/officeDocument/2006/relationships/notesMaster" Target="/ppt/notesMasters/notesMaster1.xml" Id="R0e42e9771f22494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687306e82c94584" /><Relationship Type="http://schemas.openxmlformats.org/officeDocument/2006/relationships/notesMaster" Target="/ppt/notesMasters/notesMaster1.xml" Id="Ra5e7307ffdcc4d7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84aa41a16374501" /><Relationship Type="http://schemas.openxmlformats.org/officeDocument/2006/relationships/notesMaster" Target="/ppt/notesMasters/notesMaster1.xml" Id="R8b086f57a82c448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7fbc03e6f764f5f" /><Relationship Type="http://schemas.openxmlformats.org/officeDocument/2006/relationships/notesMaster" Target="/ppt/notesMasters/notesMaster1.xml" Id="Ra79da9e266534921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133945e61c84460" /><Relationship Type="http://schemas.openxmlformats.org/officeDocument/2006/relationships/notesMaster" Target="/ppt/notesMasters/notesMaster1.xml" Id="R11df9c0c01c94137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000ab78be33c459c" /><Relationship Type="http://schemas.openxmlformats.org/officeDocument/2006/relationships/notesMaster" Target="/ppt/notesMasters/notesMaster1.xml" Id="R451e2ae242dd4f3d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db9871a2c94e4158" /><Relationship Type="http://schemas.openxmlformats.org/officeDocument/2006/relationships/notesMaster" Target="/ppt/notesMasters/notesMaster1.xml" Id="R4d5cead3261f4b40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bda6c236ba934b85" /><Relationship Type="http://schemas.openxmlformats.org/officeDocument/2006/relationships/notesMaster" Target="/ppt/notesMasters/notesMaster1.xml" Id="R6d19b1a4c8cf4ff0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ecf5030f68744ef7" /><Relationship Type="http://schemas.openxmlformats.org/officeDocument/2006/relationships/notesMaster" Target="/ppt/notesMasters/notesMaster1.xml" Id="R5405477f2d0a4818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1bf62ac72ac94308" /><Relationship Type="http://schemas.openxmlformats.org/officeDocument/2006/relationships/notesMaster" Target="/ppt/notesMasters/notesMaster1.xml" Id="Rfe147cc93e39486a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92f7ea632ca346e9" /><Relationship Type="http://schemas.openxmlformats.org/officeDocument/2006/relationships/notesMaster" Target="/ppt/notesMasters/notesMaster1.xml" Id="R819a5234d89245a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9aea818fb14b4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a4351b964e467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78c58dc83448d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1f93eb49bf4e1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fccc62074d4cf9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045d148a2c4fe4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b3047ffb0b486b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1a4072e65c4fa5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0d5b44f9524257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1c1e2c10a14254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0f5fbd680645a3" /></Relationships>
</file>

<file path=ppt/slideLayouts/slideLayout2.xml><?xml version="1.0" encoding="utf-8"?>
<p:sldLayout xmlns:p="http://schemas.openxmlformats.org/presentationml/2006/main" type="objTx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5B2BC33-62B7-407F-BB27-413D667AC08F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/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84B827BC-7C6A-4043-B1A7-28E8FC9A2843}"/>
              </a:ext>
            </a:extLst>
          </p:cNvPr>
          <p:cNvSpPr/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67346A8B-D538-4AB2-A384-1527A91E394D}"/>
              </a:ext>
            </a:extLst>
          </p:cNvPr>
          <p:cNvSpPr/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CBA7FB73-C062-451E-9246-F10B852B0857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EF22D85A-3C1C-42B3-B57C-AECC00DF7D0A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4C6EF025-1420-47D9-A2EF-C714CDF6F8D7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 type="secHead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64ABCAF-B23B-48AF-A590-09B50630C957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F33F3589-5ED0-4252-A61F-A42B7EB08B9C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58580F6-CF76-4CDB-949C-421A0A0A9B8E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E7D9FD6-41AB-46F7-845E-587C8291750B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F43CC5C6-8054-442E-B401-E628BECCAB14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 type="blank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60CB3C3-183B-47F0-BF48-7EE0761D4C70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450EEC10-5BC4-4C56-91CA-2C74E21BAB38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C53AD91B-799A-45CB-AE8E-A95079D2A98A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B61619D-36E2-402F-BF54-B7E675F6BC65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86C45D95-CA64-463F-8303-EB8732457481}"/>
              </a:ext>
            </a:extLst>
          </p:cNvPr>
          <p:cNvSpPr/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601A51D-ED68-4245-9D1B-5B49EEF485C5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60EFF1B-AADF-41B4-82F6-2BC7E328FA19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C9ABA4E-35B0-4F1A-AC9A-617D3AE219CA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6B8501E-2E54-4E7E-BE00-C4B477193BA2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8506479E-85AD-44E2-821A-04EA70F3BFFB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4016E07-F6B0-41C9-ADC8-042DD928A4C2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9AAFF367-92DB-4449-BE0F-C83564E3768C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F063D46-A9F1-482F-AB1C-52928A74BB20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BBC8C71-601B-4676-ACBC-945022B14D37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7275C810-747D-4D44-B27C-A70759C982BC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951EDBE-FB0B-48A3-A929-1A5603C05212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1B1686A6-27E6-498B-9556-9A3E9F0DB72A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 type="vertTitleAndTx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6BDE453F-A641-46FE-86D8-48B4AC6695D3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23539DA3-0AD5-4872-BDE1-917A16310827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3AC4E60-1128-4DFA-86EB-E1FBF4ED6390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D5475826-7E35-4AD7-8C4E-778301FC91C6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7AD1073B-A181-4782-8FA8-69E82BF45238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 type="twoTxTwoObj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D06C58D-B60B-46B1-940F-658824C89CE7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6A3A50D0-0CE3-4225-8575-B5965B67010D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56C69E8E-4163-4A0C-BFBA-E057B91C5115}"/>
              </a:ext>
            </a:extLst>
          </p:cNvPr>
          <p:cNvSpPr/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2ABEA7B-3BFC-4C04-A0EF-516873D06636}"/>
              </a:ext>
            </a:extLst>
          </p:cNvPr>
          <p:cNvSpPr/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B56D2CCC-5921-4AD5-BADC-D3E512DC1B6C}"/>
              </a:ext>
            </a:extLst>
          </p:cNvPr>
          <p:cNvSpPr/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374165C6-6E3C-40F9-8A07-B568BEC2384A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D9700A9-9E74-4A74-8450-49C4F5394B6C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65EF7B12-BFBD-4E65-995D-B7DD8699B259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 type="vertTx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9E2B8F5-632F-4FE7-BAAF-9E9B0872A65A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816D912-67DB-48F5-905A-AED250DAF696}"/>
              </a:ext>
            </a:extLst>
          </p:cNvPr>
          <p:cNvSpPr/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EF29C8E-6B15-4DDF-908A-772224949079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3A04EAC4-6DFC-4E24-8CD3-15AA6E8B94E0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7D9960A-5224-431D-8D0F-C8A872A36298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1.xml><?xml version="1.0" encoding="utf-8"?>
<p:sldLayout xmlns:p="http://schemas.openxmlformats.org/presentationml/2006/main" type="twoObj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1B1D06A-5393-4764-8130-11F10C99C893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1D23CC81-5C72-4866-A072-4E114BFB9D90}"/>
              </a:ext>
            </a:extLst>
          </p:cNvPr>
          <p:cNvSpPr/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41322F73-935A-4AB5-9D45-EB2724565552}"/>
              </a:ext>
            </a:extLst>
          </p:cNvPr>
          <p:cNvSpPr/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4ABB10A3-54B1-4F19-83B7-AFEB9142D6D0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9B79EA4F-A556-4BCE-B0D0-94D524BB9CF3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62554723-71B4-48E8-A7B2-4834C541A6BE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2.xml><?xml version="1.0" encoding="utf-8"?>
<p:sldLayout xmlns:p="http://schemas.openxmlformats.org/presentationml/2006/main" type="picTx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1EF5C1E-A3D7-46BC-84A6-9D043E8DEAB2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/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F184AF9-034D-4210-AD29-949027A2A115}"/>
              </a:ext>
            </a:extLst>
          </p:cNvPr>
          <p:cNvSpPr/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0B72CC5E-5177-48E4-9CCF-4C5B485B5129}"/>
              </a:ext>
            </a:extLst>
          </p:cNvPr>
          <p:cNvSpPr/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06E3B853-7CF5-4592-90DA-56FB384FA4BC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ADE515C5-3FFA-4F25-91DE-92DAC0617908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1F094B46-3548-4643-BBB1-BC856B748D07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4e8257d518264498" /><Relationship Type="http://schemas.openxmlformats.org/officeDocument/2006/relationships/slideLayout" Target="/ppt/slideLayouts/slideLayout2.xml" Id="Rceb507a6dd604e4e" /><Relationship Type="http://schemas.openxmlformats.org/officeDocument/2006/relationships/slideLayout" Target="/ppt/slideLayouts/slideLayout3.xml" Id="R762cc46590a74187" /><Relationship Type="http://schemas.openxmlformats.org/officeDocument/2006/relationships/slideLayout" Target="/ppt/slideLayouts/slideLayout4.xml" Id="R92de8b9610bc4f2b" /><Relationship Type="http://schemas.openxmlformats.org/officeDocument/2006/relationships/slideLayout" Target="/ppt/slideLayouts/slideLayout5.xml" Id="R2e48116a506945b7" /><Relationship Type="http://schemas.openxmlformats.org/officeDocument/2006/relationships/slideLayout" Target="/ppt/slideLayouts/slideLayout6.xml" Id="Ra55016a473f841c2" /><Relationship Type="http://schemas.openxmlformats.org/officeDocument/2006/relationships/slideLayout" Target="/ppt/slideLayouts/slideLayout7.xml" Id="R5dd9a9f7241f4e9b" /><Relationship Type="http://schemas.openxmlformats.org/officeDocument/2006/relationships/slideLayout" Target="/ppt/slideLayouts/slideLayout8.xml" Id="Rb6aa121694a44549" /><Relationship Type="http://schemas.openxmlformats.org/officeDocument/2006/relationships/slideLayout" Target="/ppt/slideLayouts/slideLayout9.xml" Id="R7738979a124d4140" /><Relationship Type="http://schemas.openxmlformats.org/officeDocument/2006/relationships/slideLayout" Target="/ppt/slideLayouts/slideLayout10.xml" Id="Re46f96de560f426e" /><Relationship Type="http://schemas.openxmlformats.org/officeDocument/2006/relationships/slideLayout" Target="/ppt/slideLayouts/slideLayout11.xml" Id="R56a620853ca143e7" /><Relationship Type="http://schemas.openxmlformats.org/officeDocument/2006/relationships/slideLayout" Target="/ppt/slideLayouts/slideLayout12.xml" Id="R1c9d6f3589cd4179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260851FD-6DAA-4D95-90B2-CCAE93D636B8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457B427D-99CE-4777-B4D6-73A400A6961F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BF18D23-AB65-4357-B080-2ED76CBE928E}"/>
              </a:ext>
            </a:extLst>
          </p:cNvPr>
          <p:cNvSpPr/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16DD303-9416-48A3-ADC5-653A2A106938}"/>
              </a:ext>
            </a:extLst>
          </p:cNvPr>
          <p:cNvSpPr/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7903E8B-4945-4223-9743-CDC9652C24C3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eb507a6dd604e4e"/>
    <p:sldLayoutId xmlns:r="http://schemas.openxmlformats.org/officeDocument/2006/relationships" id="2147483650" r:id="R762cc46590a74187"/>
    <p:sldLayoutId xmlns:r="http://schemas.openxmlformats.org/officeDocument/2006/relationships" id="2147483651" r:id="R92de8b9610bc4f2b"/>
    <p:sldLayoutId xmlns:r="http://schemas.openxmlformats.org/officeDocument/2006/relationships" id="2147483652" r:id="R2e48116a506945b7"/>
    <p:sldLayoutId xmlns:r="http://schemas.openxmlformats.org/officeDocument/2006/relationships" id="2147483653" r:id="Ra55016a473f841c2"/>
    <p:sldLayoutId xmlns:r="http://schemas.openxmlformats.org/officeDocument/2006/relationships" id="2147483654" r:id="R5dd9a9f7241f4e9b"/>
    <p:sldLayoutId xmlns:r="http://schemas.openxmlformats.org/officeDocument/2006/relationships" id="2147483655" r:id="Rb6aa121694a44549"/>
    <p:sldLayoutId xmlns:r="http://schemas.openxmlformats.org/officeDocument/2006/relationships" id="2147483656" r:id="R7738979a124d4140"/>
    <p:sldLayoutId xmlns:r="http://schemas.openxmlformats.org/officeDocument/2006/relationships" id="2147483657" r:id="Re46f96de560f426e"/>
    <p:sldLayoutId xmlns:r="http://schemas.openxmlformats.org/officeDocument/2006/relationships" id="2147483658" r:id="R56a620853ca143e7"/>
    <p:sldLayoutId xmlns:r="http://schemas.openxmlformats.org/officeDocument/2006/relationships" id="2147483659" r:id="R1c9d6f3589cd417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a941f8bc937c4a86" /><Relationship Type="http://schemas.openxmlformats.org/officeDocument/2006/relationships/image" Target="/ppt/media/image.png" Id="R2d0908d327394e4e" /><Relationship Type="http://schemas.openxmlformats.org/officeDocument/2006/relationships/image" Target="/ppt/media/image2.png" Id="R3cf936e8d58e4b82" /><Relationship Type="http://schemas.openxmlformats.org/officeDocument/2006/relationships/notesSlide" Target="/ppt/notesSlides/notesSlide1.xml" Id="Rf33632fc617b427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dc5ec4fe944074" /><Relationship Type="http://schemas.openxmlformats.org/officeDocument/2006/relationships/image" Target="/ppt/media/image2.png" Id="Rfcb5920f859f465c" /><Relationship Type="http://schemas.openxmlformats.org/officeDocument/2006/relationships/notesSlide" Target="/ppt/notesSlides/notesSlide2.xml" Id="R0262e5f44b814ca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96848ed52c86410e" /><Relationship Type="http://schemas.openxmlformats.org/officeDocument/2006/relationships/image" Target="/ppt/media/image2.png" Id="Rf0d9e1b0e83d483c" /><Relationship Type="http://schemas.openxmlformats.org/officeDocument/2006/relationships/notesSlide" Target="/ppt/notesSlides/notesSlide3.xml" Id="R9a450e4921bd4bb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0c6c9ac0014f4707" /><Relationship Type="http://schemas.openxmlformats.org/officeDocument/2006/relationships/image" Target="/ppt/media/image3.png" Id="R4a86e8624d2d4e94" /><Relationship Type="http://schemas.openxmlformats.org/officeDocument/2006/relationships/notesSlide" Target="/ppt/notesSlides/notesSlide4.xml" Id="Rf79e621c6cf041c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24de3664258247ac" /><Relationship Type="http://schemas.openxmlformats.org/officeDocument/2006/relationships/image" Target="/ppt/media/image3.png" Id="Rfad84a79681d41cf" /><Relationship Type="http://schemas.openxmlformats.org/officeDocument/2006/relationships/notesSlide" Target="/ppt/notesSlides/notesSlide5.xml" Id="R0a971c0dc5b44d4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7c5c6035024e4d7a" /><Relationship Type="http://schemas.openxmlformats.org/officeDocument/2006/relationships/image" Target="/ppt/media/image2.png" Id="R11ca8d920e3b47de" /><Relationship Type="http://schemas.openxmlformats.org/officeDocument/2006/relationships/notesSlide" Target="/ppt/notesSlides/notesSlide6.xml" Id="R1b552ece78c4436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458a967d3ed74be2" /><Relationship Type="http://schemas.openxmlformats.org/officeDocument/2006/relationships/image" Target="/ppt/media/image3.png" Id="Rf3bd2c04e32744ee" /><Relationship Type="http://schemas.openxmlformats.org/officeDocument/2006/relationships/notesSlide" Target="/ppt/notesSlides/notesSlide7.xml" Id="R51f173e85d654c7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5b915e3db0cc46f5" /><Relationship Type="http://schemas.openxmlformats.org/officeDocument/2006/relationships/image" Target="/ppt/media/image3.png" Id="Re58c298a1a274ef0" /><Relationship Type="http://schemas.openxmlformats.org/officeDocument/2006/relationships/notesSlide" Target="/ppt/notesSlides/notesSlide8.xml" Id="Rf57d0c1f09a948c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abad4cff117b46b1" /><Relationship Type="http://schemas.openxmlformats.org/officeDocument/2006/relationships/image" Target="/ppt/media/image3.png" Id="Rd40cf79877144e34" /><Relationship Type="http://schemas.openxmlformats.org/officeDocument/2006/relationships/notesSlide" Target="/ppt/notesSlides/notesSlide9.xml" Id="Rc7aaa05072c1480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b91afc16e6e54463" /><Relationship Type="http://schemas.openxmlformats.org/officeDocument/2006/relationships/image" Target="/ppt/media/image2.png" Id="R7fab1a418774476d" /><Relationship Type="http://schemas.openxmlformats.org/officeDocument/2006/relationships/notesSlide" Target="/ppt/notesSlides/notesSlide10.xml" Id="Rf88c5eeceedb4a3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cfac443fc73e4609" /><Relationship Type="http://schemas.openxmlformats.org/officeDocument/2006/relationships/image" Target="/ppt/media/image3.png" Id="R2bfeebffda154e1b" /><Relationship Type="http://schemas.openxmlformats.org/officeDocument/2006/relationships/notesSlide" Target="/ppt/notesSlides/notesSlide11.xml" Id="R43b2703db08f4b3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ecccedd700064d29" /><Relationship Type="http://schemas.openxmlformats.org/officeDocument/2006/relationships/image" Target="/ppt/media/image3.png" Id="Rbed778fc8e1a4ffb" /><Relationship Type="http://schemas.openxmlformats.org/officeDocument/2006/relationships/notesSlide" Target="/ppt/notesSlides/notesSlide12.xml" Id="Rc7fe20fece69455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c5d97c14fc8241f3" /><Relationship Type="http://schemas.openxmlformats.org/officeDocument/2006/relationships/image" Target="/ppt/media/image3.png" Id="R553c9b15f4fa4724" /><Relationship Type="http://schemas.openxmlformats.org/officeDocument/2006/relationships/notesSlide" Target="/ppt/notesSlides/notesSlide13.xml" Id="Rf9777b52bc8d44a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6a0681def3b64915" /><Relationship Type="http://schemas.openxmlformats.org/officeDocument/2006/relationships/image" Target="/ppt/media/image3.png" Id="Rcedeebea0e674296" /><Relationship Type="http://schemas.openxmlformats.org/officeDocument/2006/relationships/notesSlide" Target="/ppt/notesSlides/notesSlide14.xml" Id="R2d158287addd417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a9b24ecbb6a64e37" /><Relationship Type="http://schemas.openxmlformats.org/officeDocument/2006/relationships/image" Target="/ppt/media/image3.png" Id="R92a746c5bda34f6f" /><Relationship Type="http://schemas.openxmlformats.org/officeDocument/2006/relationships/notesSlide" Target="/ppt/notesSlides/notesSlide15.xml" Id="Raa6e62022860481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b3b203aaed1a44f5" /><Relationship Type="http://schemas.openxmlformats.org/officeDocument/2006/relationships/image" Target="/ppt/media/image3.png" Id="R5b92587419cd4b34" /><Relationship Type="http://schemas.openxmlformats.org/officeDocument/2006/relationships/notesSlide" Target="/ppt/notesSlides/notesSlide16.xml" Id="Re77c6d1c8e8948f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cfc3691387494bcc" /><Relationship Type="http://schemas.openxmlformats.org/officeDocument/2006/relationships/image" Target="/ppt/media/image3.png" Id="Rde7d5b6bfcc846f7" /><Relationship Type="http://schemas.openxmlformats.org/officeDocument/2006/relationships/notesSlide" Target="/ppt/notesSlides/notesSlide17.xml" Id="R60c6ff84d2e54e5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4dde87b4ee35468f" /><Relationship Type="http://schemas.openxmlformats.org/officeDocument/2006/relationships/image" Target="/ppt/media/image3.png" Id="R07ff96e443af4125" /><Relationship Type="http://schemas.openxmlformats.org/officeDocument/2006/relationships/notesSlide" Target="/ppt/notesSlides/notesSlide18.xml" Id="R480b3509756d455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eb4c75906c814eee" /><Relationship Type="http://schemas.openxmlformats.org/officeDocument/2006/relationships/image" Target="/ppt/media/image3.png" Id="Raf26c0daafe84ced" /><Relationship Type="http://schemas.openxmlformats.org/officeDocument/2006/relationships/notesSlide" Target="/ppt/notesSlides/notesSlide19.xml" Id="R8e4b1c72a981413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29b3b23296844e3e" /><Relationship Type="http://schemas.openxmlformats.org/officeDocument/2006/relationships/image" Target="/ppt/media/image3.png" Id="Rb01e9740cc7742b7" /><Relationship Type="http://schemas.openxmlformats.org/officeDocument/2006/relationships/notesSlide" Target="/ppt/notesSlides/notesSlide20.xml" Id="R72b9f424fe8b41f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9781a16e42ce4e77" /><Relationship Type="http://schemas.openxmlformats.org/officeDocument/2006/relationships/image" Target="/ppt/media/image3.png" Id="Ra0a4e97b6a1f440f" /><Relationship Type="http://schemas.openxmlformats.org/officeDocument/2006/relationships/notesSlide" Target="/ppt/notesSlides/notesSlide21.xml" Id="Rb4e836b6d55d46e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cc4f95eb14a7496f" /><Relationship Type="http://schemas.openxmlformats.org/officeDocument/2006/relationships/image" Target="/ppt/media/image3.png" Id="Re0266e5c3ed342c7" /><Relationship Type="http://schemas.openxmlformats.org/officeDocument/2006/relationships/notesSlide" Target="/ppt/notesSlides/notesSlide22.xml" Id="Rba8091ad7d3d4d68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57ba1c0f322247e2" /><Relationship Type="http://schemas.openxmlformats.org/officeDocument/2006/relationships/image" Target="/ppt/media/image3.png" Id="Rde5b4d30c0e3485a" /><Relationship Type="http://schemas.openxmlformats.org/officeDocument/2006/relationships/notesSlide" Target="/ppt/notesSlides/notesSlide23.xml" Id="Rc1429a81c9d1444b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55791eb9f74843a3" /><Relationship Type="http://schemas.openxmlformats.org/officeDocument/2006/relationships/image" Target="/ppt/media/image3.png" Id="Rfd68376fc8a946c3" /><Relationship Type="http://schemas.openxmlformats.org/officeDocument/2006/relationships/notesSlide" Target="/ppt/notesSlides/notesSlide24.xml" Id="Re0a1f444ed6843d4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a44ef06773534438" /><Relationship Type="http://schemas.openxmlformats.org/officeDocument/2006/relationships/image" Target="/ppt/media/image2.png" Id="R387109009acb4e95" /><Relationship Type="http://schemas.openxmlformats.org/officeDocument/2006/relationships/notesSlide" Target="/ppt/notesSlides/notesSlide25.xml" Id="Rd05734005f134315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e08525c6e6e04ba2" /><Relationship Type="http://schemas.openxmlformats.org/officeDocument/2006/relationships/image" Target="/ppt/media/image3.png" Id="Rf461425276c44ea6" /><Relationship Type="http://schemas.openxmlformats.org/officeDocument/2006/relationships/notesSlide" Target="/ppt/notesSlides/notesSlide26.xml" Id="R2d42fa7a917f4f41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02bad6e38a444813" /><Relationship Type="http://schemas.openxmlformats.org/officeDocument/2006/relationships/image" Target="/ppt/media/image3.png" Id="Rd8ee1023225b47e4" /><Relationship Type="http://schemas.openxmlformats.org/officeDocument/2006/relationships/notesSlide" Target="/ppt/notesSlides/notesSlide27.xml" Id="R54687aedf8cb4389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bf200701c1024052" /><Relationship Type="http://schemas.openxmlformats.org/officeDocument/2006/relationships/image" Target="/ppt/media/image3.png" Id="R48a7789c1e4e4202" /><Relationship Type="http://schemas.openxmlformats.org/officeDocument/2006/relationships/notesSlide" Target="/ppt/notesSlides/notesSlide28.xml" Id="Rab09d53a8630495b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be35df3779bf4746" /><Relationship Type="http://schemas.openxmlformats.org/officeDocument/2006/relationships/image" Target="/ppt/media/image2.png" Id="Ra746e4e74e1d406a" /><Relationship Type="http://schemas.openxmlformats.org/officeDocument/2006/relationships/notesSlide" Target="/ppt/notesSlides/notesSlide29.xml" Id="R2d39ecb94ca643e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图片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0908d327394e4e"/>
          <a:srcRect xmlns:a="http://schemas.openxmlformats.org/drawingml/2006/main" l="49938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" y="-2407"/>
            <a:ext cx="6103614" cy="6860407"/>
          </a:xfrm>
          <a:prstGeom xmlns:a="http://schemas.openxmlformats.org/drawingml/2006/main" prst="rect">
            <a:avLst/>
          </a:prstGeom>
        </p:spPr>
      </p:pic>
      <p:sp>
        <p:nvSpPr>
          <p:cNvPr id="31" name="直角三角形 30">
            <a:extLst xmlns:a="http://schemas.openxmlformats.org/drawingml/2006/main">
              <a:ext uri="{FF2B5EF4-FFF2-40B4-BE49-F238E27FC236}">
                <a16:creationId xmlns:a16="http://schemas.microsoft.com/office/drawing/2014/main" id="{FBDC6FBC-5B15-4B27-993E-4AF8EAC8B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39426"/>
            <a:ext cx="2129742" cy="3418574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6D9FE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直角三角形 29">
            <a:extLst xmlns:a="http://schemas.openxmlformats.org/drawingml/2006/main">
              <a:ext uri="{FF2B5EF4-FFF2-40B4-BE49-F238E27FC236}">
                <a16:creationId xmlns:a16="http://schemas.microsoft.com/office/drawing/2014/main" id="{20110538-D038-431A-B0C4-CECA9F1BE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900668"/>
            <a:ext cx="1842392" cy="2957332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直角三角形 34">
            <a:extLst xmlns:a="http://schemas.openxmlformats.org/drawingml/2006/main">
              <a:ext uri="{FF2B5EF4-FFF2-40B4-BE49-F238E27FC236}">
                <a16:creationId xmlns:a16="http://schemas.microsoft.com/office/drawing/2014/main" id="{277EC6E2-AA3C-42BF-B054-90ABA1A86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9783" y="-69784"/>
            <a:ext cx="1384433" cy="15240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3" name="任意多边形: 形状 42">
            <a:extLst xmlns:a="http://schemas.openxmlformats.org/drawingml/2006/main">
              <a:ext uri="{FF2B5EF4-FFF2-40B4-BE49-F238E27FC236}">
                <a16:creationId xmlns:a16="http://schemas.microsoft.com/office/drawing/2014/main" id="{23212421-3CB9-4A6F-B6C5-B3393AE26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3927971" y="-8678"/>
            <a:ext cx="1012807" cy="2939977"/>
          </a:xfrm>
          <a:custGeom xmlns:a="http://schemas.openxmlformats.org/drawingml/2006/main">
            <a:rect l="l" t="t" r="r" b="b"/>
            <a:pathLst>
              <a:path w="1012807" h="2939977">
                <a:moveTo>
                  <a:pt x="1012807" y="0"/>
                </a:moveTo>
                <a:lnTo>
                  <a:pt x="930817" y="0"/>
                </a:lnTo>
                <a:lnTo>
                  <a:pt x="0" y="2939977"/>
                </a:lnTo>
                <a:lnTo>
                  <a:pt x="81990" y="2939977"/>
                </a:lnTo>
                <a:close/>
              </a:path>
            </a:pathLst>
          </a:cu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直角三角形 7">
            <a:extLst xmlns:a="http://schemas.openxmlformats.org/drawingml/2006/main">
              <a:ext uri="{FF2B5EF4-FFF2-40B4-BE49-F238E27FC236}">
                <a16:creationId xmlns:a16="http://schemas.microsoft.com/office/drawing/2014/main" id="{D8BFF7DE-2B79-4692-BE2E-B1CBA969A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0062258" y="-2407"/>
            <a:ext cx="2129742" cy="3418574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6D9FE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直角三角形 8">
            <a:extLst xmlns:a="http://schemas.openxmlformats.org/drawingml/2006/main">
              <a:ext uri="{FF2B5EF4-FFF2-40B4-BE49-F238E27FC236}">
                <a16:creationId xmlns:a16="http://schemas.microsoft.com/office/drawing/2014/main" id="{B9D108E0-DBE7-42E5-9538-1E6F13430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0349608" y="-8678"/>
            <a:ext cx="1842392" cy="2957332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D6EEEC42-9EA5-455A-A84E-6278B55AD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663" y="2107887"/>
            <a:ext cx="7966365" cy="13234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4000" b="1">
                <a:solidFill>
                  <a:schemeClr val="accent1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基于大模型的测试场景生成</a:t>
            </a:r>
          </a:p>
          <a:p xmlns:a="http://schemas.openxmlformats.org/drawingml/2006/main">
            <a:pPr algn="r">
              <a:buNone/>
            </a:pPr>
            <a:r>
              <a:rPr sz="4000" b="1">
                <a:solidFill>
                  <a:schemeClr val="accent1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与自主 Web 测试智能体</a:t>
            </a:r>
          </a:p>
        </p:txBody>
      </p:sp>
      <p:sp>
        <p:nvSpPr>
          <p:cNvPr id="6" name="直接连接符 5">
            <a:extLst xmlns:a="http://schemas.openxmlformats.org/drawingml/2006/main">
              <a:ext uri="{FF2B5EF4-FFF2-40B4-BE49-F238E27FC236}">
                <a16:creationId xmlns:a16="http://schemas.microsoft.com/office/drawing/2014/main" id="{F36C15F6-4A95-4F0F-A80F-A850FB658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983" y="3538910"/>
            <a:ext cx="6042821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17499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17DBEDCC-1672-4670-8F72-9D9E15866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9596" y="3624437"/>
            <a:ext cx="4967368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LLM-driven Test Scenario Generation &amp; Autonomous Web Testing Agent</a:t>
            </a: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67BF95EB-F667-4E5B-A28F-E2ED49069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1587" y="4567221"/>
            <a:ext cx="1454244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小组：第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7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组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AF1E8716-F2BA-4FBE-B4A1-ADD1598CE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444" y="5234176"/>
            <a:ext cx="2191584" cy="4671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E7F860F4-B985-41EB-952D-80AA44360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1587" y="5283080"/>
            <a:ext cx="1685077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汇报人：第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7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组</a:t>
            </a:r>
          </a:p>
        </p:txBody>
      </p:sp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E8BC879B-757F-4BAD-BFCA-40E899F42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0073" y="6147784"/>
            <a:ext cx="1518364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2026年5月26日</a:t>
            </a:r>
          </a:p>
        </p:txBody>
      </p:sp>
      <p:pic>
        <p:nvPicPr>
          <p:cNvPr id="53" name="图片 3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f936e8d58e4b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95036" y="153223"/>
            <a:ext cx="2554357" cy="538993"/>
          </a:xfrm>
          <a:prstGeom xmlns:a="http://schemas.openxmlformats.org/drawingml/2006/main" prst="rect">
            <a:avLst/>
          </a:prstGeom>
        </p:spPr>
      </p:pic>
      <p:sp>
        <p:nvSpPr>
          <p:cNvPr id="20" name="任意多边形: 形状 19">
            <a:extLst xmlns:a="http://schemas.openxmlformats.org/drawingml/2006/main">
              <a:ext uri="{FF2B5EF4-FFF2-40B4-BE49-F238E27FC236}">
                <a16:creationId xmlns:a16="http://schemas.microsoft.com/office/drawing/2014/main" id="{51BCB211-765B-4881-ABBA-67F77D321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319846" y="4401599"/>
            <a:ext cx="1112045" cy="2456401"/>
          </a:xfrm>
          <a:custGeom xmlns:a="http://schemas.openxmlformats.org/drawingml/2006/main">
            <a:rect l="l" t="t" r="r" b="b"/>
            <a:pathLst>
              <a:path w="1751" h="3868">
                <a:moveTo>
                  <a:pt x="1222" y="0"/>
                </a:moveTo>
                <a:lnTo>
                  <a:pt x="1751" y="0"/>
                </a:lnTo>
                <a:lnTo>
                  <a:pt x="527" y="3868"/>
                </a:lnTo>
                <a:lnTo>
                  <a:pt x="0" y="3868"/>
                </a:lnTo>
                <a:lnTo>
                  <a:pt x="1222" y="10"/>
                </a:lnTo>
                <a:lnTo>
                  <a:pt x="1219" y="10"/>
                </a:lnTo>
                <a:lnTo>
                  <a:pt x="1222" y="0"/>
                </a:lnTo>
                <a:close/>
              </a:path>
            </a:pathLst>
          </a:cu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07985768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流程图: 可选过程 25">
            <a:extLst xmlns:a="http://schemas.openxmlformats.org/drawingml/2006/main">
              <a:ext uri="{FF2B5EF4-FFF2-40B4-BE49-F238E27FC236}">
                <a16:creationId xmlns:a16="http://schemas.microsoft.com/office/drawing/2014/main" id="{E6FCCC0D-E720-45DE-904B-A797E02E1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1232204"/>
            <a:ext cx="3804920" cy="63754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椭圆 14">
            <a:extLst xmlns:a="http://schemas.openxmlformats.org/drawingml/2006/main">
              <a:ext uri="{FF2B5EF4-FFF2-40B4-BE49-F238E27FC236}">
                <a16:creationId xmlns:a16="http://schemas.microsoft.com/office/drawing/2014/main" id="{43035C86-4A89-4F83-B8CF-C0BF38ADE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8650" y="1968500"/>
            <a:ext cx="3240000" cy="324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DEAA8B84-074A-4B66-AA69-4611251F5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127375"/>
            <a:ext cx="1790065" cy="9220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5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目录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19F6F6DE-D3F1-42A9-AD32-449FC43C3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410" y="1295704"/>
            <a:ext cx="2748915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srgbClr val="0A418D"/>
                </a:solidFill>
                <a:latin typeface="微软雅黑"/>
                <a:ea typeface="微软雅黑"/>
                <a:cs typeface="微软雅黑"/>
              </a:rPr>
              <a:t>研究背景及意义</a:t>
            </a:r>
          </a:p>
        </p:txBody>
      </p:sp>
      <p:sp>
        <p:nvSpPr>
          <p:cNvPr id="27" name="椭圆 26">
            <a:extLst xmlns:a="http://schemas.openxmlformats.org/drawingml/2006/main">
              <a:ext uri="{FF2B5EF4-FFF2-40B4-BE49-F238E27FC236}">
                <a16:creationId xmlns:a16="http://schemas.microsoft.com/office/drawing/2014/main" id="{F450EE56-BD1B-43EC-B44E-773F2AEB3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580" y="1299514"/>
            <a:ext cx="504000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ABE0A2E6-89EE-4219-9AC1-1CF69F151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485" y="1325549"/>
            <a:ext cx="580390" cy="460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</a:rPr>
              <a:t>01</a:t>
            </a:r>
          </a:p>
        </p:txBody>
      </p:sp>
      <p:sp>
        <p:nvSpPr>
          <p:cNvPr id="29" name="流程图: 可选过程 28">
            <a:extLst xmlns:a="http://schemas.openxmlformats.org/drawingml/2006/main">
              <a:ext uri="{FF2B5EF4-FFF2-40B4-BE49-F238E27FC236}">
                <a16:creationId xmlns:a16="http://schemas.microsoft.com/office/drawing/2014/main" id="{45259BEA-6F2B-4D4D-9330-BBAF6BCB8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187879"/>
            <a:ext cx="3804920" cy="63754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1A4E0E0A-36C9-40E9-B29A-996C8C2C8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410" y="2251379"/>
            <a:ext cx="2694940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srgbClr val="0A418D"/>
                </a:solidFill>
                <a:latin typeface="微软雅黑"/>
                <a:ea typeface="微软雅黑"/>
                <a:cs typeface="微软雅黑"/>
              </a:rPr>
              <a:t>研究目标与方案</a:t>
            </a:r>
          </a:p>
        </p:txBody>
      </p:sp>
      <p:sp>
        <p:nvSpPr>
          <p:cNvPr id="31" name="椭圆 30">
            <a:extLst xmlns:a="http://schemas.openxmlformats.org/drawingml/2006/main">
              <a:ext uri="{FF2B5EF4-FFF2-40B4-BE49-F238E27FC236}">
                <a16:creationId xmlns:a16="http://schemas.microsoft.com/office/drawing/2014/main" id="{A3003164-CE5B-40C6-8807-85A8E7B8D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580" y="2255189"/>
            <a:ext cx="504000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B21867E7-A5A1-40D8-80D6-E8B193E23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485" y="2281224"/>
            <a:ext cx="580390" cy="460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</a:rPr>
              <a:t>02</a:t>
            </a:r>
          </a:p>
        </p:txBody>
      </p:sp>
      <p:sp>
        <p:nvSpPr>
          <p:cNvPr id="33" name="流程图: 可选过程 32">
            <a:extLst xmlns:a="http://schemas.openxmlformats.org/drawingml/2006/main">
              <a:ext uri="{FF2B5EF4-FFF2-40B4-BE49-F238E27FC236}">
                <a16:creationId xmlns:a16="http://schemas.microsoft.com/office/drawing/2014/main" id="{CB40E0FD-5F44-4828-99E9-C97F418BF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141649"/>
            <a:ext cx="3805555" cy="63754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E1E9B471-47C2-43BD-A24D-016D17628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410" y="3205149"/>
            <a:ext cx="2694940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srgbClr val="0A418D"/>
                </a:solidFill>
                <a:latin typeface="微软雅黑"/>
                <a:ea typeface="微软雅黑"/>
                <a:cs typeface="微软雅黑"/>
              </a:rPr>
              <a:t>研究框架介绍</a:t>
            </a:r>
          </a:p>
        </p:txBody>
      </p:sp>
      <p:sp>
        <p:nvSpPr>
          <p:cNvPr id="35" name="椭圆 34">
            <a:extLst xmlns:a="http://schemas.openxmlformats.org/drawingml/2006/main">
              <a:ext uri="{FF2B5EF4-FFF2-40B4-BE49-F238E27FC236}">
                <a16:creationId xmlns:a16="http://schemas.microsoft.com/office/drawing/2014/main" id="{B17F5E05-D170-44B6-BA4E-7A3862E06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580" y="3208959"/>
            <a:ext cx="504000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文本框 35">
            <a:extLst xmlns:a="http://schemas.openxmlformats.org/drawingml/2006/main">
              <a:ext uri="{FF2B5EF4-FFF2-40B4-BE49-F238E27FC236}">
                <a16:creationId xmlns:a16="http://schemas.microsoft.com/office/drawing/2014/main" id="{4B07CFF6-85BC-461F-9B11-2FBFDAEFC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485" y="3234994"/>
            <a:ext cx="580390" cy="460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</a:rPr>
              <a:t>03</a:t>
            </a:r>
          </a:p>
        </p:txBody>
      </p:sp>
      <p:sp>
        <p:nvSpPr>
          <p:cNvPr id="37" name="流程图: 可选过程 36">
            <a:extLst xmlns:a="http://schemas.openxmlformats.org/drawingml/2006/main">
              <a:ext uri="{FF2B5EF4-FFF2-40B4-BE49-F238E27FC236}">
                <a16:creationId xmlns:a16="http://schemas.microsoft.com/office/drawing/2014/main" id="{081AC40C-2817-4E08-B5EF-F2B7F54A1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4092244"/>
            <a:ext cx="3806190" cy="63754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5EBAD52D-FFE9-492C-BFA2-DDF59264C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410" y="4155744"/>
            <a:ext cx="274828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srgbClr val="0A418D"/>
                </a:solidFill>
                <a:latin typeface="微软雅黑"/>
                <a:ea typeface="微软雅黑"/>
                <a:cs typeface="微软雅黑"/>
              </a:rPr>
              <a:t>研究进度安排</a:t>
            </a:r>
          </a:p>
        </p:txBody>
      </p:sp>
      <p:sp>
        <p:nvSpPr>
          <p:cNvPr id="39" name="椭圆 38">
            <a:extLst xmlns:a="http://schemas.openxmlformats.org/drawingml/2006/main">
              <a:ext uri="{FF2B5EF4-FFF2-40B4-BE49-F238E27FC236}">
                <a16:creationId xmlns:a16="http://schemas.microsoft.com/office/drawing/2014/main" id="{2F1E23AB-3E3F-4A6D-B85B-9BAE3719D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580" y="4159554"/>
            <a:ext cx="504000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0" name="文本框 39">
            <a:extLst xmlns:a="http://schemas.openxmlformats.org/drawingml/2006/main">
              <a:ext uri="{FF2B5EF4-FFF2-40B4-BE49-F238E27FC236}">
                <a16:creationId xmlns:a16="http://schemas.microsoft.com/office/drawing/2014/main" id="{9042C2BE-59F2-4025-80AB-3D48CC256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485" y="4185589"/>
            <a:ext cx="580390" cy="460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</a:rPr>
              <a:t>04</a:t>
            </a:r>
          </a:p>
        </p:txBody>
      </p:sp>
      <p:sp>
        <p:nvSpPr>
          <p:cNvPr id="41" name="流程图: 可选过程 40">
            <a:extLst xmlns:a="http://schemas.openxmlformats.org/drawingml/2006/main">
              <a:ext uri="{FF2B5EF4-FFF2-40B4-BE49-F238E27FC236}">
                <a16:creationId xmlns:a16="http://schemas.microsoft.com/office/drawing/2014/main" id="{CFCBD5CC-0295-49A8-BC85-56198CF5D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5048554"/>
            <a:ext cx="3804920" cy="63754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2" name="文本框 41">
            <a:extLst xmlns:a="http://schemas.openxmlformats.org/drawingml/2006/main">
              <a:ext uri="{FF2B5EF4-FFF2-40B4-BE49-F238E27FC236}">
                <a16:creationId xmlns:a16="http://schemas.microsoft.com/office/drawing/2014/main" id="{34785A9E-51FF-4CF5-91C8-2ACF997A9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410" y="5112054"/>
            <a:ext cx="2125345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srgbClr val="0A418D"/>
                </a:solidFill>
                <a:latin typeface="微软雅黑"/>
                <a:ea typeface="微软雅黑"/>
                <a:cs typeface="微软雅黑"/>
              </a:rPr>
              <a:t>小组分工</a:t>
            </a:r>
          </a:p>
        </p:txBody>
      </p:sp>
      <p:sp>
        <p:nvSpPr>
          <p:cNvPr id="43" name="椭圆 42">
            <a:extLst xmlns:a="http://schemas.openxmlformats.org/drawingml/2006/main">
              <a:ext uri="{FF2B5EF4-FFF2-40B4-BE49-F238E27FC236}">
                <a16:creationId xmlns:a16="http://schemas.microsoft.com/office/drawing/2014/main" id="{38F727AF-092B-45EA-851D-0572CD8C3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580" y="5115864"/>
            <a:ext cx="504000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4" name="文本框 43">
            <a:extLst xmlns:a="http://schemas.openxmlformats.org/drawingml/2006/main">
              <a:ext uri="{FF2B5EF4-FFF2-40B4-BE49-F238E27FC236}">
                <a16:creationId xmlns:a16="http://schemas.microsoft.com/office/drawing/2014/main" id="{6980DEC6-7196-49C2-9CF3-FE339FE47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485" y="5141899"/>
            <a:ext cx="580390" cy="460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</a:rPr>
              <a:t>05</a:t>
            </a:r>
          </a:p>
        </p:txBody>
      </p:sp>
      <p:pic>
        <p:nvPicPr>
          <p:cNvPr id="48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b5920f859f465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1832" y="351944"/>
            <a:ext cx="3267572" cy="68948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549959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直角三角形 4">
            <a:extLst xmlns:a="http://schemas.openxmlformats.org/drawingml/2006/main">
              <a:ext uri="{FF2B5EF4-FFF2-40B4-BE49-F238E27FC236}">
                <a16:creationId xmlns:a16="http://schemas.microsoft.com/office/drawing/2014/main" id="{2EEF5748-A1BE-45B4-843B-EA94B4B01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39139"/>
            <a:ext cx="1818861" cy="1818861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直角三角形 5">
            <a:extLst xmlns:a="http://schemas.openxmlformats.org/drawingml/2006/main">
              <a:ext uri="{FF2B5EF4-FFF2-40B4-BE49-F238E27FC236}">
                <a16:creationId xmlns:a16="http://schemas.microsoft.com/office/drawing/2014/main" id="{FB8BC298-0524-4D8D-8535-479387CEF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9786082" y="-1"/>
            <a:ext cx="2405917" cy="240591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D268123A-7C8F-48FC-8B19-AD3F5270D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6592" y="1694838"/>
            <a:ext cx="1446530" cy="3153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9900" b="1">
                <a:solidFill>
                  <a:srgbClr val="174994">
                    <a:alpha val="38000"/>
                  </a:srgbClr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E343A0A1-3CC0-4083-AB0C-CA694AADD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2229" y="2782669"/>
            <a:ext cx="3387725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B77E53CA-5C65-4106-A7AD-CAD404572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2505" y="3606757"/>
            <a:ext cx="2586990" cy="3371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>
                <a:latin typeface="Times New Roman"/>
                <a:ea typeface="Times New Roman"/>
                <a:cs typeface="Times New Roman"/>
              </a:rPr>
              <a:t>Background and Significance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0D9385D7-63EB-4B96-A059-21268544C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76690" y="3512166"/>
            <a:ext cx="5238619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d9e1b0e83d483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513" y="78833"/>
            <a:ext cx="2554357" cy="5389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27105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74A6671-D989-4460-8AC1-77728FF7D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B02C34EA-4DCD-4F53-9074-FD041DF59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038" y="0"/>
            <a:ext cx="2011817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1355836C-A950-4A2B-A32B-6363CFE89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27C7E32B-A3CF-4666-86A5-5657E6AEE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90BC898A-C73D-4520-9BBC-F05395EA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023CB556-E9C7-4976-9AE4-BDE2D4ACA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3583B483-B7A7-4629-A9F7-9A868AA24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39" name="图片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86e8624d2d4e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28" name="直接连接符 27">
            <a:extLst xmlns:a="http://schemas.openxmlformats.org/drawingml/2006/main">
              <a:ext uri="{FF2B5EF4-FFF2-40B4-BE49-F238E27FC236}">
                <a16:creationId xmlns:a16="http://schemas.microsoft.com/office/drawing/2014/main" id="{48D3EC0F-DB7B-48DD-A354-7069A9D87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0" name="直接连接符 29">
            <a:extLst xmlns:a="http://schemas.openxmlformats.org/drawingml/2006/main">
              <a:ext uri="{FF2B5EF4-FFF2-40B4-BE49-F238E27FC236}">
                <a16:creationId xmlns:a16="http://schemas.microsoft.com/office/drawing/2014/main" id="{257E2E7D-C342-491F-B11E-F3D2A0D80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1" name="直接连接符 30">
            <a:extLst xmlns:a="http://schemas.openxmlformats.org/drawingml/2006/main">
              <a:ext uri="{FF2B5EF4-FFF2-40B4-BE49-F238E27FC236}">
                <a16:creationId xmlns:a16="http://schemas.microsoft.com/office/drawing/2014/main" id="{808C51AC-3886-4E1B-84C1-F3702CEEB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2" name="直接连接符 31">
            <a:extLst xmlns:a="http://schemas.openxmlformats.org/drawingml/2006/main">
              <a:ext uri="{FF2B5EF4-FFF2-40B4-BE49-F238E27FC236}">
                <a16:creationId xmlns:a16="http://schemas.microsoft.com/office/drawing/2014/main" id="{C48649A8-C9B5-4E39-89C0-EA2B58A61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4" name="等腰三角形 33">
            <a:extLst xmlns:a="http://schemas.openxmlformats.org/drawingml/2006/main">
              <a:ext uri="{FF2B5EF4-FFF2-40B4-BE49-F238E27FC236}">
                <a16:creationId xmlns:a16="http://schemas.microsoft.com/office/drawing/2014/main" id="{1CB34D15-A6F0-40AB-B46A-723E71B1E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0617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8C999504-BE27-4AB4-8610-1F5A39B8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14320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1.1  研究背景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F70E048-6BEB-4AA8-9032-DA0789AD2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8F37480-AD48-4690-8F56-5CB7ED0A4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328612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C80EB5A-A95D-40D8-80F7-A5030E7E1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1EA963A-623A-4522-8D9D-9463C261F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24125"/>
            <a:ext cx="2962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真实 Web 流程复杂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0091E31-0766-4264-8799-123F51F09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38450"/>
            <a:ext cx="29622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页面动态、权限状态、弹窗与异步加载交织，传统脚本维护成本高。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DAD7D9A-AEBD-4735-AB69-1669DB58F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81250"/>
            <a:ext cx="328612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7E938C4-46EC-4B8F-830E-116314A5A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81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5A99E86-EA9E-4FBB-9884-4BDEA6589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524125"/>
            <a:ext cx="2962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LLM Agent 仍易失败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3BCF5C2-8EEF-4523-A818-D57090484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838450"/>
            <a:ext cx="29622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缺少待测系统领域知识时，容易输出与手册或 UI 不一致的操作。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6F12278-5FDE-43DA-8B6E-3842F741B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81250"/>
            <a:ext cx="328612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4646C80-43C0-4C61-A94B-B848052F4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81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0">
            <a:solidFill>
              <a:srgbClr val="10A6A6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3053A7D-83FE-4EFF-B716-632BBD27F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524125"/>
            <a:ext cx="2962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完成后难以判定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E2729AC-9BA2-4058-BC41-3DF2E307C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38450"/>
            <a:ext cx="29622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Agent 自报成功不等于功能正确，需要 Trace、截图和验证器复核。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4BF3331-4DBB-4053-A4EC-E4A6F47E8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05250"/>
            <a:ext cx="100012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6FAFF"/>
          </a:solidFill>
          <a:ln xmlns:a="http://schemas.openxmlformats.org/drawingml/2006/main" w="12383">
            <a:solidFill>
              <a:srgbClr val="C9DAF0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31991C4-FEA3-4E1F-AFB4-A76905FA2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248150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核心问题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39C27E4-ADFB-4DBB-B9BE-E63A8F986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143375"/>
            <a:ext cx="7429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如何把 4ga Boards 手册中的功能描述，变成可执行、可验证、可追溯的 Web 测试任务？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CC1FAC7-6A89-4D9E-9C6E-274118699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619625"/>
            <a:ext cx="7334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SpecPilot 的回答：手册证据约束生成，零 locator 保持意图表达，browser-use 自主执行，验证器给出可复查结论。</a:t>
            </a:r>
          </a:p>
        </p:txBody>
      </p:sp>
    </p:spTree>
    <p:extLst>
      <p:ext uri="{BB962C8B-B14F-4D97-AF65-F5344CB8AC3E}">
        <p14:creationId xmlns:p14="http://schemas.microsoft.com/office/powerpoint/2010/main" val="99903338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74A6671-D989-4460-8AC1-77728FF7D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B02C34EA-4DCD-4F53-9074-FD041DF59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038" y="0"/>
            <a:ext cx="2011817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1355836C-A950-4A2B-A32B-6363CFE89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27C7E32B-A3CF-4666-86A5-5657E6AEE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90BC898A-C73D-4520-9BBC-F05395EA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023CB556-E9C7-4976-9AE4-BDE2D4ACA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3583B483-B7A7-4629-A9F7-9A868AA24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39" name="图片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d84a79681d41c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28" name="直接连接符 27">
            <a:extLst xmlns:a="http://schemas.openxmlformats.org/drawingml/2006/main">
              <a:ext uri="{FF2B5EF4-FFF2-40B4-BE49-F238E27FC236}">
                <a16:creationId xmlns:a16="http://schemas.microsoft.com/office/drawing/2014/main" id="{48D3EC0F-DB7B-48DD-A354-7069A9D87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0" name="直接连接符 29">
            <a:extLst xmlns:a="http://schemas.openxmlformats.org/drawingml/2006/main">
              <a:ext uri="{FF2B5EF4-FFF2-40B4-BE49-F238E27FC236}">
                <a16:creationId xmlns:a16="http://schemas.microsoft.com/office/drawing/2014/main" id="{257E2E7D-C342-491F-B11E-F3D2A0D80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1" name="直接连接符 30">
            <a:extLst xmlns:a="http://schemas.openxmlformats.org/drawingml/2006/main">
              <a:ext uri="{FF2B5EF4-FFF2-40B4-BE49-F238E27FC236}">
                <a16:creationId xmlns:a16="http://schemas.microsoft.com/office/drawing/2014/main" id="{808C51AC-3886-4E1B-84C1-F3702CEEB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2" name="直接连接符 31">
            <a:extLst xmlns:a="http://schemas.openxmlformats.org/drawingml/2006/main">
              <a:ext uri="{FF2B5EF4-FFF2-40B4-BE49-F238E27FC236}">
                <a16:creationId xmlns:a16="http://schemas.microsoft.com/office/drawing/2014/main" id="{C48649A8-C9B5-4E39-89C0-EA2B58A61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4" name="等腰三角形 33">
            <a:extLst xmlns:a="http://schemas.openxmlformats.org/drawingml/2006/main">
              <a:ext uri="{FF2B5EF4-FFF2-40B4-BE49-F238E27FC236}">
                <a16:creationId xmlns:a16="http://schemas.microsoft.com/office/drawing/2014/main" id="{1CB34D15-A6F0-40AB-B46A-723E71B1E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0617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8C999504-BE27-4AB4-8610-1F5A39B8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14320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1.2  研究意义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F70E048-6BEB-4AA8-9032-DA0789AD2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2A10DD6-5A84-431D-BA64-96D6AE385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00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A3A6A01-334C-4A38-A40A-61F9282A0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955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1135A1E-6D15-4F72-94F2-629E981B2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908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手册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D817924-6CFB-45FB-98A3-526D4EE90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软件手册转为结构化测试知识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26B36AE-3CE4-4F64-960F-D67A7E51E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05D5FF1-B3E2-40A6-A20B-62D29BE38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00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B0E2BA7-FE16-459E-AAA0-CA364CCF7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955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F201534-7B1F-4F63-86E9-9326A45AA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9908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场景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531F6E3-114F-4740-A6B8-09A9E6B8A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3337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自然语言步骤，不绑定 DOM locator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DCABC38-99B5-4D9C-AF5E-1BDF007E1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CB57F64-5BF1-4772-9C1C-2A6D74665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400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3C0AD6D-698C-466A-81CB-7DBECB48A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4955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81EED53-C473-4FDB-BC28-DE542AE74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9908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执行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77EE095-5A1A-413D-A177-23ECF8071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3337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Web Agent 自主完成页面操作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77D53BA-E4D6-448C-91FE-515A5CF92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42AB6B4-84EF-46F5-BBD0-DE53AF93C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00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 w="12383">
            <a:solidFill>
              <a:srgbClr val="27AE60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3E44C8E-2409-4973-99B7-D18F0D78D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955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D89D9EC-2AF8-46C8-BCA0-DCF1A65BF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9908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验证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1AB2134-BA78-4037-9FA7-5B8891D7D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3337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确定性验证 + 视觉验证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DF82AD3-0184-48A3-ACCC-78A2F799E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92C3104-0DE6-48FB-905C-C1D5A4382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400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12383">
            <a:solidFill>
              <a:srgbClr val="F5A623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7ED19C6-D9C0-4974-84D2-6FC98625A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4955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626F6F1-5C90-433C-A9BE-6A0FCA694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诊断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4A49E45C-B78E-4EE9-807B-036E706E1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3337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失败分类与报告归档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A84F031-DB02-4EEE-A59A-2DF5F72B9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381500"/>
            <a:ext cx="9620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9EF"/>
          </a:solidFill>
          <a:ln xmlns:a="http://schemas.openxmlformats.org/drawingml/2006/main" w="12383">
            <a:solidFill>
              <a:srgbClr val="F3D6A2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78B4B12-E724-442E-A31E-B675B7587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29150"/>
            <a:ext cx="895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8A5700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8A5700"/>
                </a:solidFill>
                <a:latin typeface="微软雅黑"/>
                <a:ea typeface="微软雅黑"/>
                <a:cs typeface="微软雅黑"/>
              </a:rPr>
              <a:t>形成“手册证据 → 测试场景 → 智能体执行 → 结果验证 → 失败分析”的闭环，而不是只让大模型写测试用例。</a:t>
            </a:r>
          </a:p>
        </p:txBody>
      </p:sp>
    </p:spTree>
    <p:extLst>
      <p:ext uri="{BB962C8B-B14F-4D97-AF65-F5344CB8AC3E}">
        <p14:creationId xmlns:p14="http://schemas.microsoft.com/office/powerpoint/2010/main" val="99903338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直角三角形 4">
            <a:extLst xmlns:a="http://schemas.openxmlformats.org/drawingml/2006/main">
              <a:ext uri="{FF2B5EF4-FFF2-40B4-BE49-F238E27FC236}">
                <a16:creationId xmlns:a16="http://schemas.microsoft.com/office/drawing/2014/main" id="{C53D25DD-8F22-4F68-9717-D555EFF2C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39139"/>
            <a:ext cx="1818861" cy="1818861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直角三角形 5">
            <a:extLst xmlns:a="http://schemas.openxmlformats.org/drawingml/2006/main">
              <a:ext uri="{FF2B5EF4-FFF2-40B4-BE49-F238E27FC236}">
                <a16:creationId xmlns:a16="http://schemas.microsoft.com/office/drawing/2014/main" id="{ADC7355D-A963-4EF5-A54D-94BD284E9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9786082" y="-1"/>
            <a:ext cx="2405917" cy="240591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1CDF316-1371-4DD2-8047-DD78F3FF0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091" y="1694838"/>
            <a:ext cx="1446530" cy="3153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9900" b="1">
                <a:solidFill>
                  <a:srgbClr val="174994">
                    <a:alpha val="38000"/>
                  </a:srgbClr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ADFE3324-AB82-4283-A144-831DD98F9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40" y="2816963"/>
            <a:ext cx="3416320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7A87E50E-1656-4AF9-900E-068E0B99D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8376" y="3606757"/>
            <a:ext cx="3376244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>
                <a:latin typeface="Times New Roman"/>
                <a:ea typeface="Times New Roman"/>
                <a:cs typeface="Times New Roman"/>
              </a:rPr>
              <a:t>Research Objectives and Methodology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27A1EA1C-2086-40E7-BDCD-768E9DE10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87189" y="3512166"/>
            <a:ext cx="5238619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ca8d920e3b47d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513" y="78833"/>
            <a:ext cx="2554357" cy="5389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41624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DC4B7F6-BF62-4E53-B146-01F852D6E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A051C895-FBF6-4A5A-BC63-BF84752C8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6" y="0"/>
            <a:ext cx="2615316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89B0B3E7-7DD8-45DE-939C-F9A8FB310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F2445862-16EA-4A7B-819F-88AA98D22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B3F42468-B0D9-4785-A6E3-C45E4487C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48820B60-34E7-4E08-AA74-87AE879AA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9296B7C1-6589-4D9E-B954-249E6FCAF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39" name="图片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bd2c04e32744e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28" name="直接连接符 27">
            <a:extLst xmlns:a="http://schemas.openxmlformats.org/drawingml/2006/main">
              <a:ext uri="{FF2B5EF4-FFF2-40B4-BE49-F238E27FC236}">
                <a16:creationId xmlns:a16="http://schemas.microsoft.com/office/drawing/2014/main" id="{50FE17C1-9624-4A9F-9B57-784B471CC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0" name="直接连接符 29">
            <a:extLst xmlns:a="http://schemas.openxmlformats.org/drawingml/2006/main">
              <a:ext uri="{FF2B5EF4-FFF2-40B4-BE49-F238E27FC236}">
                <a16:creationId xmlns:a16="http://schemas.microsoft.com/office/drawing/2014/main" id="{CD71BD3E-851B-4639-9ACA-3D4E4AE92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1" name="直接连接符 30">
            <a:extLst xmlns:a="http://schemas.openxmlformats.org/drawingml/2006/main">
              <a:ext uri="{FF2B5EF4-FFF2-40B4-BE49-F238E27FC236}">
                <a16:creationId xmlns:a16="http://schemas.microsoft.com/office/drawing/2014/main" id="{8D892374-7818-4381-B65B-28BA4F095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2" name="直接连接符 31">
            <a:extLst xmlns:a="http://schemas.openxmlformats.org/drawingml/2006/main">
              <a:ext uri="{FF2B5EF4-FFF2-40B4-BE49-F238E27FC236}">
                <a16:creationId xmlns:a16="http://schemas.microsoft.com/office/drawing/2014/main" id="{7C97C541-360D-4782-8469-E7B26CBD6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4" name="等腰三角形 33">
            <a:extLst xmlns:a="http://schemas.openxmlformats.org/drawingml/2006/main">
              <a:ext uri="{FF2B5EF4-FFF2-40B4-BE49-F238E27FC236}">
                <a16:creationId xmlns:a16="http://schemas.microsoft.com/office/drawing/2014/main" id="{C6D0E936-EFA9-40A4-BDDA-02749B0C7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097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8B89FB35-04FF-43FB-9AC5-472301A1F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39239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2.1  总体流程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847CDFFF-8A37-44E4-9E15-9D0F90F8E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C69B703-3E1E-47F6-8DFE-747533EF8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D95ED3C-94D9-43B3-A193-35EF4B2EC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5997865-05A2-4FF5-BA53-3CCE47561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C2226F7-5776-4DE0-AF13-0A478AF88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4ga 手册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6078338-317B-44BF-85B5-3A43B2F05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英文 user/admin manual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D944CAE-BCB7-4E11-B131-114081FCC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6193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35F7DC4-2925-43E4-9EF8-E3C71EEFA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8A8110A-2855-4874-958E-E8B06AB5E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215D4CC-BF84-4376-B185-4B9CFBCA9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3719834-924A-4628-B1B8-F41EDFA55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清洗切片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823FEF2-2F2B-4675-8C26-12F1BAB4F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Markdown + heading path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BFE93BC-CCA9-43EE-B86D-6EB930446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26193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2B293A5-75A9-43F7-9624-66074C91E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2ECDC48-384A-4A8C-BDB5-969BA9E41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384E5D1-C4F8-4F9A-BAA6-36238340A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69E1338-9757-4CB2-9836-9C04ACA4E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向量索引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F7FB5E2-66B3-4AA9-8245-0A641507B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ChromaDB evidence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AD0F5C6-6D71-41C7-B384-771F25062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6193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5416ABC-028C-416B-9E9E-2B095C876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049F6CA-4037-41DC-AB12-CE7C55B39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 w="12383">
            <a:solidFill>
              <a:srgbClr val="27AE60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4BE2AB0-FDF5-4EBD-84B9-20F238D52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1FEF421-E6CC-4C84-A0EE-B029FB897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场景生成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D078FB7-1873-45E9-BFFA-5E7A2C97E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Feature + Scenario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5717082-691D-48F2-94D9-0D81A6EC3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26193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4557BA5-49D5-4F1B-A020-EE14A464A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4038E64-F229-4B0C-A3BC-D58DB4939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12383">
            <a:solidFill>
              <a:srgbClr val="F5A623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DA126724-F131-4908-8BEC-3A6D9BFC8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3D95CA03-7D87-4F5D-AB46-344553714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自主执行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8369D539-2D5E-498F-8EA0-C3FED3C99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browser-use Agent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9BB2812D-0E0B-449E-A948-4E14B6E1E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6193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8A09C600-4A0B-474C-889A-179F0D260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0A390220-2F6F-4AD6-B9B5-9F229237A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4C3C"/>
          </a:solidFill>
          <a:ln xmlns:a="http://schemas.openxmlformats.org/drawingml/2006/main" w="12383">
            <a:solidFill>
              <a:srgbClr val="E74C3C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4F42DC11-54F4-4925-B07F-50081175D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BEBBDBE6-698B-4A3B-A2F6-F0C9FE73B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验证报告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188E32FD-B2D0-4C68-A1B7-990CF564E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DOM/视觉/分类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A2FBFBBA-C883-451B-84D9-39A96A1E8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905250"/>
            <a:ext cx="3143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DDFFD808-CDCF-43F8-AA7E-1BF3E34E9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905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E38AC841-9D8A-4355-9E44-C9C60852F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048125"/>
            <a:ext cx="2819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边界 1：零 locator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2E06B7B0-9F3D-4944-BF65-200BFB6FB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362450"/>
            <a:ext cx="2819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场景只表达用户意图，不写 selector、xpath、DOM id 或 element index。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74622248-BE45-4F82-ADF5-F713AB4A7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905250"/>
            <a:ext cx="3143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2A49A5EA-68DC-44A0-8E3A-7C1054C30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905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6888EBD5-7673-4341-8C5A-B7994A3CC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048125"/>
            <a:ext cx="2819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边界 2：browser-use 唯一执行器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56F1D1BD-E6E7-4B43-B883-55BFC8FB6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362450"/>
            <a:ext cx="2819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不使用 Playwright fallback，保持自然语言任务到 Agent 自主执行的路线。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A9541E4D-001C-4E00-B854-5EFE3445B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05250"/>
            <a:ext cx="3143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FBB47330-9E3D-4FC8-B555-A09C49E78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05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0">
            <a:solidFill>
              <a:srgbClr val="10A6A6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53FFAB1E-9BD1-41A3-9DE3-C7AEDD1D5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048125"/>
            <a:ext cx="2819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边界 3：本地可追溯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CCA8A87B-BBAA-425C-BD46-5C5445F0A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362450"/>
            <a:ext cx="2819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Trace、截图、验证结果和报告统一归档到 data/runs/{run_id}/。</a:t>
            </a:r>
          </a:p>
        </p:txBody>
      </p:sp>
    </p:spTree>
    <p:extLst>
      <p:ext uri="{BB962C8B-B14F-4D97-AF65-F5344CB8AC3E}">
        <p14:creationId xmlns:p14="http://schemas.microsoft.com/office/powerpoint/2010/main" val="410192030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3F5AD5A7-F10F-48AD-9516-B0900162B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39239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2.2  研究目标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1515B250-3F65-47D0-A517-C1F5DB30D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  <p:sp>
        <p:nvSpPr>
          <p:cNvPr id="118" name="矩形 117">
            <a:extLst xmlns:a="http://schemas.openxmlformats.org/drawingml/2006/main">
              <a:ext uri="{FF2B5EF4-FFF2-40B4-BE49-F238E27FC236}">
                <a16:creationId xmlns:a16="http://schemas.microsoft.com/office/drawing/2014/main" id="{E10E5026-9769-4FDA-A3C2-689FB4FFE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9" name="矩形 118">
            <a:extLst xmlns:a="http://schemas.openxmlformats.org/drawingml/2006/main">
              <a:ext uri="{FF2B5EF4-FFF2-40B4-BE49-F238E27FC236}">
                <a16:creationId xmlns:a16="http://schemas.microsoft.com/office/drawing/2014/main" id="{651D5F33-4A49-48C5-A33C-ABFDF222B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6" y="0"/>
            <a:ext cx="2615316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0" name="文本框 119">
            <a:extLst xmlns:a="http://schemas.openxmlformats.org/drawingml/2006/main">
              <a:ext uri="{FF2B5EF4-FFF2-40B4-BE49-F238E27FC236}">
                <a16:creationId xmlns:a16="http://schemas.microsoft.com/office/drawing/2014/main" id="{CCE41962-D964-415D-8B26-F787AF6B7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24" name="文本框 123">
            <a:extLst xmlns:a="http://schemas.openxmlformats.org/drawingml/2006/main">
              <a:ext uri="{FF2B5EF4-FFF2-40B4-BE49-F238E27FC236}">
                <a16:creationId xmlns:a16="http://schemas.microsoft.com/office/drawing/2014/main" id="{AF17376A-7459-49B5-8BB1-B818CD00B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30" name="文本框 129">
            <a:extLst xmlns:a="http://schemas.openxmlformats.org/drawingml/2006/main">
              <a:ext uri="{FF2B5EF4-FFF2-40B4-BE49-F238E27FC236}">
                <a16:creationId xmlns:a16="http://schemas.microsoft.com/office/drawing/2014/main" id="{599D3835-85B7-47C1-A1A6-FA9C570DC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131" name="文本框 130">
            <a:extLst xmlns:a="http://schemas.openxmlformats.org/drawingml/2006/main">
              <a:ext uri="{FF2B5EF4-FFF2-40B4-BE49-F238E27FC236}">
                <a16:creationId xmlns:a16="http://schemas.microsoft.com/office/drawing/2014/main" id="{FC780630-B8AC-4195-898D-6F8978079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132" name="文本框 131">
            <a:extLst xmlns:a="http://schemas.openxmlformats.org/drawingml/2006/main">
              <a:ext uri="{FF2B5EF4-FFF2-40B4-BE49-F238E27FC236}">
                <a16:creationId xmlns:a16="http://schemas.microsoft.com/office/drawing/2014/main" id="{E921E35E-305E-4103-9911-931745661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133" name="图片 1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8c298a1a274ef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134" name="直接连接符 133">
            <a:extLst xmlns:a="http://schemas.openxmlformats.org/drawingml/2006/main">
              <a:ext uri="{FF2B5EF4-FFF2-40B4-BE49-F238E27FC236}">
                <a16:creationId xmlns:a16="http://schemas.microsoft.com/office/drawing/2014/main" id="{4AA1076A-267F-432B-BDC2-E686E3C72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5" name="直接连接符 134">
            <a:extLst xmlns:a="http://schemas.openxmlformats.org/drawingml/2006/main">
              <a:ext uri="{FF2B5EF4-FFF2-40B4-BE49-F238E27FC236}">
                <a16:creationId xmlns:a16="http://schemas.microsoft.com/office/drawing/2014/main" id="{D4DF99EB-20A1-447A-8A73-DDECF5215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6" name="直接连接符 135">
            <a:extLst xmlns:a="http://schemas.openxmlformats.org/drawingml/2006/main">
              <a:ext uri="{FF2B5EF4-FFF2-40B4-BE49-F238E27FC236}">
                <a16:creationId xmlns:a16="http://schemas.microsoft.com/office/drawing/2014/main" id="{50870E47-F85E-4953-9B7F-757B3AF8D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7" name="直接连接符 136">
            <a:extLst xmlns:a="http://schemas.openxmlformats.org/drawingml/2006/main">
              <a:ext uri="{FF2B5EF4-FFF2-40B4-BE49-F238E27FC236}">
                <a16:creationId xmlns:a16="http://schemas.microsoft.com/office/drawing/2014/main" id="{8089A8E7-8F7B-4127-B817-9C735EC32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8" name="等腰三角形 137">
            <a:extLst xmlns:a="http://schemas.openxmlformats.org/drawingml/2006/main">
              <a:ext uri="{FF2B5EF4-FFF2-40B4-BE49-F238E27FC236}">
                <a16:creationId xmlns:a16="http://schemas.microsoft.com/office/drawing/2014/main" id="{4A263288-6E46-4B9E-817D-3C7EB473F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097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5689DE01-45EF-4C16-9CB6-A84131C48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288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E66DE4C3-BE1E-4E2D-B7D3-1A40FCC13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57175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48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DF9665EB-7864-46AB-ADF1-5F502FFF8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26193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已抽取功能点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61FF1FDC-870B-4EA0-BC17-75B869E2C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4288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0E74A0FC-B57C-44BA-AA20-857159320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257175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62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FC7EAB0A-4EED-4BA8-826A-7C09B86EC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26193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已生成测试场景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F9A5F79F-5D48-4DFF-A974-5F15052EF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4288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245C44D6-BF40-44D8-9240-9E7425D7B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57175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7AE60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27AE60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89F6C224-7A05-45E2-9861-25343FF14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6193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本地运行记录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BE700F77-08A1-4829-A20E-A264B1C3F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62200"/>
            <a:ext cx="3381375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3FAFF"/>
          </a:solidFill>
          <a:ln xmlns:a="http://schemas.openxmlformats.org/drawingml/2006/main" w="12383">
            <a:solidFill>
              <a:srgbClr val="BBD9F4"/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544B783F-3064-4B53-9059-9E968B974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609850"/>
            <a:ext cx="257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可运行本地闭环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73739DAE-43AF-4E92-A9A2-0B4A921E6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3370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从手册到执行记录，已形成端到端系统形态</a:t>
            </a: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39B64CB7-9583-4699-B9DA-A5B8BE8E2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576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E3972EBB-EFDF-4716-98E3-88B2E57C1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528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C174D4F5-B022-4BE8-ADC5-CDC251EC5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905250"/>
            <a:ext cx="901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自动抽取 4ga Boards 主要功能点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F4C718DC-8B6B-4C53-9B9B-4438CB5C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767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B2820D09-7B7C-4E41-845E-8A51FEB8A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719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DFDEE3E3-6C3A-4E40-8304-39DD1D2B6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324350"/>
            <a:ext cx="901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生成结构化、可执行、带证据的测试场景</a:t>
            </a:r>
          </a:p>
        </p:txBody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E6F8CAD7-606F-4D1B-B322-AAD6EE745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958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B5DE6BFB-D9A0-4FBE-B054-FBADA90B9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910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12D84E81-AA89-4407-B132-867DB4B53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743450"/>
            <a:ext cx="901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实时展示 Agent 节点状态、动作、截图与事件流</a:t>
            </a:r>
          </a:p>
        </p:txBody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715B8D48-424B-469E-9E0B-0912F3214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149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2081A3C0-C9F6-40CD-8422-838539A51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101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264547C4-E349-4D3F-97DF-3A2FD2B67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162550"/>
            <a:ext cx="901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对执行结果进行验证、失败分类和报告归档</a:t>
            </a:r>
          </a:p>
        </p:txBody>
      </p:sp>
    </p:spTree>
    <p:extLst>
      <p:ext uri="{BB962C8B-B14F-4D97-AF65-F5344CB8AC3E}">
        <p14:creationId xmlns:p14="http://schemas.microsoft.com/office/powerpoint/2010/main" val="104861567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C5DA7CA1-70B9-4E2A-ACCE-A2B0364CA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39239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2.3  总体架构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27FAC13A-C4B2-4A07-B247-B6FC609DD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  <p:sp>
        <p:nvSpPr>
          <p:cNvPr id="100" name="矩形 99">
            <a:extLst xmlns:a="http://schemas.openxmlformats.org/drawingml/2006/main">
              <a:ext uri="{FF2B5EF4-FFF2-40B4-BE49-F238E27FC236}">
                <a16:creationId xmlns:a16="http://schemas.microsoft.com/office/drawing/2014/main" id="{F352DA87-3D00-4C14-AB17-254EA311B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1" name="矩形 100">
            <a:extLst xmlns:a="http://schemas.openxmlformats.org/drawingml/2006/main">
              <a:ext uri="{FF2B5EF4-FFF2-40B4-BE49-F238E27FC236}">
                <a16:creationId xmlns:a16="http://schemas.microsoft.com/office/drawing/2014/main" id="{73B58A2F-2613-4675-91B4-F5E927591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6" y="0"/>
            <a:ext cx="2615316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2" name="文本框 101">
            <a:extLst xmlns:a="http://schemas.openxmlformats.org/drawingml/2006/main">
              <a:ext uri="{FF2B5EF4-FFF2-40B4-BE49-F238E27FC236}">
                <a16:creationId xmlns:a16="http://schemas.microsoft.com/office/drawing/2014/main" id="{E4E5C484-F627-4B59-AD16-6479AC5B9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03" name="文本框 102">
            <a:extLst xmlns:a="http://schemas.openxmlformats.org/drawingml/2006/main">
              <a:ext uri="{FF2B5EF4-FFF2-40B4-BE49-F238E27FC236}">
                <a16:creationId xmlns:a16="http://schemas.microsoft.com/office/drawing/2014/main" id="{68569EF0-A4A4-4B56-B77A-6F56F2FA0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04" name="文本框 103">
            <a:extLst xmlns:a="http://schemas.openxmlformats.org/drawingml/2006/main">
              <a:ext uri="{FF2B5EF4-FFF2-40B4-BE49-F238E27FC236}">
                <a16:creationId xmlns:a16="http://schemas.microsoft.com/office/drawing/2014/main" id="{27BB5293-4B48-4EB3-82A0-C3EEE4BA8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105" name="文本框 104">
            <a:extLst xmlns:a="http://schemas.openxmlformats.org/drawingml/2006/main">
              <a:ext uri="{FF2B5EF4-FFF2-40B4-BE49-F238E27FC236}">
                <a16:creationId xmlns:a16="http://schemas.microsoft.com/office/drawing/2014/main" id="{8EC6E344-EBC5-475B-A47E-1A6F08365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106" name="文本框 105">
            <a:extLst xmlns:a="http://schemas.openxmlformats.org/drawingml/2006/main">
              <a:ext uri="{FF2B5EF4-FFF2-40B4-BE49-F238E27FC236}">
                <a16:creationId xmlns:a16="http://schemas.microsoft.com/office/drawing/2014/main" id="{98566DDC-D397-4A51-A9F8-B89FDBECD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107" name="图片 10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0cf79877144e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108" name="直接连接符 107">
            <a:extLst xmlns:a="http://schemas.openxmlformats.org/drawingml/2006/main">
              <a:ext uri="{FF2B5EF4-FFF2-40B4-BE49-F238E27FC236}">
                <a16:creationId xmlns:a16="http://schemas.microsoft.com/office/drawing/2014/main" id="{86C1ED2F-F6CB-41FD-8287-03980FA3A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9" name="直接连接符 108">
            <a:extLst xmlns:a="http://schemas.openxmlformats.org/drawingml/2006/main">
              <a:ext uri="{FF2B5EF4-FFF2-40B4-BE49-F238E27FC236}">
                <a16:creationId xmlns:a16="http://schemas.microsoft.com/office/drawing/2014/main" id="{B7050A9C-5873-4754-8D9D-B127A3FB2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0" name="直接连接符 109">
            <a:extLst xmlns:a="http://schemas.openxmlformats.org/drawingml/2006/main">
              <a:ext uri="{FF2B5EF4-FFF2-40B4-BE49-F238E27FC236}">
                <a16:creationId xmlns:a16="http://schemas.microsoft.com/office/drawing/2014/main" id="{1DDF999B-915D-4CD2-999C-FAA9327E3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1" name="直接连接符 110">
            <a:extLst xmlns:a="http://schemas.openxmlformats.org/drawingml/2006/main">
              <a:ext uri="{FF2B5EF4-FFF2-40B4-BE49-F238E27FC236}">
                <a16:creationId xmlns:a16="http://schemas.microsoft.com/office/drawing/2014/main" id="{4EE3BF20-BD17-4CC5-BA20-DD86AC12A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2" name="等腰三角形 111">
            <a:extLst xmlns:a="http://schemas.openxmlformats.org/drawingml/2006/main">
              <a:ext uri="{FF2B5EF4-FFF2-40B4-BE49-F238E27FC236}">
                <a16:creationId xmlns:a16="http://schemas.microsoft.com/office/drawing/2014/main" id="{8B64758C-5507-40E3-90A1-72C6F587B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097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E6EE4074-A8CB-4E3A-BDE1-41591D07A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43125"/>
            <a:ext cx="9334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A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A4E76EA3-CC15-40D1-A95C-19F768D7F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25742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Next.js 中文控制台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F8C30C10-BA38-448B-9A87-467D61493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76475"/>
            <a:ext cx="571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Dashboard / Features / Scenarios / Live Run / Reports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62FD94AC-6B39-4AE5-A9FA-D12BD1DBA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33675"/>
            <a:ext cx="89916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4FB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1432622A-27FF-455F-9AC6-15FB75CD0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284797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REST API + SSE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FE9A2246-F13D-4298-B66F-E2C5D7A08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867025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运行创建、事件推送、报告导出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62A7400A-B0FD-4392-972E-0054B01D8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324225"/>
            <a:ext cx="86487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A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45678667-A30D-4D77-A8E8-40784433E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343852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FastAPI 后端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272FD71A-0701-4650-92CD-EA6C6E026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457575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SQLModel / SQLite / ChromaDB / Artifact storage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800514E2-8153-444A-81E7-71FCE6A75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914775"/>
            <a:ext cx="83058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4FB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7CDEB75E-3418-475C-9C4A-ABEEBD135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402907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LangGraph Workflow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0CE01614-BADF-4C1A-9BA0-9583323AF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48125"/>
            <a:ext cx="457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ScenarioLoader → BrowserUseRun → Verifier → Reporter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D509F7DF-EAB5-4724-8EEF-E28D35547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505325"/>
            <a:ext cx="79629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A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BE461C1D-B9ED-4BE4-A366-5BF73A634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461962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browser-use Agent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6654A885-5621-4440-9E27-924A7326A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638675"/>
            <a:ext cx="419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DeepSeek / OpenAI-compatible / Browser Use hosted LLM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1DE18D7A-B6B6-4CCB-8F3A-378F193D5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095875"/>
            <a:ext cx="7620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4FB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CFD878ED-3E05-47FD-8D88-B489F6659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21017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验证与报告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F015CAB0-F1D4-4E0D-A1C4-AA313FEC9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29225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Deterministic Verifier + GLM-4.6V + FailureClassifier</a:t>
            </a:r>
          </a:p>
        </p:txBody>
      </p:sp>
    </p:spTree>
    <p:extLst>
      <p:ext uri="{BB962C8B-B14F-4D97-AF65-F5344CB8AC3E}">
        <p14:creationId xmlns:p14="http://schemas.microsoft.com/office/powerpoint/2010/main" val="7184916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直角三角形 4">
            <a:extLst xmlns:a="http://schemas.openxmlformats.org/drawingml/2006/main">
              <a:ext uri="{FF2B5EF4-FFF2-40B4-BE49-F238E27FC236}">
                <a16:creationId xmlns:a16="http://schemas.microsoft.com/office/drawing/2014/main" id="{0A7C0DCB-7EEF-4038-B0F9-818B301C4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39139"/>
            <a:ext cx="1818861" cy="1818861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直角三角形 5">
            <a:extLst xmlns:a="http://schemas.openxmlformats.org/drawingml/2006/main">
              <a:ext uri="{FF2B5EF4-FFF2-40B4-BE49-F238E27FC236}">
                <a16:creationId xmlns:a16="http://schemas.microsoft.com/office/drawing/2014/main" id="{DD40740B-FE96-4EF6-86AD-CF918FD93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9786082" y="-1"/>
            <a:ext cx="2405917" cy="240591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07EA6693-60B7-4D50-B21C-80AEA1D91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091" y="1694838"/>
            <a:ext cx="1446530" cy="3153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9900" b="1">
                <a:solidFill>
                  <a:srgbClr val="174994">
                    <a:alpha val="38000"/>
                  </a:srgbClr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326ABAB6-7A09-46C0-A59D-4BA7229D1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3028" y="2753201"/>
            <a:ext cx="2954655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B176D3F8-51CC-4A58-AF83-F49915A18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3024" y="3612894"/>
            <a:ext cx="3005951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>
                <a:latin typeface="Times New Roman"/>
                <a:ea typeface="Times New Roman"/>
                <a:cs typeface="Times New Roman"/>
              </a:rPr>
              <a:t>Research Framework Introduction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D28486A4-1558-4BFD-A981-FF400CBF6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87189" y="3512166"/>
            <a:ext cx="5238619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ab1a418774476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513" y="78833"/>
            <a:ext cx="2554357" cy="5389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95604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  整体技术栈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11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feebffda154e1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7A8019C5-B0E2-4F8F-A25E-C7629B394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38375"/>
            <a:ext cx="4762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E7BEF30B-E890-43ED-9CB1-9EC581BDC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38375"/>
            <a:ext cx="666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8C3155BE-889B-4657-B310-1439C2D30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81250"/>
            <a:ext cx="4438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前端展示层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24B7CF6A-0960-494C-B35E-4FAAFDB69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95575"/>
            <a:ext cx="44386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Next.js App Router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TypeScript / Tailwind CSS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Radix UI / Lucide Icons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React Flow / TanStack Query / Recharts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E56DB97B-8F16-4799-BFC2-352AF0901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38375"/>
            <a:ext cx="4762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4D6C8000-43CB-4BB8-90FC-7CBF19806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38375"/>
            <a:ext cx="666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86DCF22F-69D1-487A-A0A8-C5D2FE83E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81250"/>
            <a:ext cx="4438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后端服务层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B1E553CB-0ECB-49CE-BD25-A84DDD0AB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95575"/>
            <a:ext cx="44386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FastAPI / SQLModel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SQLite / ChromaDB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sse-starlette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persistence + artifacts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4F1CA244-2E3F-4ABA-B06E-5CCC31B16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71925"/>
            <a:ext cx="4762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55F88297-FF10-4AD3-9C12-1FDD510DB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71925"/>
            <a:ext cx="666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1945FE5D-0393-41C8-AB10-4087F6384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14800"/>
            <a:ext cx="4438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智能体层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4946A4F1-FB40-41D3-AEBB-2E92687BD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29125"/>
            <a:ext cx="44386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LangGraph workflow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browser-use Agent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OpenAI-compatible adapter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langchain-deepseek adapter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F3B187A2-631E-477E-93B7-EB7056B38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971925"/>
            <a:ext cx="4762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F2FB7EE7-D363-48A3-B339-5D2DD8595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971925"/>
            <a:ext cx="666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C6C5F24B-70E0-4A7A-867B-08BF3950D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14800"/>
            <a:ext cx="4438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验证与存储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656C1BE8-8C1C-460A-8F50-C3745E6AE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429125"/>
            <a:ext cx="44386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Deterministic Verifier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GLM-4.6V adapter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FailureClassifier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data/runs/{run_id}/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3.2  系统模块划分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12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d778fc8e1a4ff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F302BA49-BD6C-4BF3-93B5-C1238C1E7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669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E844FE75-8105-47F8-9A69-5A54A8137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622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DOC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7623655C-FB89-48B0-A0F7-CE4DCB259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190750"/>
            <a:ext cx="838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75992616-60F2-48E9-94C3-6D094A6AB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3241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手册知识层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A82C9822-C331-4C01-872A-2AFDB929D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431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爬取 / 清洗 / 切片 / 索引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B91FA29A-60D2-4393-9654-DC3F1260A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2860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0671FD80-FF25-431D-98DF-F9F2C1549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276475"/>
            <a:ext cx="952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C21FAB7B-A853-493A-9C45-A9C7AB371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9527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3BFD967A-725B-4571-93BF-773678090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480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SCN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8AA6C8DC-5A00-4B51-AEDE-CD248E7E0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876550"/>
            <a:ext cx="838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A0435063-73CF-47DE-94EC-85A7EEF5C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0099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场景生成层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029DFBF7-937E-4852-808A-2AB40FAC1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289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功能点抽取 / 零 locator 场景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ECCAB8E4-442C-4E80-9877-DE038039A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9718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FF3DA937-25D8-4062-8BD6-1279D2FFA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962275"/>
            <a:ext cx="952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623EC9F5-1D1A-4ADF-AE0E-1C4999E9C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385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3C823078-3DAC-4E58-841E-5FABFE19D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7338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AGT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8FD73635-5186-4EAB-91B7-60C65599D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562350"/>
            <a:ext cx="838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3168D8CF-F1FF-419C-95DF-0D4324881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6957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智能体执行层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4D136225-309A-49FC-955F-039D69405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7147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任务构造 / browser-use 执行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8696D1EE-6EA9-4DD8-ACCF-2D860576B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6576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B2433D0D-8242-4740-868E-A745CAAE9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648075"/>
            <a:ext cx="952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2761CF4A-34F9-4C1C-AFEC-36B18A5C7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3243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 w="12383">
            <a:solidFill>
              <a:srgbClr val="27AE60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C3E79EEE-FAF2-4BEC-8EAA-BA9A0DB5B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196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CHK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EA44E6AE-499B-4A8F-917E-9AB612418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248150"/>
            <a:ext cx="838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578AF35C-D304-4714-977A-D2ABD8D47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3815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验证与诊断层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A9539970-696A-4643-966C-EB10652E8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4005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确定性验证 / GLM 视觉 / 分类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AAFE2D89-150B-47CC-9FB7-33A9EFB75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3434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36045A16-E667-4F77-914A-818DDB0C1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333875"/>
            <a:ext cx="952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8185EF20-8343-42C3-8F75-328A9AE18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0101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12383">
            <a:solidFill>
              <a:srgbClr val="F5A623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9C55669F-9295-4B33-BD75-1B2490548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1054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UI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405D0C30-DC0E-4854-99FE-567AC9239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933950"/>
            <a:ext cx="838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B0DBAED8-8B1D-49B7-AE90-29E061975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0673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前端控制台层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710599C8-7C54-4A18-940B-718EDCBE6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0863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状态可视化 / 报告 / 运行历史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35969679-EA77-4E68-97B9-EAEFEE1F7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0292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81A56B12-584E-4E3B-8165-28D434426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019675"/>
            <a:ext cx="952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3.3  手册知识层与场景生成层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13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3c9b15f4fa47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66C05E43-B822-4F30-88C8-2080DAB61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6A63CA57-D139-4B6F-818D-AEBF5A51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35010BE6-699F-42D4-B8A7-BA80B4BFA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38F9AAEC-C318-4A8E-BA45-A77733142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手册页面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A74CCEEF-4A93-42A0-A333-0D821F06E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证据保真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34505448-877A-4FE0-9B89-9D7E8A837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B550DA05-E71A-4494-8880-675B23521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4CB57DBF-310C-48E4-A80A-3B9582119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FD89989E-3F4F-4B30-A82B-35ED83C1C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98551148-DE06-4CEC-9D9F-22474EF70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爬取清洗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4E064B61-D443-4D56-9C60-B37CB66B5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证据保真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F2785745-2ACA-4B08-8471-F9B84A2B5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3CAA8D06-610D-4B07-B31B-623E0CC47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B22E698E-F59E-45C2-81C0-04D14AD69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E47BF9D0-74E4-4BC0-B8B1-28F93F9E1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755CCFDE-9F11-4131-A3D7-5EB3E6445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标题切片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1BFB50C3-A98E-467E-B27C-D58458A4B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证据保真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6416D805-4B2F-49C2-B15E-5A8DF16E3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AB7AA46A-31FB-4252-B0CF-71398A05B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6F4086FB-30F3-400A-9C7D-FD1C63DE8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E0F2429C-EB80-461C-BFEE-0C0EC9A86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18F2D795-A34A-45DB-9504-453623477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ChromaDB索引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D9999927-D1C3-4F3F-8D85-6CE63580C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证据保真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170238C8-53E3-46CC-96E2-7D47B6710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249CD1B0-EA83-4669-89B9-FF869CE8A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6D20D132-B10B-4020-8984-F70B49534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312E0397-6BD6-443D-AE94-40447D1AA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265F9986-6223-468D-BC98-2FE567DA6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功能点抽取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FA0A08DE-A32C-48F5-B448-2F18B51FC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结构化输出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B12A3F01-6258-4893-BA9F-4EBB461FC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B14FAE9B-7950-405A-A970-26A6FA1FC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30C6DEEB-9340-4986-B02D-561FF3C66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F8BCB97C-149B-40B1-9220-34FD9EB45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AFFA3A91-F8A9-4E0A-9B82-649051C7C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零locator场景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1B280EE6-9270-464F-AD41-016B0BFDB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结构化输出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5F512C49-6558-4068-853D-BA4A5ABCF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B62D337F-1844-430C-9FE6-88BCF2EB8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79626441-672B-4A19-B805-030AE7F1D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FD3BB851-1BF1-459C-AD0C-239871D0A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7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B53DFD7C-C3FF-42AB-B950-1B912632E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校验入库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7BA01525-6FED-4BDF-B043-073359B72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结构化输出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AC8A43C1-087E-4162-9BAD-CB0AACDAA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57625"/>
            <a:ext cx="10287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3F8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41C9DB7E-BD7F-4A25-88DC-4195B5A27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29075"/>
            <a:ext cx="7715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手册知识层：URL / title / heading path / manual section / content hash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38350488-1000-4CB9-8B81-7CFF16188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72000"/>
            <a:ext cx="10287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4FFFD"/>
          </a:solidFill>
          <a:ln xmlns:a="http://schemas.openxmlformats.org/drawingml/2006/main" w="12383">
            <a:solidFill>
              <a:srgbClr val="BFE8E4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4FF74499-69D5-456D-8F41-918D02A3A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4345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场景生成层：Feature → Scenario → evidence quotes → 零 locator 校验 → SQLite 持久化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3.4  后端 API 与数据存储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14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deebea0e67429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4F58233B-B5CB-4791-B267-F67A4D12D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2476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7E239DE1-38EF-4088-8D3A-51FF5B747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FCBDF6D8-2A59-405D-8077-7385579A1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76500"/>
            <a:ext cx="2152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前端请求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DB275A71-972E-4136-A339-5B08ED9C1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90825"/>
            <a:ext cx="2152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/api/features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/api/scenarios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D3EF3025-0E49-42FF-A3DE-5C0E0F9BF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67000"/>
            <a:ext cx="112395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A2FDF7C7-47EC-47CF-A3B3-E90A06949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5146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91B955A8-005E-4869-B6E9-6DC15E409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2476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C2765D72-C232-486C-AA6D-E669C83AF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7F155EB6-0735-44F4-A377-3654F3447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81375"/>
            <a:ext cx="2152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手册生成任务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0026E7EB-69B8-462E-8A88-1935DA001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95700"/>
            <a:ext cx="2152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/api/pipeline/manual-to-scenarios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753BAE1A-A136-4E6B-9A36-B791D8DED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571875"/>
            <a:ext cx="112395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1B5D3EEC-6727-4F2D-88B4-7333424D3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4194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84AA65AD-0949-45B7-8E46-CEC1E63F6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43375"/>
            <a:ext cx="2476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1A5CEA39-D2A2-4640-BBA9-9DC5ED760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43375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0">
            <a:solidFill>
              <a:srgbClr val="10A6A6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CCA1E0F1-1EE3-4F61-BE36-75CCC59CA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86250"/>
            <a:ext cx="2152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运行请求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93DA4C97-8A04-4A78-A174-7291B65D7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00575"/>
            <a:ext cx="2152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/api/runs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/events / artifacts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6D0034D4-C56E-4C50-B9E5-E83EFED92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76750"/>
            <a:ext cx="112395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5E14C0C8-F694-4461-BBDA-3A7607112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3243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53CF71CE-65C2-4715-961B-65224C459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428875"/>
            <a:ext cx="2857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6FEFD"/>
          </a:solidFill>
          <a:ln xmlns:a="http://schemas.openxmlformats.org/drawingml/2006/main" w="12383">
            <a:solidFill>
              <a:srgbClr val="70D3CB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BDEBC80A-E083-4454-9A4E-8E87F403F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714625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FastAPI 后端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C355B34C-7738-4460-B0D9-35CD8459C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190875"/>
            <a:ext cx="1238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/api/features</a:t>
            </a:r>
          </a:p>
          <a:p xmlns:a="http://schemas.openxmlformats.org/drawingml/2006/main">
            <a:pPr algn="ctr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/api/scenarios</a:t>
            </a:r>
          </a:p>
          <a:p xmlns:a="http://schemas.openxmlformats.org/drawingml/2006/main">
            <a:pPr algn="ctr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/api/runs</a:t>
            </a:r>
          </a:p>
          <a:p xmlns:a="http://schemas.openxmlformats.org/drawingml/2006/main">
            <a:pPr algn="ctr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/api/settings</a:t>
            </a:r>
          </a:p>
          <a:p xmlns:a="http://schemas.openxmlformats.org/drawingml/2006/main">
            <a:pPr algn="ctr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/api/doctor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73A47F4C-DDE4-4102-B5FC-D4B8C4098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43125"/>
            <a:ext cx="23336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C8DAEE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15D2C6DE-596B-4713-BCC3-5B48C7902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764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SQLite 元数据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2121B821-8AFF-45C2-8DCA-00D82112D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362200"/>
            <a:ext cx="695325" cy="3048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9E0CD0AF-9524-4ED6-A2F1-A744C59B5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098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F43F0AF1-19DB-43D6-86A1-6B9C026B6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81300"/>
            <a:ext cx="23336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C8DAEE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11601A05-C6B0-4670-8C69-63D0D60F4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146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ChromaDB 索引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0F7367D8-C41B-4DC4-A9DD-F6B4EE9E7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667000"/>
            <a:ext cx="695325" cy="33337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2DB03384-2C1F-4F46-8DEC-3ED39079E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8479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6C3AE202-4E31-4EDC-B8B5-636598BD8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19475"/>
            <a:ext cx="23336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C8DAEE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623E65A5-5CDD-45B8-AE2A-3CE844422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55282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Artifacts 文件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8ED2AFA0-0249-4A89-B4FF-3D1AEA7B2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667000"/>
            <a:ext cx="695325" cy="9715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8AFD01A0-5918-46CC-BD44-2FD67441A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861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87D48A26-7456-49A4-9DF5-151ACC29B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57650"/>
            <a:ext cx="23336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C8DAEE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92BB08EC-7BD7-4C73-8D18-E4D6E2984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1910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SSE 事件流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BD373ADB-330B-4796-A435-E037F4A84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667000"/>
            <a:ext cx="695325" cy="16097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CA5567A6-954F-4946-B9EF-DF72472A0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12432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6035F462-9A07-47C4-9F72-B670068FB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695825"/>
            <a:ext cx="23336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C8DAEE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AD7F3C62-9BE6-43A3-9DD8-31FBC7EAA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8291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报告导出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BAE63561-BDF8-485B-9A2A-9BC3F65FC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667000"/>
            <a:ext cx="695325" cy="22479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BC33E4D6-B7D6-4238-9D1E-D6EBD0F75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762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3.5  前端控制台与可视化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15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a746c5bda34f6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298046E0-2E55-47A9-B36B-146ACC366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43125"/>
            <a:ext cx="65722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9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2E64E3DA-7270-4280-9C1D-5292944DD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43125"/>
            <a:ext cx="6572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B2F63"/>
          </a:solidFill>
          <a:ln xmlns:a="http://schemas.openxmlformats.org/drawingml/2006/main" w="12383">
            <a:solidFill>
              <a:srgbClr val="0B2F63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2E4CA034-630B-4D37-9373-7EE8F4BEC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57425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SpecPilot 中文控制台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2E9DC3ED-BD4C-43A6-ADD1-598767248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813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9D1FD484-BCF0-4FB7-82CE-2A2DCE606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47975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工作台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61E22021-5F46-49F9-9C0E-9D713BDC2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7813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7ED743D1-EA39-4797-B560-F2A46EA27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847975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功能点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9A7678C7-25A0-4EA7-97ED-CF5566A4C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7813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8C534C55-F598-410C-A740-033222BC7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847975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测试场景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E5CF9FA9-736F-4A4F-BF04-74FEF5193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7813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CA25ED37-8DA5-4B84-A3B2-529339357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847975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执行过程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6066D343-E90B-4ADE-B7C8-8FEAED7FD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7813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E3FA8948-C45E-4A53-AFB8-F194A6CCF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847975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执行记录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264C2666-8286-4EAA-A704-5E296A555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813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D23C6AC5-1ABA-4EF8-84BE-85606717C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52425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48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B9C44AEF-13BD-42A4-89CA-9DE10F76D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5718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功能点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DFD8A6D1-E1BD-4DD7-825A-99A593B89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3813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03D49692-34F8-4B22-B00A-758FD79EE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52425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62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F37D8F06-730A-46C0-9C86-2825AA9AE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5718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场景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DB0C4B04-F26C-48A7-9A14-A26472030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3813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E0980C42-8655-4345-86FE-2B3CAC9B1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52425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7AE60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27AE60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D57C7E3B-01E9-448A-9F4C-86D0A0B72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5718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运行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60A06EA2-A242-4773-94B2-BB35F046E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429125"/>
            <a:ext cx="26670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096E80D5-BBC4-4ED5-9D5E-836A2E18E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9105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SSE 实时事件流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4A0161D4-1716-4D61-8FBE-35737737E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429125"/>
            <a:ext cx="2619375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2D4AC02D-8B9E-47C7-BC1E-12A90F37B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59105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报告与运行历史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F42535D6-F935-4C5D-AE7A-357254FFF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81250"/>
            <a:ext cx="3143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4D9C3D74-9E45-413B-8BAE-6672D3DAC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81250"/>
            <a:ext cx="666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C3015654-EB5C-4DDA-9DDF-333BFD5BD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524125"/>
            <a:ext cx="2819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控制台职责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CE21897F-C776-4797-BF66-EE6F9A8C4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838450"/>
            <a:ext cx="281940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用中文界面串起功能点、场景、运行、报告四类工作流；通过实时事件流让智能体执行过程可观察、可解释、可复盘。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3.6  智能体层总体设计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16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92587419cd4b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A73C8E9E-0C62-4A59-B7E7-9F8E76D79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90750"/>
            <a:ext cx="1066800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AAD3F5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514C2093-9009-42F5-84C4-AF1042D31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714625"/>
            <a:ext cx="4000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4B847FE5-272B-4508-886C-0EBFFEBB3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33700"/>
            <a:ext cx="3333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browser-use 内部 Agent loop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A7A55C15-D1E6-4A73-A727-57CE94085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33375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980E44E0-D26D-4233-801B-D52E6D3DB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4861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6650E01B-4187-40CB-B2EC-34F6FF2B1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814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98E19C86-910A-4813-BD7C-371B57BBC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4861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观察页面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8AA61050-0CBD-4382-A0EC-27D267F92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762375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DOM + screenshot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67324B11-2DA1-4DEC-8B24-CE25178E7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33375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D35B8F94-DE27-4210-92F7-FD9375E8F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34861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4226DB0C-1322-4F4C-8A61-C054A5544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35814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35A3B537-0640-43BF-8777-854DF80BD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34861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规划动作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C1D9D105-4A6B-4C7D-99BC-4CB3EF8D2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3762375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click/input/drag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92DE3A22-A036-4CCF-A782-09FE89236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8145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FCD7B952-ABA8-4A6D-8C8C-79094F5C3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1338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9075431D-1B7D-402D-BF61-BB3114566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2291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349AA974-8757-4FED-BAA1-72E4E1FE8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1338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执行动作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1E49C7AE-6B84-404A-BAE7-6209566AC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410075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本地浏览器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9DF4D238-9CFA-43C4-86F6-FCFAA565A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98145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EF4D832E-300A-48B5-9041-121C6AE3E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41338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F1B490EF-E813-4C97-805A-7A866A341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42291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68E855D3-07FD-4A23-A125-9F2AB9E1D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41338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返回轨迹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7D8183EB-4AB0-45C5-8DFE-CE33BBC70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4410075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history + errors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B28B43B0-7C2D-45B8-B247-3105FF499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619375"/>
            <a:ext cx="4762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DF9FC37B-B8BC-4B43-A9D7-605EEF9A5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76550"/>
            <a:ext cx="3333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LangGraph 外部工作流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6D1BFDB6-2E4F-42D9-884E-03B5F72B8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333750"/>
            <a:ext cx="1219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18849F29-1626-4AF9-8978-00D50AADC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57575"/>
            <a:ext cx="1066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ScenarioLoader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8EF7441F-E627-4B10-8EA4-3282A9E2C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333750"/>
            <a:ext cx="1219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8FA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0345B6B9-2666-4813-8AB7-2C97EAEF5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457575"/>
            <a:ext cx="1066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BrowserUseRun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BDD5B80A-78DD-47DD-B4E2-FDD4C0F48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333750"/>
            <a:ext cx="1219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A3CC9705-AD25-416B-8743-B97F6550A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457575"/>
            <a:ext cx="1066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TraceCollector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EC2A880D-8692-4155-9AD8-F9FEBCF3A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24300"/>
            <a:ext cx="1219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31FE85B0-1A44-4493-9AAF-FCF5AE355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48125"/>
            <a:ext cx="1066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Verifier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F98D63E9-6DC5-4F8E-9CDF-49D18F0E4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924300"/>
            <a:ext cx="1219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5BBAE067-213B-4916-8256-12BF9C595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48125"/>
            <a:ext cx="1066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FailureClassifier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B12C05C6-B084-43FA-86F1-2370DDB23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924300"/>
            <a:ext cx="1219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B5FFFD64-926C-4F23-B613-639243E61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048125"/>
            <a:ext cx="1066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Reporter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0896E310-8161-469C-A200-027123C75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14875"/>
            <a:ext cx="857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2F6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0B2F63"/>
                </a:solidFill>
                <a:latin typeface="微软雅黑"/>
                <a:ea typeface="微软雅黑"/>
                <a:cs typeface="微软雅黑"/>
              </a:rPr>
              <a:t>职责边界：browser-use 负责单场景内部执行 loop；LangGraph 负责执行前后编排、记录、验证、分类和报告。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3.7  LangGraph 的作用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7d5b6bfcc846f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0E88699F-EB97-483D-A441-464C97CB0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27C87E4A-6E95-43BE-A7A0-841827AB2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ScenarioLoader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8D6C41D5-A701-4B3D-BB13-025A96ADF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0289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8068E6E0-76DD-42EE-BB40-BFD14A2EE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6F8FF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86D2C2F7-E0E2-47D6-ABA4-D817C01C7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BrowserUseRun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069B6E7B-B53F-4B52-9FAB-0CBDC7885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0289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9DDD2BE0-4681-44F0-B805-C93C5D456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F2365B60-650C-49A6-B984-2E1680B2D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TraceCollector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6DA9D5CF-9224-488C-832D-413D4DEF1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0289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4BACD1F3-77C3-4197-AD5F-B0FEA5942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C7088FBE-628E-4A03-B5D2-FE2C334BA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DeterministicVerifier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22D5FF27-8011-4BA0-A89E-C0C32F8CD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0289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D8E33DDB-5A74-41DF-9E72-DE8FFDA4A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773E9ED3-29A6-45CC-99A3-B0B9AA514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VisionVerifier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30271416-4F2F-437A-8521-BC1A035F8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0289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2F1C1321-15F1-4605-AA35-5D33A6557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19AEC56B-905C-4C22-B1E6-10861DE97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FailureClassifier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53C92A30-9F10-47BA-9FEB-289C3AE49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0289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AE192151-0C6A-49FA-AC19-B316BFE02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6C1ED05B-0E28-4AE4-B8A0-A9D720562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RepairPlanner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9D12F528-B4C6-4BAE-9BA6-1B9B96E83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0289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7CC089CE-2B12-4600-8B90-6DEB9C1A4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C6748B71-9336-4B6D-BBC7-46313D6B4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Reporter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09028460-A431-4146-BAFA-219A57248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52875"/>
            <a:ext cx="2190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58D89716-DD23-47CE-B7BD-DA898F24D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52875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E9B35C0E-CA26-45BB-A9B4-395502836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09575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固定运行阶段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7A0796B9-7A8B-4A22-A702-FF2598C49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410075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把一次 Agent 测试运行拆成可观测节点。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6B73288C-C055-4A84-8EC0-EC26D10A2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952875"/>
            <a:ext cx="2190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C2B2B702-E723-4AE0-999E-A2CA57521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952875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99B0B2DA-FEDB-478B-BB81-11618FD90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09575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支撑实时可视化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5B1120D9-9C1D-44E7-8A8F-A70B891ED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410075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React Flow 根据 TraceEvent 展示节点流转。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F50BF700-A71F-4D53-B41D-2B1C312DD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952875"/>
            <a:ext cx="2190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17FC96C0-58BF-4F72-A495-82B479618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952875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0">
            <a:solidFill>
              <a:srgbClr val="10A6A6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5E962F69-5FA6-40A2-9B37-766DAA1F9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09575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便于后续扩展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1E6E143F-173D-46B1-A4AA-2EDD6E217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410075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可插入二次验证、修补策略或人工审核节点。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1134CBAF-1523-45FE-A00B-76124ACC7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952875"/>
            <a:ext cx="2190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C9DEDAB4-C665-4D34-A9D3-A30F3E03E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952875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800FC596-9C02-49B4-8EE7-E7B8ED76D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09575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A62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5A623"/>
                </a:solidFill>
                <a:latin typeface="微软雅黑"/>
                <a:ea typeface="微软雅黑"/>
                <a:cs typeface="微软雅黑"/>
              </a:rPr>
              <a:t>不替代 browser-use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818000F7-0FAF-4B2A-AD4B-240DC7076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410075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不重新规划每一次 click，避免职责重叠。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3.8  从测试场景到 Agent 任务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18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ff96e443af41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6F9A3F33-8570-4957-8535-0C1BC7778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2381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F73D27EE-BBE0-461F-91CA-FF60E613C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7F69FAA0-C8C6-45D1-B708-A76F5A794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19375"/>
            <a:ext cx="2057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TestScenario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3E2015BC-4CE4-4017-BA1D-C438F552F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33700"/>
            <a:ext cx="20574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title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preconditions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test_data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steps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expectations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C72EE238-74BB-45FB-A758-F49795C39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28612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C27E86B8-DD0F-4495-99FB-2A923515A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476500"/>
            <a:ext cx="2762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7D50592B-E60E-4B19-AD82-3D4BECAD1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47650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5AE45721-A9F8-43A4-8314-5627D2F20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619375"/>
            <a:ext cx="2438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TaskBuilder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B3E33D8C-E1E4-4AD1-9598-65C4EE57B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933700"/>
            <a:ext cx="24384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字段筛选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敏感信息过滤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内容转换与规范化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补充执行规则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358FF6A3-391C-41F5-9814-8DCBCD957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8612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9F967CBB-0829-416A-B0AF-9AEE88E7A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476500"/>
            <a:ext cx="2762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E04BDD66-0B41-4710-82FD-3530FA55C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47650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0">
            <a:solidFill>
              <a:srgbClr val="10A6A6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0AEEBA5A-B911-4363-B428-C48271942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619375"/>
            <a:ext cx="2438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browser-use 任务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BDE09FE9-F9CC-4521-A28F-D3F455611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933700"/>
            <a:ext cx="24384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场景标题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前置条件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非敏感测试数据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操作步骤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执行规则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255A4467-C050-4AA4-A05A-41BB09CAF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810125"/>
            <a:ext cx="3429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2F0"/>
          </a:solidFill>
          <a:ln xmlns:a="http://schemas.openxmlformats.org/drawingml/2006/main" w="12383">
            <a:solidFill>
              <a:srgbClr val="F4B0A8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1526AA9E-C7AF-47C9-8D55-7DC2D2413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972050"/>
            <a:ext cx="30003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74C3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E74C3C"/>
                </a:solidFill>
                <a:latin typeface="微软雅黑"/>
                <a:ea typeface="微软雅黑"/>
                <a:cs typeface="微软雅黑"/>
              </a:rPr>
              <a:t>password / token / api_key 不进入任务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84FB80A6-1181-4B79-B07C-0A83E4743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10125"/>
            <a:ext cx="3619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0FFF7"/>
          </a:solidFill>
          <a:ln xmlns:a="http://schemas.openxmlformats.org/drawingml/2006/main" w="12383">
            <a:solidFill>
              <a:srgbClr val="B9EBCF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3A46204C-F9A6-409F-B3EE-C97AA35D0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972050"/>
            <a:ext cx="3238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7AE6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7AE60"/>
                </a:solidFill>
                <a:latin typeface="微软雅黑"/>
                <a:ea typeface="微软雅黑"/>
                <a:cs typeface="微软雅黑"/>
              </a:rPr>
              <a:t>expectations 只交给后置验证器，避免 Agent 迎合答案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3.9  为什么选择 browser-use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19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26c0daafe84ce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56210530-CB03-4FAC-9ABE-DB15838FA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38375"/>
            <a:ext cx="44767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9E8F4D8D-6CC6-42EB-A1CE-BA059F528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38375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B2F63"/>
          </a:solidFill>
          <a:ln xmlns:a="http://schemas.openxmlformats.org/drawingml/2006/main" w="12383">
            <a:solidFill>
              <a:srgbClr val="0B2F63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4EC75906-3E3D-4F25-ADC4-EB07BCE9B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52675"/>
            <a:ext cx="447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Playwright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7EC47BAA-8D88-4E1B-AD69-08C12EEF0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90512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脚本驱动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D31CFCAA-29E3-4917-A6C9-363131518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26707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依赖 locator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997957F2-98C9-45E0-985F-FE3D1BCC8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62902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确定性 E2E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F23CE69B-5E60-41A4-8B56-BA1EA21B3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99097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适合已知流程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93411DDD-2C26-43C9-8E01-1DB88AFB4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238375"/>
            <a:ext cx="44767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B386F73D-8DA8-40DE-8C45-689F5714A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238375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4819ED8C-823B-406E-B2A6-838066FC5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352675"/>
            <a:ext cx="447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browser-use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C21BEF65-F611-47C0-A0CD-E66F653A1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90512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自然语言任务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75FBFF53-7E91-478F-B527-58B60360D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26707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运行时观察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20503ADF-C404-467B-909D-0FCCFCE7B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62902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自主规划动作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88ADC0B4-0215-4B47-A001-BF236377E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99097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返回执行轨迹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4F02345F-C305-46BB-988E-8A1406929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095875"/>
            <a:ext cx="80962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12383">
            <a:solidFill>
              <a:srgbClr val="F1CE78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E8D13FA5-8A83-47B2-AF8C-CCB198C94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219700"/>
            <a:ext cx="7524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9A6500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9A6500"/>
                </a:solidFill>
                <a:latin typeface="微软雅黑"/>
                <a:ea typeface="微软雅黑"/>
                <a:cs typeface="微软雅黑"/>
              </a:rPr>
              <a:t>手册场景需要 Agent 自主执行：没有 selector，只有自然语言意图。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3.10  运行编排与实时事件流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20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1e9740cc7742b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615D3C63-1485-4DA7-811F-C914BC323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28875"/>
            <a:ext cx="285750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3869AFCE-6029-420C-A193-9E63CDAC0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714625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后端 Run Executor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79897F4D-3C15-4919-8AF0-EA19FCA89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90875"/>
            <a:ext cx="1905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ED1A2FEA-68E7-4562-A645-92C543447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257550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创建 run_id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D6173DB1-51DD-4B77-A90A-6EA3F020E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552825"/>
            <a:ext cx="1905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8C87316F-6CB8-4D71-90C6-7F93A7FCC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19500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Browser Use 执行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BDBE0EA5-39FC-4089-9D6D-880188D83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14775"/>
            <a:ext cx="1905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B050552A-790C-40B4-86ED-EC53ECC3E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81450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校验与分类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5C013624-C0F3-4CEC-A57F-EAF215D67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76725"/>
            <a:ext cx="1905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C7117F43-CF1B-4215-A0AF-F3CC44FC8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43400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写入 trace.jsonl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04FCE804-7387-4409-A9D7-F24A148FE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3337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CE74A20B-4FCD-4E70-9476-0382BA6BE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76500"/>
            <a:ext cx="23812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4D46C9EB-B1B7-4EB0-A154-8A39933D4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76500"/>
            <a:ext cx="66675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CCE17ED3-549D-4C98-857A-4DCA8ED31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619375"/>
            <a:ext cx="2057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TraceEvent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7E962625-1AD3-40BE-80ED-B09C6D30D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933700"/>
            <a:ext cx="205740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node_status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browser_step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browser_frame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verification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classification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report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80E945F5-D713-4982-81DE-1EA8E0EB6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3337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A408B524-C398-4E15-BE3D-2B006A01D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28875"/>
            <a:ext cx="285750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73E41B9B-DEB6-420F-996F-E92D15C38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714625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前端实时页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17D91980-A1E5-4A5C-812B-15077AD68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90875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Agent 节点图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51EEBC79-510F-4AE5-BF71-7EDAEA1BE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552825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动作日志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AF167984-CAA9-42BF-8B2E-702CA5652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914775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浏览器截图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B9421CC5-777B-4021-BE54-47FEB5736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276725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截图时间线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3.11  双通道验证与仲裁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21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a4e97b6a1f440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3.12  失败分类器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22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266e5c3ed342c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3.13  运行报告与证据归档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23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5b4d30c0e3485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3.14  框架创新点总结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24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68376fc8a946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直角三角形 4">
            <a:extLst xmlns:a="http://schemas.openxmlformats.org/drawingml/2006/main">
              <a:ext uri="{FF2B5EF4-FFF2-40B4-BE49-F238E27FC236}">
                <a16:creationId xmlns:a16="http://schemas.microsoft.com/office/drawing/2014/main" id="{3F5602B9-D756-4A9B-A735-8F910598A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39139"/>
            <a:ext cx="1818861" cy="1818861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直角三角形 5">
            <a:extLst xmlns:a="http://schemas.openxmlformats.org/drawingml/2006/main">
              <a:ext uri="{FF2B5EF4-FFF2-40B4-BE49-F238E27FC236}">
                <a16:creationId xmlns:a16="http://schemas.microsoft.com/office/drawing/2014/main" id="{C6BD1E9E-462A-4E05-A64D-8C9D2DB32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9786082" y="-1"/>
            <a:ext cx="2405917" cy="240591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72044AB2-5CCD-4B04-9B1B-948258709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091" y="1694838"/>
            <a:ext cx="1446530" cy="3153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9900" b="1">
                <a:solidFill>
                  <a:srgbClr val="174994">
                    <a:alpha val="38000"/>
                  </a:srgbClr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3CD0D9A1-6AFA-4A97-A0B0-A846D6F9A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672" y="2782669"/>
            <a:ext cx="2954655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261419B7-1DE9-46A8-9CB1-3FB4A1F1E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5397" y="3606757"/>
            <a:ext cx="1722202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>
                <a:latin typeface="Times New Roman"/>
                <a:ea typeface="Times New Roman"/>
                <a:cs typeface="Times New Roman"/>
              </a:rPr>
              <a:t>Research Timeline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51ABCCC2-961B-49D2-B301-F53C64D7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87189" y="3512166"/>
            <a:ext cx="5238619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7109009acb4e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513" y="78833"/>
            <a:ext cx="2554357" cy="5389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993548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D34687BB-B6DE-4E27-BB3C-8B9654AC5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39239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4.1  当前实现成果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A1D445DB-6A01-473C-9EE1-EE1EDCAC0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26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0557CE87-89DC-48A8-B4E6-092A0F5A4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ED59D59-57B1-4B1C-B0CB-36E87DD21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0"/>
            <a:ext cx="2060295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52715EE3-2B08-48F7-B201-3F58D02B3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09787789-72F3-4AFF-8D52-DE0601899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2D6DA868-582C-4F92-9A9C-79C8E04C4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03CED111-5D84-47E3-8EBB-DD8B1038C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D5AFCF99-AA03-462C-B4C0-256DB517B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61425276c44ea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1766B8C3-A303-4CEA-8193-856EC6883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E1F36224-82BF-48F8-914E-38CCEA470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E0268BEB-35B6-4FB6-BE9E-BEF2EA56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A9B3173F-339E-425F-8B11-5CE9AE0DD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7F1CFACF-F41A-42E0-ADDB-BBF7E38E7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7092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Text 7">
            <a:extLst xmlns:a="http://schemas.openxmlformats.org/drawingml/2006/main">
              <a:ext uri="{FF2B5EF4-FFF2-40B4-BE49-F238E27FC236}">
                <a16:creationId xmlns:a16="http://schemas.microsoft.com/office/drawing/2014/main" id="{3AC16CC3-01E4-4C53-90D3-317D53FF4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228" y="2882229"/>
            <a:ext cx="2642362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 lnSpcReduction="20000"/>
          </a:bodyPr>
          <a:lstStyle xmlns:a="http://schemas.openxmlformats.org/drawingml/2006/main"/>
          <a:p xmlns:a="http://schemas.openxmlformats.org/drawingml/2006/main">
            <a:r>
              <a:rPr sz="2200" b="1" spc="22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05.01</a:t>
            </a:r>
          </a:p>
        </p:txBody>
      </p:sp>
      <p:sp>
        <p:nvSpPr>
          <p:cNvPr id="31" name="Text 8">
            <a:extLst xmlns:a="http://schemas.openxmlformats.org/drawingml/2006/main">
              <a:ext uri="{FF2B5EF4-FFF2-40B4-BE49-F238E27FC236}">
                <a16:creationId xmlns:a16="http://schemas.microsoft.com/office/drawing/2014/main" id="{BD713278-2AE9-4F52-BC9F-1E76C4D4C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228" y="3199729"/>
            <a:ext cx="2642362" cy="196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900" spc="108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PHASE 01 · DEADLINE</a:t>
            </a:r>
          </a:p>
        </p:txBody>
      </p:sp>
      <p:sp>
        <p:nvSpPr>
          <p:cNvPr id="32" name="Shape 9">
            <a:extLst xmlns:a="http://schemas.openxmlformats.org/drawingml/2006/main">
              <a:ext uri="{FF2B5EF4-FFF2-40B4-BE49-F238E27FC236}">
                <a16:creationId xmlns:a16="http://schemas.microsoft.com/office/drawing/2014/main" id="{119ACF3B-8E70-4451-986A-BC5B33B5C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228" y="3485479"/>
            <a:ext cx="25654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6"/>
          </a:solidFill>
        </p:spPr>
      </p:sp>
      <p:sp>
        <p:nvSpPr>
          <p:cNvPr id="36" name="Text 12">
            <a:extLst xmlns:a="http://schemas.openxmlformats.org/drawingml/2006/main">
              <a:ext uri="{FF2B5EF4-FFF2-40B4-BE49-F238E27FC236}">
                <a16:creationId xmlns:a16="http://schemas.microsoft.com/office/drawing/2014/main" id="{12F16069-DB6E-42C4-A916-3A648717F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1428" y="2882229"/>
            <a:ext cx="2642362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 lnSpcReduction="20000"/>
          </a:bodyPr>
          <a:lstStyle xmlns:a="http://schemas.openxmlformats.org/drawingml/2006/main"/>
          <a:p xmlns:a="http://schemas.openxmlformats.org/drawingml/2006/main">
            <a:r>
              <a:rPr sz="2200" b="1" spc="22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05.30</a:t>
            </a:r>
          </a:p>
        </p:txBody>
      </p:sp>
      <p:sp>
        <p:nvSpPr>
          <p:cNvPr id="37" name="Text 13">
            <a:extLst xmlns:a="http://schemas.openxmlformats.org/drawingml/2006/main">
              <a:ext uri="{FF2B5EF4-FFF2-40B4-BE49-F238E27FC236}">
                <a16:creationId xmlns:a16="http://schemas.microsoft.com/office/drawing/2014/main" id="{51980742-5472-46D5-BBFB-EAE104C16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1428" y="3199729"/>
            <a:ext cx="2642362" cy="196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900" spc="108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PHASE 02 · DEADLINE</a:t>
            </a:r>
          </a:p>
        </p:txBody>
      </p:sp>
      <p:sp>
        <p:nvSpPr>
          <p:cNvPr id="51" name="Shape 14">
            <a:extLst xmlns:a="http://schemas.openxmlformats.org/drawingml/2006/main">
              <a:ext uri="{FF2B5EF4-FFF2-40B4-BE49-F238E27FC236}">
                <a16:creationId xmlns:a16="http://schemas.microsoft.com/office/drawing/2014/main" id="{43537C3E-3D2D-4F19-A412-547BA82E5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1428" y="3485479"/>
            <a:ext cx="25654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6"/>
          </a:solidFill>
        </p:spPr>
      </p:sp>
      <p:sp>
        <p:nvSpPr>
          <p:cNvPr id="54" name="Text 17">
            <a:extLst xmlns:a="http://schemas.openxmlformats.org/drawingml/2006/main">
              <a:ext uri="{FF2B5EF4-FFF2-40B4-BE49-F238E27FC236}">
                <a16:creationId xmlns:a16="http://schemas.microsoft.com/office/drawing/2014/main" id="{690B71BF-2C76-4D13-9F1C-1D1D49C0D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4628" y="2882229"/>
            <a:ext cx="2642362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 lnSpcReduction="20000"/>
          </a:bodyPr>
          <a:lstStyle xmlns:a="http://schemas.openxmlformats.org/drawingml/2006/main"/>
          <a:p xmlns:a="http://schemas.openxmlformats.org/drawingml/2006/main">
            <a:r>
              <a:rPr sz="2200" b="1" spc="22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06.15</a:t>
            </a:r>
          </a:p>
        </p:txBody>
      </p:sp>
      <p:sp>
        <p:nvSpPr>
          <p:cNvPr id="55" name="Text 18">
            <a:extLst xmlns:a="http://schemas.openxmlformats.org/drawingml/2006/main">
              <a:ext uri="{FF2B5EF4-FFF2-40B4-BE49-F238E27FC236}">
                <a16:creationId xmlns:a16="http://schemas.microsoft.com/office/drawing/2014/main" id="{801F2E21-1A64-48F4-9EB9-C6EB4785F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4628" y="3199729"/>
            <a:ext cx="2642362" cy="196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900" spc="108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PHASE 03 · DEADLINE</a:t>
            </a:r>
          </a:p>
        </p:txBody>
      </p:sp>
      <p:sp>
        <p:nvSpPr>
          <p:cNvPr id="56" name="Shape 19">
            <a:extLst xmlns:a="http://schemas.openxmlformats.org/drawingml/2006/main">
              <a:ext uri="{FF2B5EF4-FFF2-40B4-BE49-F238E27FC236}">
                <a16:creationId xmlns:a16="http://schemas.microsoft.com/office/drawing/2014/main" id="{2736ACC0-27E8-4A0C-9177-0FBF9BF53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4628" y="3485479"/>
            <a:ext cx="25654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6"/>
          </a:solidFill>
        </p:spPr>
      </p:sp>
      <p:sp>
        <p:nvSpPr>
          <p:cNvPr id="59" name="Text 22">
            <a:extLst xmlns:a="http://schemas.openxmlformats.org/drawingml/2006/main">
              <a:ext uri="{FF2B5EF4-FFF2-40B4-BE49-F238E27FC236}">
                <a16:creationId xmlns:a16="http://schemas.microsoft.com/office/drawing/2014/main" id="{E9D31FC1-4BC2-43ED-8BF6-AB7E2B719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7828" y="2882229"/>
            <a:ext cx="2642362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 lnSpcReduction="20000"/>
          </a:bodyPr>
          <a:lstStyle xmlns:a="http://schemas.openxmlformats.org/drawingml/2006/main"/>
          <a:p xmlns:a="http://schemas.openxmlformats.org/drawingml/2006/main">
            <a:r>
              <a:rPr sz="2200" b="1" spc="22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06.30</a:t>
            </a:r>
          </a:p>
        </p:txBody>
      </p:sp>
      <p:sp>
        <p:nvSpPr>
          <p:cNvPr id="60" name="Text 23">
            <a:extLst xmlns:a="http://schemas.openxmlformats.org/drawingml/2006/main">
              <a:ext uri="{FF2B5EF4-FFF2-40B4-BE49-F238E27FC236}">
                <a16:creationId xmlns:a16="http://schemas.microsoft.com/office/drawing/2014/main" id="{B2F62955-4A21-43C6-ADCE-6C8D4E83F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7828" y="3199729"/>
            <a:ext cx="2642362" cy="196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900" spc="108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PHASE 04 · DEADLINE</a:t>
            </a:r>
          </a:p>
        </p:txBody>
      </p:sp>
      <p:sp>
        <p:nvSpPr>
          <p:cNvPr id="61" name="Shape 24">
            <a:extLst xmlns:a="http://schemas.openxmlformats.org/drawingml/2006/main">
              <a:ext uri="{FF2B5EF4-FFF2-40B4-BE49-F238E27FC236}">
                <a16:creationId xmlns:a16="http://schemas.microsoft.com/office/drawing/2014/main" id="{B09ABEB9-FDDB-49CB-B6C7-FEAA8C475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7828" y="3485479"/>
            <a:ext cx="25654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6"/>
          </a:solidFill>
        </p:spPr>
      </p:sp>
    </p:spTree>
    <p:extLst>
      <p:ext uri="{BB962C8B-B14F-4D97-AF65-F5344CB8AC3E}">
        <p14:creationId xmlns:p14="http://schemas.microsoft.com/office/powerpoint/2010/main" val="504823097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4.2  测试与验收情况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27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ee1023225b47e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5.1  小组分工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28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a7789c1e4e420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B75B1E27-B13F-4025-AF3D-12626A482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7617" y="1438103"/>
            <a:ext cx="9710531" cy="43961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15101F59-0547-4625-9D11-56ED6460A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3844" y="3286495"/>
            <a:ext cx="5676900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敬请</a:t>
            </a:r>
            <a:r>
              <a:rPr sz="3600"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各位老师同学批评指正</a:t>
            </a: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45611ECF-9700-4D3A-B594-A59298F40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3843" y="2340358"/>
            <a:ext cx="5600885" cy="768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400"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汇报结束     感谢观看</a:t>
            </a:r>
          </a:p>
        </p:txBody>
      </p:sp>
      <p:sp>
        <p:nvSpPr>
          <p:cNvPr id="9" name="直接连接符 8">
            <a:extLst xmlns:a="http://schemas.openxmlformats.org/drawingml/2006/main">
              <a:ext uri="{FF2B5EF4-FFF2-40B4-BE49-F238E27FC236}">
                <a16:creationId xmlns:a16="http://schemas.microsoft.com/office/drawing/2014/main" id="{D0843B20-529F-4BA5-A985-F6B812D86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8478" y="4643854"/>
            <a:ext cx="12990443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8ABF4C17-E7B2-4183-A778-509571B4F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7457" y="5050565"/>
            <a:ext cx="1685077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汇报人：第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7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组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81EE79FE-A7C6-4974-8B17-3C0741C25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5831" y="5050565"/>
            <a:ext cx="1685077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2026年5月26日</a:t>
            </a:r>
          </a:p>
        </p:txBody>
      </p:sp>
      <p:pic>
        <p:nvPicPr>
          <p:cNvPr id="13" name="图片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46e4e74e1d406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16999" y="188082"/>
            <a:ext cx="2554357" cy="5389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222704"/>
      </p:ext>
    </p:extLst>
  </p:cSld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2026-05-26T13:29:59.6660000Z</dcterms:created>
  <dcterms:modified xsi:type="dcterms:W3CDTF">2026-05-26T13:29:59.6660000Z</dcterms:modified>
</coreProperties>
</file>