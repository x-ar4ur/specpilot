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cf624a19a4418" /><Relationship Type="http://schemas.openxmlformats.org/officeDocument/2006/relationships/extended-properties" Target="/docProps/app.xml" Id="R760d0013944a4f8b" /><Relationship Type="http://schemas.openxmlformats.org/officeDocument/2006/relationships/officeDocument" Target="/ppt/presentation.xml" Id="R573a8aa702e64c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7e23ef0a244e6a"/>
  </p:sldMasterIdLst>
  <p:notesMasterIdLst>
    <p:notesMasterId xmlns:r="http://schemas.openxmlformats.org/officeDocument/2006/relationships" r:id="R5ca5cb1879cb4504"/>
  </p:notesMasterIdLst>
  <p:sldIdLst>
    <p:sldId xmlns:r="http://schemas.openxmlformats.org/officeDocument/2006/relationships" id="256" r:id="R6682e0ce5d7f45ef"/>
    <p:sldId xmlns:r="http://schemas.openxmlformats.org/officeDocument/2006/relationships" id="257" r:id="R5816223331954e5f"/>
    <p:sldId xmlns:r="http://schemas.openxmlformats.org/officeDocument/2006/relationships" id="258" r:id="R66be3748b9ee4461"/>
    <p:sldId xmlns:r="http://schemas.openxmlformats.org/officeDocument/2006/relationships" id="259" r:id="R530ad35be7b84805"/>
    <p:sldId xmlns:r="http://schemas.openxmlformats.org/officeDocument/2006/relationships" id="260" r:id="Ra202448e22814aa7"/>
    <p:sldId xmlns:r="http://schemas.openxmlformats.org/officeDocument/2006/relationships" id="261" r:id="R46140ddae6434c21"/>
    <p:sldId xmlns:r="http://schemas.openxmlformats.org/officeDocument/2006/relationships" id="262" r:id="R522278802d0041b2"/>
    <p:sldId xmlns:r="http://schemas.openxmlformats.org/officeDocument/2006/relationships" id="263" r:id="Rdd70265aabdd4752"/>
    <p:sldId xmlns:r="http://schemas.openxmlformats.org/officeDocument/2006/relationships" id="264" r:id="R00e59758e73a4c38"/>
    <p:sldId xmlns:r="http://schemas.openxmlformats.org/officeDocument/2006/relationships" id="265" r:id="Rfc5e81d74a7643d6"/>
    <p:sldId xmlns:r="http://schemas.openxmlformats.org/officeDocument/2006/relationships" id="266" r:id="R6bc073f3671b4b0e"/>
    <p:sldId xmlns:r="http://schemas.openxmlformats.org/officeDocument/2006/relationships" id="267" r:id="R64d51896ed1c4cda"/>
    <p:sldId xmlns:r="http://schemas.openxmlformats.org/officeDocument/2006/relationships" id="268" r:id="Rc1ee469002d94764"/>
    <p:sldId xmlns:r="http://schemas.openxmlformats.org/officeDocument/2006/relationships" id="269" r:id="R394820f38a254f7a"/>
    <p:sldId xmlns:r="http://schemas.openxmlformats.org/officeDocument/2006/relationships" id="270" r:id="R71193d40930848b3"/>
    <p:sldId xmlns:r="http://schemas.openxmlformats.org/officeDocument/2006/relationships" id="271" r:id="R2b7f46e087c8411f"/>
    <p:sldId xmlns:r="http://schemas.openxmlformats.org/officeDocument/2006/relationships" id="272" r:id="R1702d00de00945db"/>
    <p:sldId xmlns:r="http://schemas.openxmlformats.org/officeDocument/2006/relationships" id="273" r:id="Rfb00adb52e804765"/>
    <p:sldId xmlns:r="http://schemas.openxmlformats.org/officeDocument/2006/relationships" id="274" r:id="Rb0b5d47049df41c2"/>
    <p:sldId xmlns:r="http://schemas.openxmlformats.org/officeDocument/2006/relationships" id="275" r:id="R56e5bdce66e1491e"/>
    <p:sldId xmlns:r="http://schemas.openxmlformats.org/officeDocument/2006/relationships" id="276" r:id="R91e2726dd0c24dfb"/>
    <p:sldId xmlns:r="http://schemas.openxmlformats.org/officeDocument/2006/relationships" id="277" r:id="R4e9fa018f9a1460d"/>
    <p:sldId xmlns:r="http://schemas.openxmlformats.org/officeDocument/2006/relationships" id="278" r:id="Ra900fa57b19b4048"/>
    <p:sldId xmlns:r="http://schemas.openxmlformats.org/officeDocument/2006/relationships" id="279" r:id="R7a6dae34f93a42cc"/>
    <p:sldId xmlns:r="http://schemas.openxmlformats.org/officeDocument/2006/relationships" id="280" r:id="R282bd458f58f4422"/>
    <p:sldId xmlns:r="http://schemas.openxmlformats.org/officeDocument/2006/relationships" id="281" r:id="R3463b181b8a14534"/>
    <p:sldId xmlns:r="http://schemas.openxmlformats.org/officeDocument/2006/relationships" id="282" r:id="R6d8e664775084b7b"/>
    <p:sldId xmlns:r="http://schemas.openxmlformats.org/officeDocument/2006/relationships" id="283" r:id="R0003bcea462d4ad4"/>
    <p:sldId xmlns:r="http://schemas.openxmlformats.org/officeDocument/2006/relationships" id="284" r:id="R8d792486329a45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e23ef0a244e6a" /><Relationship Type="http://schemas.openxmlformats.org/officeDocument/2006/relationships/theme" Target="/ppt/theme/theme1.xml" Id="Rbeab7f511caa4289" /><Relationship Type="http://schemas.openxmlformats.org/officeDocument/2006/relationships/notesMaster" Target="/ppt/notesMasters/notesMaster1.xml" Id="R5ca5cb1879cb4504" /><Relationship Type="http://schemas.openxmlformats.org/officeDocument/2006/relationships/presProps" Target="/ppt/presProps.xml" Id="Rc59fcb37ff7c46db" /><Relationship Type="http://schemas.openxmlformats.org/officeDocument/2006/relationships/viewProps" Target="/ppt/viewProps.xml" Id="R33cd8fafe1714dab" /><Relationship Type="http://schemas.openxmlformats.org/officeDocument/2006/relationships/tableStyles" Target="/ppt/tableStyles.xml" Id="R7bc8176aed554814" /><Relationship Type="http://schemas.openxmlformats.org/officeDocument/2006/relationships/slide" Target="/ppt/slides/slide1.xml" Id="R6682e0ce5d7f45ef" /><Relationship Type="http://schemas.openxmlformats.org/officeDocument/2006/relationships/slide" Target="/ppt/slides/slide2.xml" Id="R5816223331954e5f" /><Relationship Type="http://schemas.openxmlformats.org/officeDocument/2006/relationships/slide" Target="/ppt/slides/slide3.xml" Id="R66be3748b9ee4461" /><Relationship Type="http://schemas.openxmlformats.org/officeDocument/2006/relationships/slide" Target="/ppt/slides/slide4.xml" Id="R530ad35be7b84805" /><Relationship Type="http://schemas.openxmlformats.org/officeDocument/2006/relationships/slide" Target="/ppt/slides/slide5.xml" Id="Ra202448e22814aa7" /><Relationship Type="http://schemas.openxmlformats.org/officeDocument/2006/relationships/slide" Target="/ppt/slides/slide6.xml" Id="R46140ddae6434c21" /><Relationship Type="http://schemas.openxmlformats.org/officeDocument/2006/relationships/slide" Target="/ppt/slides/slide7.xml" Id="R522278802d0041b2" /><Relationship Type="http://schemas.openxmlformats.org/officeDocument/2006/relationships/slide" Target="/ppt/slides/slide8.xml" Id="Rdd70265aabdd4752" /><Relationship Type="http://schemas.openxmlformats.org/officeDocument/2006/relationships/slide" Target="/ppt/slides/slide9.xml" Id="R00e59758e73a4c38" /><Relationship Type="http://schemas.openxmlformats.org/officeDocument/2006/relationships/slide" Target="/ppt/slides/slide10.xml" Id="Rfc5e81d74a7643d6" /><Relationship Type="http://schemas.openxmlformats.org/officeDocument/2006/relationships/slide" Target="/ppt/slides/slide11.xml" Id="R6bc073f3671b4b0e" /><Relationship Type="http://schemas.openxmlformats.org/officeDocument/2006/relationships/slide" Target="/ppt/slides/slide12.xml" Id="R64d51896ed1c4cda" /><Relationship Type="http://schemas.openxmlformats.org/officeDocument/2006/relationships/slide" Target="/ppt/slides/slide13.xml" Id="Rc1ee469002d94764" /><Relationship Type="http://schemas.openxmlformats.org/officeDocument/2006/relationships/slide" Target="/ppt/slides/slide14.xml" Id="R394820f38a254f7a" /><Relationship Type="http://schemas.openxmlformats.org/officeDocument/2006/relationships/slide" Target="/ppt/slides/slide15.xml" Id="R71193d40930848b3" /><Relationship Type="http://schemas.openxmlformats.org/officeDocument/2006/relationships/slide" Target="/ppt/slides/slide16.xml" Id="R2b7f46e087c8411f" /><Relationship Type="http://schemas.openxmlformats.org/officeDocument/2006/relationships/slide" Target="/ppt/slides/slide17.xml" Id="R1702d00de00945db" /><Relationship Type="http://schemas.openxmlformats.org/officeDocument/2006/relationships/slide" Target="/ppt/slides/slide18.xml" Id="Rfb00adb52e804765" /><Relationship Type="http://schemas.openxmlformats.org/officeDocument/2006/relationships/slide" Target="/ppt/slides/slide19.xml" Id="Rb0b5d47049df41c2" /><Relationship Type="http://schemas.openxmlformats.org/officeDocument/2006/relationships/slide" Target="/ppt/slides/slide20.xml" Id="R56e5bdce66e1491e" /><Relationship Type="http://schemas.openxmlformats.org/officeDocument/2006/relationships/slide" Target="/ppt/slides/slide21.xml" Id="R91e2726dd0c24dfb" /><Relationship Type="http://schemas.openxmlformats.org/officeDocument/2006/relationships/slide" Target="/ppt/slides/slide22.xml" Id="R4e9fa018f9a1460d" /><Relationship Type="http://schemas.openxmlformats.org/officeDocument/2006/relationships/slide" Target="/ppt/slides/slide23.xml" Id="Ra900fa57b19b4048" /><Relationship Type="http://schemas.openxmlformats.org/officeDocument/2006/relationships/slide" Target="/ppt/slides/slide24.xml" Id="R7a6dae34f93a42cc" /><Relationship Type="http://schemas.openxmlformats.org/officeDocument/2006/relationships/slide" Target="/ppt/slides/slide25.xml" Id="R282bd458f58f4422" /><Relationship Type="http://schemas.openxmlformats.org/officeDocument/2006/relationships/slide" Target="/ppt/slides/slide26.xml" Id="R3463b181b8a14534" /><Relationship Type="http://schemas.openxmlformats.org/officeDocument/2006/relationships/slide" Target="/ppt/slides/slide27.xml" Id="R6d8e664775084b7b" /><Relationship Type="http://schemas.openxmlformats.org/officeDocument/2006/relationships/slide" Target="/ppt/slides/slide28.xml" Id="R0003bcea462d4ad4" /><Relationship Type="http://schemas.openxmlformats.org/officeDocument/2006/relationships/slide" Target="/ppt/slides/slide29.xml" Id="R8d792486329a45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90ee50f3d7a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6ecd0be9f9438d" /><Relationship Type="http://schemas.openxmlformats.org/officeDocument/2006/relationships/notesMaster" Target="/ppt/notesMasters/notesMaster1.xml" Id="R732af92ab1104b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56cb368ed041ce" /><Relationship Type="http://schemas.openxmlformats.org/officeDocument/2006/relationships/notesMaster" Target="/ppt/notesMasters/notesMaster1.xml" Id="Rdfd1e12ffb3741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0d2ce8a1694ff5" /><Relationship Type="http://schemas.openxmlformats.org/officeDocument/2006/relationships/notesMaster" Target="/ppt/notesMasters/notesMaster1.xml" Id="Rb9c0bbc174d240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1b8ec1d668422a" /><Relationship Type="http://schemas.openxmlformats.org/officeDocument/2006/relationships/notesMaster" Target="/ppt/notesMasters/notesMaster1.xml" Id="R475bf13a55a647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d64dfa4eee44fa" /><Relationship Type="http://schemas.openxmlformats.org/officeDocument/2006/relationships/notesMaster" Target="/ppt/notesMasters/notesMaster1.xml" Id="R8105c972cc3a45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db631fc30f46b8" /><Relationship Type="http://schemas.openxmlformats.org/officeDocument/2006/relationships/notesMaster" Target="/ppt/notesMasters/notesMaster1.xml" Id="Rdb6685c8026d4b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a2b0c8a6c64b84" /><Relationship Type="http://schemas.openxmlformats.org/officeDocument/2006/relationships/notesMaster" Target="/ppt/notesMasters/notesMaster1.xml" Id="Rdc5c82ff4cde42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02b0311655467c" /><Relationship Type="http://schemas.openxmlformats.org/officeDocument/2006/relationships/notesMaster" Target="/ppt/notesMasters/notesMaster1.xml" Id="R510cba6c3da845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17c6b43a1a4760" /><Relationship Type="http://schemas.openxmlformats.org/officeDocument/2006/relationships/notesMaster" Target="/ppt/notesMasters/notesMaster1.xml" Id="R7dde37088f8c48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4f607ef5184034" /><Relationship Type="http://schemas.openxmlformats.org/officeDocument/2006/relationships/notesMaster" Target="/ppt/notesMasters/notesMaster1.xml" Id="R39005be074aa4a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5f5448a45f40b2" /><Relationship Type="http://schemas.openxmlformats.org/officeDocument/2006/relationships/notesMaster" Target="/ppt/notesMasters/notesMaster1.xml" Id="Ra5d14ed527da44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dd79b3d226409a" /><Relationship Type="http://schemas.openxmlformats.org/officeDocument/2006/relationships/notesMaster" Target="/ppt/notesMasters/notesMaster1.xml" Id="Re924600e9aa444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9dc23677ba41c0" /><Relationship Type="http://schemas.openxmlformats.org/officeDocument/2006/relationships/notesMaster" Target="/ppt/notesMasters/notesMaster1.xml" Id="Rb41d926f3a4c44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52877047c549d0" /><Relationship Type="http://schemas.openxmlformats.org/officeDocument/2006/relationships/notesMaster" Target="/ppt/notesMasters/notesMaster1.xml" Id="Rb9891006053044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612b2764fe4ab8" /><Relationship Type="http://schemas.openxmlformats.org/officeDocument/2006/relationships/notesMaster" Target="/ppt/notesMasters/notesMaster1.xml" Id="R851a276a624e45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6b4c9dd58f49f9" /><Relationship Type="http://schemas.openxmlformats.org/officeDocument/2006/relationships/notesMaster" Target="/ppt/notesMasters/notesMaster1.xml" Id="Rbc2f982ef8a147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19b8a2755a4275" /><Relationship Type="http://schemas.openxmlformats.org/officeDocument/2006/relationships/notesMaster" Target="/ppt/notesMasters/notesMaster1.xml" Id="R3e516bccaf2e4f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e9ddc8471c498d" /><Relationship Type="http://schemas.openxmlformats.org/officeDocument/2006/relationships/notesMaster" Target="/ppt/notesMasters/notesMaster1.xml" Id="Ra6bc5574dfb04c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3b923b38374fa0" /><Relationship Type="http://schemas.openxmlformats.org/officeDocument/2006/relationships/notesMaster" Target="/ppt/notesMasters/notesMaster1.xml" Id="R7aa0b00ae8954b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9c6dabb5c44ef3" /><Relationship Type="http://schemas.openxmlformats.org/officeDocument/2006/relationships/notesMaster" Target="/ppt/notesMasters/notesMaster1.xml" Id="R40a4791d8502439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89c9a4dfbe14fcb" /><Relationship Type="http://schemas.openxmlformats.org/officeDocument/2006/relationships/notesMaster" Target="/ppt/notesMasters/notesMaster1.xml" Id="R33bdf72edd494f4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4f5063c6b5b4537" /><Relationship Type="http://schemas.openxmlformats.org/officeDocument/2006/relationships/notesMaster" Target="/ppt/notesMasters/notesMaster1.xml" Id="R3c8540de8d0645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f2b686336d4a1e" /><Relationship Type="http://schemas.openxmlformats.org/officeDocument/2006/relationships/notesMaster" Target="/ppt/notesMasters/notesMaster1.xml" Id="R3f4ce5aa74e1478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800d9567bf49c9" /><Relationship Type="http://schemas.openxmlformats.org/officeDocument/2006/relationships/notesMaster" Target="/ppt/notesMasters/notesMaster1.xml" Id="R1ca2a15fc94e4f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5701ddb9e9f47a4" /><Relationship Type="http://schemas.openxmlformats.org/officeDocument/2006/relationships/notesMaster" Target="/ppt/notesMasters/notesMaster1.xml" Id="Rf76781acfc1b47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961748ca724eac" /><Relationship Type="http://schemas.openxmlformats.org/officeDocument/2006/relationships/notesMaster" Target="/ppt/notesMasters/notesMaster1.xml" Id="R4f2b25b1ca86476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8d98b8c7d643eb" /><Relationship Type="http://schemas.openxmlformats.org/officeDocument/2006/relationships/notesMaster" Target="/ppt/notesMasters/notesMaster1.xml" Id="R565cbf6f51a0456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c7330f3b561484e" /><Relationship Type="http://schemas.openxmlformats.org/officeDocument/2006/relationships/notesMaster" Target="/ppt/notesMasters/notesMaster1.xml" Id="Raf5bd53411694b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3aa28cc8aa44384" /><Relationship Type="http://schemas.openxmlformats.org/officeDocument/2006/relationships/notesMaster" Target="/ppt/notesMasters/notesMaster1.xml" Id="R531d253924e547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d7c03282749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794a6a49b4a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428c1874045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7806808ed4a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90f3d0623456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79ee31de1458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0bde3abf8463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b2685fa594dd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8e81511ec45f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e7fa778a2490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1f72db82d41e3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74b3bc243d74dbb" /><Relationship Type="http://schemas.openxmlformats.org/officeDocument/2006/relationships/slideLayout" Target="/ppt/slideLayouts/slideLayout2.xml" Id="R806ed5780dbb4224" /><Relationship Type="http://schemas.openxmlformats.org/officeDocument/2006/relationships/slideLayout" Target="/ppt/slideLayouts/slideLayout3.xml" Id="Rb863b9193e964173" /><Relationship Type="http://schemas.openxmlformats.org/officeDocument/2006/relationships/slideLayout" Target="/ppt/slideLayouts/slideLayout4.xml" Id="R30df236bd3c24b59" /><Relationship Type="http://schemas.openxmlformats.org/officeDocument/2006/relationships/slideLayout" Target="/ppt/slideLayouts/slideLayout5.xml" Id="Rc9750a7ac5034022" /><Relationship Type="http://schemas.openxmlformats.org/officeDocument/2006/relationships/slideLayout" Target="/ppt/slideLayouts/slideLayout6.xml" Id="Rbc52a85735d44043" /><Relationship Type="http://schemas.openxmlformats.org/officeDocument/2006/relationships/slideLayout" Target="/ppt/slideLayouts/slideLayout7.xml" Id="Rd43f13b8d83f4d93" /><Relationship Type="http://schemas.openxmlformats.org/officeDocument/2006/relationships/slideLayout" Target="/ppt/slideLayouts/slideLayout8.xml" Id="R6bd1ef94c11d43d3" /><Relationship Type="http://schemas.openxmlformats.org/officeDocument/2006/relationships/slideLayout" Target="/ppt/slideLayouts/slideLayout9.xml" Id="R23fcabd3866e47e3" /><Relationship Type="http://schemas.openxmlformats.org/officeDocument/2006/relationships/slideLayout" Target="/ppt/slideLayouts/slideLayout10.xml" Id="R8028363d5eac4ae8" /><Relationship Type="http://schemas.openxmlformats.org/officeDocument/2006/relationships/slideLayout" Target="/ppt/slideLayouts/slideLayout11.xml" Id="Rc9bde92b96c74085" /><Relationship Type="http://schemas.openxmlformats.org/officeDocument/2006/relationships/slideLayout" Target="/ppt/slideLayouts/slideLayout12.xml" Id="R3b14bb80549247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6ed5780dbb4224"/>
    <p:sldLayoutId xmlns:r="http://schemas.openxmlformats.org/officeDocument/2006/relationships" id="2147483650" r:id="Rb863b9193e964173"/>
    <p:sldLayoutId xmlns:r="http://schemas.openxmlformats.org/officeDocument/2006/relationships" id="2147483651" r:id="R30df236bd3c24b59"/>
    <p:sldLayoutId xmlns:r="http://schemas.openxmlformats.org/officeDocument/2006/relationships" id="2147483652" r:id="Rc9750a7ac5034022"/>
    <p:sldLayoutId xmlns:r="http://schemas.openxmlformats.org/officeDocument/2006/relationships" id="2147483653" r:id="Rbc52a85735d44043"/>
    <p:sldLayoutId xmlns:r="http://schemas.openxmlformats.org/officeDocument/2006/relationships" id="2147483654" r:id="Rd43f13b8d83f4d93"/>
    <p:sldLayoutId xmlns:r="http://schemas.openxmlformats.org/officeDocument/2006/relationships" id="2147483655" r:id="R6bd1ef94c11d43d3"/>
    <p:sldLayoutId xmlns:r="http://schemas.openxmlformats.org/officeDocument/2006/relationships" id="2147483656" r:id="R23fcabd3866e47e3"/>
    <p:sldLayoutId xmlns:r="http://schemas.openxmlformats.org/officeDocument/2006/relationships" id="2147483657" r:id="R8028363d5eac4ae8"/>
    <p:sldLayoutId xmlns:r="http://schemas.openxmlformats.org/officeDocument/2006/relationships" id="2147483658" r:id="Rc9bde92b96c74085"/>
    <p:sldLayoutId xmlns:r="http://schemas.openxmlformats.org/officeDocument/2006/relationships" id="2147483659" r:id="R3b14bb805492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e23c426708244eb" /><Relationship Type="http://schemas.openxmlformats.org/officeDocument/2006/relationships/image" Target="/ppt/media/image.png" Id="Rb3a3d4bb2a114699" /><Relationship Type="http://schemas.openxmlformats.org/officeDocument/2006/relationships/image" Target="/ppt/media/image2.png" Id="R463f3ca8c8494926" /><Relationship Type="http://schemas.openxmlformats.org/officeDocument/2006/relationships/notesSlide" Target="/ppt/notesSlides/notesSlide1.xml" Id="Rdc8c806842d84a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0f32430d24fea" /><Relationship Type="http://schemas.openxmlformats.org/officeDocument/2006/relationships/image" Target="/ppt/media/image2.png" Id="R46a5dcfbc0604d53" /><Relationship Type="http://schemas.openxmlformats.org/officeDocument/2006/relationships/notesSlide" Target="/ppt/notesSlides/notesSlide2.xml" Id="R6d4bfd35bf334c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90c33e72a541e2" /><Relationship Type="http://schemas.openxmlformats.org/officeDocument/2006/relationships/image" Target="/ppt/media/image2.png" Id="R377f6658004e43d2" /><Relationship Type="http://schemas.openxmlformats.org/officeDocument/2006/relationships/notesSlide" Target="/ppt/notesSlides/notesSlide3.xml" Id="R132ed90fea864d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fd4d7fb9c6340ec" /><Relationship Type="http://schemas.openxmlformats.org/officeDocument/2006/relationships/image" Target="/ppt/media/image3.png" Id="R3ef6b140a8d74c02" /><Relationship Type="http://schemas.openxmlformats.org/officeDocument/2006/relationships/notesSlide" Target="/ppt/notesSlides/notesSlide4.xml" Id="R73078154577f4a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e2703840c624f38" /><Relationship Type="http://schemas.openxmlformats.org/officeDocument/2006/relationships/image" Target="/ppt/media/image3.png" Id="R2d193e67958a4a07" /><Relationship Type="http://schemas.openxmlformats.org/officeDocument/2006/relationships/notesSlide" Target="/ppt/notesSlides/notesSlide5.xml" Id="Rdd133f5508c749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cfcbb031784e82" /><Relationship Type="http://schemas.openxmlformats.org/officeDocument/2006/relationships/image" Target="/ppt/media/image2.png" Id="R52c2eecddef7468f" /><Relationship Type="http://schemas.openxmlformats.org/officeDocument/2006/relationships/notesSlide" Target="/ppt/notesSlides/notesSlide6.xml" Id="R3cee10da3fbf44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ea7c3f935b14cb2" /><Relationship Type="http://schemas.openxmlformats.org/officeDocument/2006/relationships/image" Target="/ppt/media/image3.png" Id="Raf4b3d6caa894fa8" /><Relationship Type="http://schemas.openxmlformats.org/officeDocument/2006/relationships/notesSlide" Target="/ppt/notesSlides/notesSlide7.xml" Id="R7d00367907a44b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2d48cd02b14088" /><Relationship Type="http://schemas.openxmlformats.org/officeDocument/2006/relationships/image" Target="/ppt/media/image3.png" Id="R57aa31ab97514292" /><Relationship Type="http://schemas.openxmlformats.org/officeDocument/2006/relationships/notesSlide" Target="/ppt/notesSlides/notesSlide8.xml" Id="R51b26b125aad49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8c660613b24d7c" /><Relationship Type="http://schemas.openxmlformats.org/officeDocument/2006/relationships/image" Target="/ppt/media/image3.png" Id="Rd80efd3733be4190" /><Relationship Type="http://schemas.openxmlformats.org/officeDocument/2006/relationships/notesSlide" Target="/ppt/notesSlides/notesSlide9.xml" Id="R490d19a0bea64f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35b2cab8dfa4c54" /><Relationship Type="http://schemas.openxmlformats.org/officeDocument/2006/relationships/image" Target="/ppt/media/image2.png" Id="R0ee95fd2a66542b4" /><Relationship Type="http://schemas.openxmlformats.org/officeDocument/2006/relationships/notesSlide" Target="/ppt/notesSlides/notesSlide10.xml" Id="Rcb398cdfb35542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e643184f2204c32" /><Relationship Type="http://schemas.openxmlformats.org/officeDocument/2006/relationships/image" Target="/ppt/media/image3.png" Id="Re7df789c443743d9" /><Relationship Type="http://schemas.openxmlformats.org/officeDocument/2006/relationships/notesSlide" Target="/ppt/notesSlides/notesSlide11.xml" Id="Re2d08bc0568248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834369c1b054278" /><Relationship Type="http://schemas.openxmlformats.org/officeDocument/2006/relationships/image" Target="/ppt/media/image3.png" Id="R38990e52a90c4bfa" /><Relationship Type="http://schemas.openxmlformats.org/officeDocument/2006/relationships/notesSlide" Target="/ppt/notesSlides/notesSlide12.xml" Id="R112217e539764b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f73d735b34c43b9" /><Relationship Type="http://schemas.openxmlformats.org/officeDocument/2006/relationships/image" Target="/ppt/media/image3.png" Id="R758045a61e44414e" /><Relationship Type="http://schemas.openxmlformats.org/officeDocument/2006/relationships/notesSlide" Target="/ppt/notesSlides/notesSlide13.xml" Id="R8fc163a4ed0340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ce18ff71a34cfc" /><Relationship Type="http://schemas.openxmlformats.org/officeDocument/2006/relationships/image" Target="/ppt/media/image3.png" Id="Racfb7e33ac194497" /><Relationship Type="http://schemas.openxmlformats.org/officeDocument/2006/relationships/notesSlide" Target="/ppt/notesSlides/notesSlide14.xml" Id="R3aa25c1161b145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78a2ac0eac04e87" /><Relationship Type="http://schemas.openxmlformats.org/officeDocument/2006/relationships/image" Target="/ppt/media/image3.png" Id="R66fee5a95bad4209" /><Relationship Type="http://schemas.openxmlformats.org/officeDocument/2006/relationships/notesSlide" Target="/ppt/notesSlides/notesSlide15.xml" Id="Rf0884e60d0e74e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3a0d0143e54015" /><Relationship Type="http://schemas.openxmlformats.org/officeDocument/2006/relationships/image" Target="/ppt/media/image3.png" Id="R90f9ba3240954349" /><Relationship Type="http://schemas.openxmlformats.org/officeDocument/2006/relationships/notesSlide" Target="/ppt/notesSlides/notesSlide16.xml" Id="R143d177dc65c42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dafa07d7f64f6b" /><Relationship Type="http://schemas.openxmlformats.org/officeDocument/2006/relationships/image" Target="/ppt/media/image3.png" Id="R574d1305c50642b8" /><Relationship Type="http://schemas.openxmlformats.org/officeDocument/2006/relationships/notesSlide" Target="/ppt/notesSlides/notesSlide17.xml" Id="Rc8b2667b4cdb44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62b7451bed34539" /><Relationship Type="http://schemas.openxmlformats.org/officeDocument/2006/relationships/image" Target="/ppt/media/image3.png" Id="Ra353fc30db9846c3" /><Relationship Type="http://schemas.openxmlformats.org/officeDocument/2006/relationships/notesSlide" Target="/ppt/notesSlides/notesSlide18.xml" Id="Rda85aa3406104bb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56081eb27e45d8" /><Relationship Type="http://schemas.openxmlformats.org/officeDocument/2006/relationships/image" Target="/ppt/media/image3.png" Id="R845ca76a7369495f" /><Relationship Type="http://schemas.openxmlformats.org/officeDocument/2006/relationships/notesSlide" Target="/ppt/notesSlides/notesSlide19.xml" Id="R7de140ccdbc242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9c17e1a0b464bb6" /><Relationship Type="http://schemas.openxmlformats.org/officeDocument/2006/relationships/image" Target="/ppt/media/image3.png" Id="R18b223ff376f4e82" /><Relationship Type="http://schemas.openxmlformats.org/officeDocument/2006/relationships/notesSlide" Target="/ppt/notesSlides/notesSlide20.xml" Id="R38feb5699e754a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af3dcc1162048d2" /><Relationship Type="http://schemas.openxmlformats.org/officeDocument/2006/relationships/image" Target="/ppt/media/image3.png" Id="Rf098650966174af7" /><Relationship Type="http://schemas.openxmlformats.org/officeDocument/2006/relationships/notesSlide" Target="/ppt/notesSlides/notesSlide21.xml" Id="Rf779b74c616d45f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2045c21b1f74e3d" /><Relationship Type="http://schemas.openxmlformats.org/officeDocument/2006/relationships/image" Target="/ppt/media/image3.png" Id="Ra6a9008353c74731" /><Relationship Type="http://schemas.openxmlformats.org/officeDocument/2006/relationships/notesSlide" Target="/ppt/notesSlides/notesSlide22.xml" Id="Re5df790f95b1451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9a81571f41947cd" /><Relationship Type="http://schemas.openxmlformats.org/officeDocument/2006/relationships/image" Target="/ppt/media/image3.png" Id="R54aeccb9747b4e13" /><Relationship Type="http://schemas.openxmlformats.org/officeDocument/2006/relationships/notesSlide" Target="/ppt/notesSlides/notesSlide23.xml" Id="R816427b2c2e34b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4ff146859be4464" /><Relationship Type="http://schemas.openxmlformats.org/officeDocument/2006/relationships/image" Target="/ppt/media/image3.png" Id="Rd4154f7450cd4893" /><Relationship Type="http://schemas.openxmlformats.org/officeDocument/2006/relationships/notesSlide" Target="/ppt/notesSlides/notesSlide24.xml" Id="Rfd2961258ead4b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3d389654384157" /><Relationship Type="http://schemas.openxmlformats.org/officeDocument/2006/relationships/image" Target="/ppt/media/image2.png" Id="R7076d82a65ac463c" /><Relationship Type="http://schemas.openxmlformats.org/officeDocument/2006/relationships/notesSlide" Target="/ppt/notesSlides/notesSlide25.xml" Id="Rb918ce0afeaf41c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861c9221cba49dd" /><Relationship Type="http://schemas.openxmlformats.org/officeDocument/2006/relationships/image" Target="/ppt/media/image3.png" Id="R42e034ca711f4220" /><Relationship Type="http://schemas.openxmlformats.org/officeDocument/2006/relationships/notesSlide" Target="/ppt/notesSlides/notesSlide26.xml" Id="R6167bf0a890d4fb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fdb035546b0417d" /><Relationship Type="http://schemas.openxmlformats.org/officeDocument/2006/relationships/image" Target="/ppt/media/image3.png" Id="R6bc31de282a1401f" /><Relationship Type="http://schemas.openxmlformats.org/officeDocument/2006/relationships/notesSlide" Target="/ppt/notesSlides/notesSlide27.xml" Id="Redc31a5f8ea64b5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89d249676e34e08" /><Relationship Type="http://schemas.openxmlformats.org/officeDocument/2006/relationships/image" Target="/ppt/media/image3.png" Id="Rc5021397a66e49bc" /><Relationship Type="http://schemas.openxmlformats.org/officeDocument/2006/relationships/notesSlide" Target="/ppt/notesSlides/notesSlide28.xml" Id="R4065a6c5c05b4c9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328f0a0d2f4148" /><Relationship Type="http://schemas.openxmlformats.org/officeDocument/2006/relationships/image" Target="/ppt/media/image2.png" Id="R148be24e086b448e" /><Relationship Type="http://schemas.openxmlformats.org/officeDocument/2006/relationships/notesSlide" Target="/ppt/notesSlides/notesSlide29.xml" Id="R9034b039163746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3d4bb2a114699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f3ca8c8494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5dcfbc060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f6658004e43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6b140a8d74c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5C3F8F-43F7-4F77-A95D-B339281D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377580-6C6D-4EAB-8DBD-977A5E20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83F65C-5DE0-430D-B73E-814C4DAB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69B73B-31F3-46BA-A0D8-20A97AA8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DADD15-83C3-4E9B-B33A-2110015A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8E4CB9-6532-413F-8306-8718CB2F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FCCBDC-689F-40B1-B5DC-00BD36A4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E64136-3376-4C4C-85AD-6924CCE5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BF8EF1-1C9D-4E25-BA3A-6A9B928F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64F2E1-6B59-4319-A79A-C9589D06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67ACC1-568B-466C-B6E8-79136CA9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1B5F04-2CF6-4DB3-A6F5-2C4E475F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10FDB4-2129-4728-A21C-6ECCCF5A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0B4B4C-749A-483A-9474-F47FAEE1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3CF11A-8E40-43F1-9130-438C148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BFA099-455D-42DB-965A-15078E6E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93e67958a4a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294B0A-0DB7-4774-9F47-545F710D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90EC6F-A524-40C0-96E8-08961315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C9E5E4-4C91-4A2A-AE75-16CF6C0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3C00DD-439F-4619-826E-F40EEF1A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DF4BF5-377A-4D11-9C65-0D7A58A8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8DC2C1-A360-4DF2-8421-E33CA0B1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C87A79-8320-47C7-A4A4-83CE93B5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137742-2D3C-4A69-A7A4-4BCF6D7E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112410-6CB7-48E1-A1DF-89915727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F9A532-7546-4A09-BF5C-9AA9D408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D62DCE-1D1C-421A-846D-F4CAAE4C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566E2E-64D1-4B75-B2D3-72B42A42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84D15E7-1293-4E16-A83B-4DBFF996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425F65-6854-4AEA-B481-DA9B225B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7AE9F9-18AC-410B-853F-82EF7F37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7ABB27-7A68-4761-9CD6-3FEF768A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E1C9F4-A561-44DE-8DAC-6393747B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5D74B4-5311-4DAB-82E2-E31CA04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D09E839-4D97-4E7F-8F77-58C314C8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736862-21E4-48D8-8ACF-B0A9B50E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9E80CF-B3FD-46DD-8BDE-CB51DC81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CD5DDA-1230-4FEA-9D4D-8B88CA30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DBEB6B-ED13-4046-AE41-957B05AF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41BD23-B2EA-421B-8536-72A8D41D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28C4BB-56A0-457B-8CF4-C61B0BCF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D4FEE6-B70D-430E-AD01-69AA810F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2eecddef746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b3d6caa894f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DD7619-CFFF-437D-949C-D33FE41A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997C4E-2342-49A2-883F-117E7859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E8387E-56E5-4175-96B4-9A411284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50122D-7F99-4A15-B29D-B3E236FB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8B7913-7E7B-4B3B-B520-944635C6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546835-5C36-4B0F-974B-52886891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1FA68D-AB59-49FD-BD3C-D95B6A49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F46431-8F50-42E9-9F82-B240FFA5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DA58EC-E009-4E9D-AFD0-52AFD3CB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C7ECDF-40C6-4E06-ADF9-AD1D6890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2629C4-F711-4DB5-A677-28198E68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5B833E-6C40-4780-A41F-3DAC8001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C4601A-FA02-4663-96ED-357BC9DC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B415A2-7E75-45F2-9787-2853B2D1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7678AF-5502-4FE5-B8CB-F782EE58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9F2B93-7C66-464E-9623-3EB0BED5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8EDE3D-0C08-41C7-861A-5152D8D0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34F6CE-CBD5-4D5D-BE97-C9E8F55A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DB79AE7-7D45-42B7-9E10-96068233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79D5102-68FD-46F8-8163-DA5CB904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14A4B0-3824-46E9-8B4B-70556A0B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48E1C7-0F50-4000-B5BE-C568CE88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3DF532-905E-444D-988F-6B08026F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10247E-1747-4D59-A54C-C331799B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654484C-003C-4A99-A417-1DCD918F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ACF94C-F8FD-4474-A40B-D46C983A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DC5D61-4B91-4273-8C26-F49C9F38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B5F9CCB-3C9F-4131-878D-2F56B213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04D7844-48CC-4D5C-96EE-4DE253B4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9FA7439-F2D3-4D83-938D-A720ED91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B51D0EC-BD50-4DDE-96F8-0CB3B717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90F3A66-8600-408B-AE06-A1CED34F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06428F2-8FD8-4CED-A80D-F526AD23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EE13D8F-03A0-49A0-A5BA-EF30CC35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455DEFF-56EA-4A90-BF98-534ED576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84A005-72B7-4C0A-927E-3AC5B0C0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EBD233D-A636-485C-88F7-C1B66D6A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DDF6664-1C3B-4D0E-839C-55F6B302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2847038-1316-4F87-9B6C-405887A1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33B190C-72B9-46E6-8ACA-CA113220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F572747-611C-4C36-8D87-2A05A3C7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8AE743B-B5DB-45F9-9B0C-7B0DDC12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49464EB-9A26-4DB3-A113-65FBA6D3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709D606-6761-4DD9-8DC8-48C4FC6C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ED09916-0578-4D0C-9860-4E57F7FD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8F8C1C0-650A-4766-9371-A1C6B62A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1D6443D-37D9-4F3A-9DAB-04B3084E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a31ab97514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CA90378-3845-4539-8F32-92559248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5BAF39F-EC38-467D-9096-544A2AE1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5EF85CD-E61B-41C0-9371-8A9B1959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1689ECD-9C63-4CA9-97F7-37AC113E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EAFB0BD-F3E5-4247-ABA0-76225617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1441E63-9519-4113-A31F-A90DEF49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BD8D266-9400-4D87-B340-7A9D4181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FDF293E-ED8B-4ADF-9E4C-D3C19AF2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7FCAFD0-A7F7-44D5-8D31-040FAB47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33DF688-5A28-4DE7-906E-E0273A83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5712773-6814-4C9E-87CB-78241023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6564C65-2A06-45AD-8DB7-D4755887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BBF01CA-6C34-4349-9F3F-4A1F6DA3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2DE45B0-BBE5-408B-866E-DA3C0B2A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1141CEC-D24B-4D70-A45A-9A080B95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9FB160C-C636-4387-8C5B-F941EBE7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B4B25FA-7655-4BD2-9083-3BE055D2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5178303-0D7B-4926-8A5D-6E50CD64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6C5AD44-09B1-4583-B84D-393D1977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DFF063C-99D7-457D-9C45-1B2D25D0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344AADB-E13C-4828-AEE2-6FF31014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3D0BE34-F0E4-45C2-9D34-22E4A378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5F12C92-A1C4-44F9-9850-B9B8FC18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018B893-BBED-40E6-86F6-4B8806E9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efd3733be4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7CC4349-BD26-4914-A909-E081460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1D2BCF3-7F7C-47F3-B95E-D89B4EA1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016DC6A-1E8C-41AE-95E5-97F9D11D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82549E3-1566-4180-98F7-E1E8A7B8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BEE5A11-0887-4C56-BEEB-EFB0793E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C3FB1A5-2CE7-4394-B980-EF5C7A79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B4298DF-8488-4D84-A190-397FA8EC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334732F-DA28-42C5-BEA5-6E618FF8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6D52371-FFC2-41D3-8EE1-ADA800A2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E8595E4-3102-4EF5-9426-B850A557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F30DAC3-50CB-4B53-BCD4-C869F1BA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1C5D274-F529-46EE-9CEA-ED916DA2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8791879-EB07-4C8A-B8B3-0F3284F9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94A7C3F-5C80-4F9F-8583-F0E22859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929758C-437F-4D8D-A87F-F0749584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0440019-61D1-4E07-846F-E6889D76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C81E037-F325-4690-936F-944A0DC0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1B48E42-0F4D-43B0-AFCA-A7B89C16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95fd2a66542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f789c443743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D1CEE5-80C9-4CB4-B974-2A4D3893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BBA8E43-55E4-4C95-B5C6-3A45AA03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B60C84-8E82-4579-AD2B-CC24A14A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3348083-9618-477B-B8ED-A72E9883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FC5539F-777F-4EA1-A483-488A6289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34D7524-4F11-4FB6-B2D8-B119E65C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9137B91-392B-4FA4-B79A-46DA2C93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D5B715D-DA65-48B9-B6C1-6DC121EA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326F579-3127-48E1-8F14-A2818180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9FC104F-A16F-4FCE-99D9-EEED332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2C26E5A-C8D4-4D47-9490-4318FAAF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DC89896-CB86-49A2-B71D-21831C1A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970D723-593C-4233-A707-64D97585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1591FB7-6A99-4A51-A719-032C1910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3CBA393-EAC4-4C90-AC6B-330A22B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7AFD54-7885-4AA4-A3D0-03E91063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90e52a90c4b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A9B0F46-75BE-4949-839E-3D97B353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B60851F-1D8D-4E8A-A58D-36DD8142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1CAF439-A62B-4AFD-ACF5-FACC9FFD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8472AFB-2E59-4977-BA0B-302C8FF5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D747634-2091-45A4-8854-2996E463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3AD379A-40DD-46B8-AABA-CA740224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96689DB-382A-4000-BB65-8B6AE2B4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2E5451D-2AE6-4FF8-BED3-5BCE60E2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5AA6361-DFDF-4426-8E29-9DC0C985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E3C37A3-5361-4260-9544-31334F03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9E0306D-4F34-4A92-B3CF-289123A7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154859A-5DDE-46A1-9BE4-5D21C833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1294A9D-E643-4C45-A4ED-D4FB21F9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D08659A-B58B-4EDF-A2D8-639BBDC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4D69F7B-10C4-43B8-A564-E183279C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9721276-E232-402B-A244-21B3AB44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7996485-932A-4648-9421-6DCBDCA7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B3DBC3D-870F-4083-A481-FB7EC57D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A797BA4-98BE-4828-99E5-28C7199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4A00930-6410-43BC-956B-B0E6B195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D06226F-FBE8-4AE4-ACEE-63D959DC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FEE911F-D1D8-44DF-9F68-495FAC51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E913479-9C95-4476-982D-D949FD72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1B6406E-4FBC-4715-A2AD-D7EF549A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9A5FED3-6EDB-49FE-901D-4A3CA00C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6B07B6B-FDD7-4AA4-A291-85B69D57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7759661-9CFE-4875-8F31-981CED6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E4C3388-7CC4-4403-80A4-98B727FD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95D3F0-1EB3-4929-B6CD-393FF181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408805F-E209-443A-A930-101A28F3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0DDA891-EB8E-489D-AFE6-69C88302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CB5DB17-41F5-4B64-8F9D-C1CB53AB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5CB151F-E8F2-4687-B136-159FCE11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9CC19D9-4E02-495F-9642-90C1A47C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5944156-A52A-4C27-9A62-B798B58B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045a61e44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234E325-09B6-43AA-877C-8B1CD80D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869E838-E0F0-492B-A938-88E4BCCF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DCB110-5181-41BA-9D1C-9E862BBE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859DBA4-7294-489F-801D-3E7D4190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ADCF157-23D1-4BC8-93F4-C23FE9C7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157C4F-DE01-4C1E-832D-9024F924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DBB0136-9B8F-4FFE-BA4B-26E697BE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886A277-44DA-4470-BDA3-41BE170E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D3BD89-0758-4FCC-B770-F4BBF3E5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3067535-6945-48FD-A9D5-DA959EF0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AE8258F-AE73-4F05-A17D-0CE8A3ED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F014262-234D-4969-8EBC-90B4BAD4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846EB36-E324-4BEE-ABD1-4A524DF5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D7B78CD-510D-45F8-A1A0-1CA95CFC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F759F72-2252-443B-884A-17162029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0E5FAAD-1D89-4B00-BD60-3FE1E6BF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2C075B9-2454-4207-B44F-CBE4C27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F9C61E0-D3CA-4FEB-923B-84FBBD2E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7174B32-D740-4B4D-A5AC-933BE1B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B4EB7C6-DFCE-4C12-B6A1-F79FFC9E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7261E6E-3F82-4E7A-A033-BDDA0CEF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06F1E4B-CD2C-41D5-BF3F-97FF8EB8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D79E002-5174-4389-BDAA-71EF5268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115F90E-7C9E-461E-BA75-2494F52E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83B8681-53BA-4ED8-9DF4-45A7FBBD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901BC37-94C6-4DD4-B465-4B752F60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75EF3DC-77CD-4D3C-9B06-7F0657AB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7F6D0AE-4140-4B01-A781-67A3D274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C4D4A30-8BC4-4CC7-A997-48EB2FF9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9A2BFF3-E6E4-4301-86FA-AC88564C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608118A-2A56-4A7D-90DC-DFF73F51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B9EAAE2-93E9-46B8-9B93-EE2A6E61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39BBEF4-D773-4B7E-952D-BC8CAFDA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17B2DA7-957D-432B-9A9B-6E4E103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E8EDC9B-2575-4EC7-AD0C-301A2E38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D182650-163A-474C-9126-21E82758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469B041-315C-4DB7-B40C-9BA1F773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7553797-5253-4B90-B599-B029434F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AA64527-10B7-4C33-944F-E4CDE4AD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49D1C55-AEC0-4C86-B550-C787CF28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2C98274-142D-4B0F-B6A0-3333B84B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68DBEDF-320D-4647-ADA4-B4DE13CF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CB2B5B1-944E-47F9-90BA-C9DCC543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5F9EC16-1457-4D44-B196-7E39A0F4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EB6DCFA-4A12-477A-99DB-B68BB80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b7e33ac1944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8BA203F-FF9D-47E1-BF4D-B40CA7B5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8FE224A-19BA-4BB5-AFB3-2E5136DF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CF65D5-3287-47CF-BAAD-F623511B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117CF9C-0601-4CB5-B858-613C847A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04C2A06-E92E-4BE2-A32B-747713AD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05ED121-038F-453B-8B1E-6A561BA8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F4BA19D-1CC1-4B3D-83FF-9C1562A0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38E3F2D-39CA-4CD6-9BCE-F1F62801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449F68A-8BB2-49A6-AFE0-4D6AC993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BF38E59-30EF-4F0D-BB01-0F9C0F71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833D484-E703-4438-842E-2015F169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1B63F30-DAF2-4F48-B245-33FA8C23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A7E48DF-69AE-4D59-BF9C-C0151C11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C054FCF-B5B4-4921-9EE4-AD682D4D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74DD0BD-9C19-490E-B268-89402AB0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EB2BF43-0F1D-4345-A293-170669E9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A262551-673E-4D1A-B7A5-ED428E09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C287F22-F0B0-465F-9600-499ED23A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F50C61C-B427-4937-837D-0CE825EF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25A7FA-2D93-472F-9923-0F094366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10BB09F-115D-465E-995E-ADA5ACF4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343F5E9-47E0-41EE-9D1C-D28C4AB4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D34A4AF-3BA5-4D27-8710-C4944F8F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2AA0F82-C764-4FD0-8278-B2F8C85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D33AE23-E5AE-433F-8049-4A502613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E0D43A3-17D1-48BC-BE78-785234C9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B6534B6-77AF-456C-A03C-FC2DA59E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977A53D-884D-47CB-821D-6D79448B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1FDEA67-9838-47E2-90CF-BCC4BD92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6857D8A-D054-4961-A34B-5B591047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6ADD09-8E97-4063-BBAB-E7872267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771FFC7-2524-4333-89B2-8D828380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51FC4DF-3FF3-4FC2-BE93-A5978CFB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8F76DD6-BC98-4275-B18E-26849FC3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8EE772E-AF67-4F55-9042-9720C47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8F1AE16-01BD-4B9A-AE70-F714416B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B383B1E-4045-424A-B9B6-93CBDF4F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569227D-E6CF-4CA7-AC6D-5866D465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606315B-25E1-42C1-8B74-9BEB1BD9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D6EEE38-8E5C-4F79-925D-76319743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949B78C-D982-4665-B88C-C8C7F59A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ee5a95bad4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479EC92-7A34-4A2C-8769-5BA7605E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B79953F-D73B-42F4-B866-D9A498D3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388CFE7-6898-4CD5-9281-C94B2515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634DD6A-7401-4B24-9E43-9667C4CB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4DCB27E-4D35-4A55-82AD-59ABC334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998B09-98B7-42EF-A652-FD913D06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BD0D456-E822-4C09-8039-CDBB8D77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14DC27D-6F26-4AE1-B38B-576A62D9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DE93FA4-80DF-4538-9066-4E5346B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A403D20-21FB-46DC-A495-C61A4406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15867B6-0223-459A-ACD6-27B1E507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5F953D1-CD16-4D78-90AA-C17ACF0D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FF73EA0-84B2-49E8-98A6-A36754AC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41F19AB-ADAE-4F9A-83EA-F3CC2B85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DE4D6C4-C869-4602-A88D-3EBEE013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64AD19E-A1B3-4D3A-A462-DAEFA208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0CE96B7-4F5E-4323-9655-CDBB041E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F8D2CF-C882-4EF1-907C-9F94558E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EED6E0C-5350-49A9-8BD2-6AF6578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69C7356-9320-453F-B88F-7E2D1F6F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4C22658-DDA6-4C38-A5A5-026B94AA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CB2DD31-3A74-4203-80CC-01D90502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17414CA-3F3E-4FF0-A25D-DC113E4F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B5CE618-9476-459E-99DA-A1516B32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26AFFEC-C387-4FBA-84D6-667CE337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DD18EAA-3024-422A-A263-4DB1A139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2982678-80FD-4730-91C6-B6728228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2678BE6-6CDE-445A-A0FE-F8E78538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3B2DD67-65D9-4CC2-9B3A-822F520E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E35CC2-21B9-4CB7-8698-F9A914F6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9ba32409543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90F59EF-5CAE-4853-968F-C6EE2FE0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E2398A3-5EF5-4A5D-8F0D-CF636165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C0F3333-16AE-4310-BA01-1A6F38CE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B608C8E-03BC-43C8-85A9-5C0ABC63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B607919-EBEF-4623-8124-30E16CED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655B1C4-17A6-4A2B-936E-6AEEBDE3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0CFDF74-CD42-431D-854E-E87F913F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9CC6392-415E-4B34-A705-C2154C21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44894BA-5F44-4D77-9B63-CA42433F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CB453E6-D742-4583-A336-1CB1DFFD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AA8E7D-595C-4A89-BC8D-6C57D233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F1A64D4-B1A1-4059-A088-7BF74A3E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24600F3-C75B-43C9-B1E1-D32FBE1F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54E0E51-20BE-4DE1-9199-AD543243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1B55D9B-047C-4387-BAC2-B1D3E45D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EC1BB3F-3FCF-4F9E-89A6-3FCB4207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29C4DC2-F57D-4F0D-BB69-434BB3FA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F8F9994-3F8E-4BCB-A36F-498468A5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A0F0178-93DB-439B-A479-593EA941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8E93683-741D-45B7-A6B1-C4E4A7F6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BAB1DB-7D35-4069-B654-513C720D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69F8D45-14BE-4F31-A071-1434259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C79EF19-5A50-4890-B646-9E8CFD38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D50BB1F-D1BE-43F0-BC1D-3212391E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379FB20-4DAA-4C58-8DC6-74D49FE2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D9F680D-18AE-466B-A7CF-A1FA05E0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1E89C6D-0384-4E0D-9098-3CE0BEFA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2E16B9E-B743-42ED-8F55-4D2F989D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41D1BEC-92C0-42B8-B26E-CC0C6E66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C8DAE3E-B0D7-4C47-ABC3-A823228B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099093D-7D99-43D2-9DDE-B3DDE775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53C897C-A581-40AE-A72F-3D9CFB8D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94E19CC-6962-43FB-B5A5-37913E39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5A7AB5C-7AD9-49AE-9BD0-B7DB3406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2BB8A4F-02B1-4789-B3A9-CA8804B7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EDDBC82-CF2B-4E12-AC91-20FCCE4A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BEB4B4D-80CD-40E1-A715-6DBB8200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5C4CA36-ED21-43C3-B6C3-6F8F3590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d1305c506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949A9E5-B3DC-4FE7-BF0D-36E18A88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3F39B6-2ACE-478C-AB2C-A52E909F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EF8AD83-6B3D-4FD2-AE03-2CA7A99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F9F21DC-D102-440F-8A8C-BB89CB35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26EAED3-FBFF-46B6-A00E-20DEFE38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745006-D2DB-4AD0-9105-B0E72B6D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553333F-F5F0-43B8-91FA-4F672242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D269866-27C9-4871-BA69-85B8575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57CB4FD-AE83-4F22-BB92-90A0F3B2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7B906C-2E7C-461A-BB73-689EC516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42EE857-FAD0-43F8-8AB5-238917BA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F16A88E-4935-4690-92D6-A26D0C55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541D03-2851-432C-A9F0-7D0F5598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AC8AA9B-466D-478F-8CC1-CE58265C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8BDC53B-C1D8-4567-830A-E4B143E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B7EEA51-7013-4C44-AD58-1065A8DC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72AC73C-5606-4C8E-B868-EED5345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0D85E2B-730F-4043-96A9-5F0450D3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4E299B1-7E06-4526-BFA6-FEB988E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0D3E329-442F-43D3-8896-18B1C24C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B1A000A-BF8C-4464-B602-A0E1A8C4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EB2FAF9-D631-4348-BF83-D0B4CF80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854C296-8633-4D74-BFA9-A72020BF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CEF0A5A-C8D9-4891-A0AC-D149652C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5A37EA9-3CE8-4CEF-ADE1-783F9085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F105E9-643F-439D-82D8-D404DF4F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1467456-C451-44CA-B29B-ACAE8E2B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97094AA-0849-4DE5-8367-A4534CA5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013573E-6E0E-4DEB-AF97-5F997022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23DC2E2-DA76-4413-BCB4-5D2EBA64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FB3BD79-BD2C-45DE-B377-ADFADC8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9AA4832-3680-4E65-92EB-D5679A08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B62A487-7A72-45C8-9C24-A0ECC01D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49CA4B9-AFD0-4AF4-BE40-B872831C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CC42A64-A614-459E-BB19-6E97EA16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FD3725C-8EDF-43AF-83ED-00FF63A6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20DFDD2-0BF8-4134-B5FB-90A77CFA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B44F73B-CBF7-431A-BBCE-75370EA2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3FA8CCE-1F14-46CF-9944-5D64F4F4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3fc30db9846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ca76a736949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223ff376f4e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8650966174a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9008353c747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eccb9747b4e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54f7450cd4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6d82a65ac46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034ca711f42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31de282a1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21397a66e49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be24e086b44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2026-05-26T13:29:25.4270000Z</dcterms:created>
  <dcterms:modified xsi:type="dcterms:W3CDTF">2026-05-26T13:29:25.4270000Z</dcterms:modified>
</coreProperties>
</file>